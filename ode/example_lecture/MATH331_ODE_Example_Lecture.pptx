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3E674-CBB5-41AF-900D-37DC1BEA033E}" v="12" dt="2025-06-10T16:55:20.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105" d="100"/>
          <a:sy n="105" d="100"/>
        </p:scale>
        <p:origin x="834" y="9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E MORRA" userId="247739ab-9a46-4786-ae06-df1725047e48" providerId="ADAL" clId="{FF6B0878-BD4F-4A83-B5A7-0C813E7080E6}"/>
    <pc:docChg chg="undo custSel addSld delSld modSld">
      <pc:chgData name="GABRIELE MORRA" userId="247739ab-9a46-4786-ae06-df1725047e48" providerId="ADAL" clId="{FF6B0878-BD4F-4A83-B5A7-0C813E7080E6}" dt="2025-03-24T09:35:42.118" v="6685" actId="20577"/>
      <pc:docMkLst>
        <pc:docMk/>
      </pc:docMkLst>
      <pc:sldChg chg="modSp add del mod">
        <pc:chgData name="GABRIELE MORRA" userId="247739ab-9a46-4786-ae06-df1725047e48" providerId="ADAL" clId="{FF6B0878-BD4F-4A83-B5A7-0C813E7080E6}" dt="2025-03-23T17:11:01.442" v="2448" actId="20577"/>
        <pc:sldMkLst>
          <pc:docMk/>
          <pc:sldMk cId="646703868" sldId="256"/>
        </pc:sldMkLst>
        <pc:spChg chg="mod">
          <ac:chgData name="GABRIELE MORRA" userId="247739ab-9a46-4786-ae06-df1725047e48" providerId="ADAL" clId="{FF6B0878-BD4F-4A83-B5A7-0C813E7080E6}" dt="2025-03-23T17:11:01.442" v="2448" actId="20577"/>
          <ac:spMkLst>
            <pc:docMk/>
            <pc:sldMk cId="646703868" sldId="256"/>
            <ac:spMk id="10" creationId="{4D17C72F-D4A5-42BD-B7F1-702121C5C12E}"/>
          </ac:spMkLst>
        </pc:spChg>
        <pc:spChg chg="mod">
          <ac:chgData name="GABRIELE MORRA" userId="247739ab-9a46-4786-ae06-df1725047e48" providerId="ADAL" clId="{FF6B0878-BD4F-4A83-B5A7-0C813E7080E6}" dt="2025-03-21T19:06:35.781" v="28" actId="20577"/>
          <ac:spMkLst>
            <pc:docMk/>
            <pc:sldMk cId="646703868" sldId="256"/>
            <ac:spMk id="12" creationId="{B0026313-E14F-1CA4-25A7-055ED2064021}"/>
          </ac:spMkLst>
        </pc:spChg>
      </pc:sldChg>
      <pc:sldChg chg="add del">
        <pc:chgData name="GABRIELE MORRA" userId="247739ab-9a46-4786-ae06-df1725047e48" providerId="ADAL" clId="{FF6B0878-BD4F-4A83-B5A7-0C813E7080E6}" dt="2025-03-21T19:03:02.281" v="1"/>
        <pc:sldMkLst>
          <pc:docMk/>
          <pc:sldMk cId="2916294879" sldId="270"/>
        </pc:sldMkLst>
      </pc:sldChg>
      <pc:sldChg chg="add del">
        <pc:chgData name="GABRIELE MORRA" userId="247739ab-9a46-4786-ae06-df1725047e48" providerId="ADAL" clId="{FF6B0878-BD4F-4A83-B5A7-0C813E7080E6}" dt="2025-03-21T19:18:48.008" v="59" actId="47"/>
        <pc:sldMkLst>
          <pc:docMk/>
          <pc:sldMk cId="3588417444" sldId="271"/>
        </pc:sldMkLst>
      </pc:sldChg>
      <pc:sldChg chg="addSp delSp modSp add del mod">
        <pc:chgData name="GABRIELE MORRA" userId="247739ab-9a46-4786-ae06-df1725047e48" providerId="ADAL" clId="{FF6B0878-BD4F-4A83-B5A7-0C813E7080E6}" dt="2025-03-21T19:17:50.153" v="57" actId="1076"/>
        <pc:sldMkLst>
          <pc:docMk/>
          <pc:sldMk cId="607850294" sldId="272"/>
        </pc:sldMkLst>
      </pc:sldChg>
      <pc:sldChg chg="add del">
        <pc:chgData name="GABRIELE MORRA" userId="247739ab-9a46-4786-ae06-df1725047e48" providerId="ADAL" clId="{FF6B0878-BD4F-4A83-B5A7-0C813E7080E6}" dt="2025-03-21T19:03:02.281" v="1"/>
        <pc:sldMkLst>
          <pc:docMk/>
          <pc:sldMk cId="2247442344" sldId="273"/>
        </pc:sldMkLst>
      </pc:sldChg>
      <pc:sldChg chg="addSp modSp add del mod modAnim">
        <pc:chgData name="GABRIELE MORRA" userId="247739ab-9a46-4786-ae06-df1725047e48" providerId="ADAL" clId="{FF6B0878-BD4F-4A83-B5A7-0C813E7080E6}" dt="2025-03-24T09:28:17.617" v="6683"/>
        <pc:sldMkLst>
          <pc:docMk/>
          <pc:sldMk cId="2588678064" sldId="274"/>
        </pc:sldMkLst>
      </pc:sldChg>
      <pc:sldChg chg="add del">
        <pc:chgData name="GABRIELE MORRA" userId="247739ab-9a46-4786-ae06-df1725047e48" providerId="ADAL" clId="{FF6B0878-BD4F-4A83-B5A7-0C813E7080E6}" dt="2025-03-21T19:03:02.281" v="1"/>
        <pc:sldMkLst>
          <pc:docMk/>
          <pc:sldMk cId="1502462595" sldId="275"/>
        </pc:sldMkLst>
      </pc:sldChg>
      <pc:sldChg chg="add del">
        <pc:chgData name="GABRIELE MORRA" userId="247739ab-9a46-4786-ae06-df1725047e48" providerId="ADAL" clId="{FF6B0878-BD4F-4A83-B5A7-0C813E7080E6}" dt="2025-03-21T19:03:02.281" v="1"/>
        <pc:sldMkLst>
          <pc:docMk/>
          <pc:sldMk cId="1367308230" sldId="276"/>
        </pc:sldMkLst>
      </pc:sldChg>
      <pc:sldChg chg="add del">
        <pc:chgData name="GABRIELE MORRA" userId="247739ab-9a46-4786-ae06-df1725047e48" providerId="ADAL" clId="{FF6B0878-BD4F-4A83-B5A7-0C813E7080E6}" dt="2025-03-21T19:03:02.281" v="1"/>
        <pc:sldMkLst>
          <pc:docMk/>
          <pc:sldMk cId="2989224937" sldId="277"/>
        </pc:sldMkLst>
      </pc:sldChg>
      <pc:sldChg chg="add del">
        <pc:chgData name="GABRIELE MORRA" userId="247739ab-9a46-4786-ae06-df1725047e48" providerId="ADAL" clId="{FF6B0878-BD4F-4A83-B5A7-0C813E7080E6}" dt="2025-03-21T19:03:02.281" v="1"/>
        <pc:sldMkLst>
          <pc:docMk/>
          <pc:sldMk cId="896252657" sldId="278"/>
        </pc:sldMkLst>
      </pc:sldChg>
      <pc:sldChg chg="add del">
        <pc:chgData name="GABRIELE MORRA" userId="247739ab-9a46-4786-ae06-df1725047e48" providerId="ADAL" clId="{FF6B0878-BD4F-4A83-B5A7-0C813E7080E6}" dt="2025-03-21T19:03:02.281" v="1"/>
        <pc:sldMkLst>
          <pc:docMk/>
          <pc:sldMk cId="1417605456" sldId="279"/>
        </pc:sldMkLst>
      </pc:sldChg>
      <pc:sldChg chg="add del">
        <pc:chgData name="GABRIELE MORRA" userId="247739ab-9a46-4786-ae06-df1725047e48" providerId="ADAL" clId="{FF6B0878-BD4F-4A83-B5A7-0C813E7080E6}" dt="2025-03-21T19:03:02.281" v="1"/>
        <pc:sldMkLst>
          <pc:docMk/>
          <pc:sldMk cId="452844852" sldId="280"/>
        </pc:sldMkLst>
      </pc:sldChg>
      <pc:sldChg chg="add del">
        <pc:chgData name="GABRIELE MORRA" userId="247739ab-9a46-4786-ae06-df1725047e48" providerId="ADAL" clId="{FF6B0878-BD4F-4A83-B5A7-0C813E7080E6}" dt="2025-03-21T19:03:02.281" v="1"/>
        <pc:sldMkLst>
          <pc:docMk/>
          <pc:sldMk cId="2144335715" sldId="281"/>
        </pc:sldMkLst>
      </pc:sldChg>
      <pc:sldChg chg="add del">
        <pc:chgData name="GABRIELE MORRA" userId="247739ab-9a46-4786-ae06-df1725047e48" providerId="ADAL" clId="{FF6B0878-BD4F-4A83-B5A7-0C813E7080E6}" dt="2025-03-21T19:03:02.281" v="1"/>
        <pc:sldMkLst>
          <pc:docMk/>
          <pc:sldMk cId="2094688666" sldId="282"/>
        </pc:sldMkLst>
      </pc:sldChg>
      <pc:sldChg chg="modSp add del">
        <pc:chgData name="GABRIELE MORRA" userId="247739ab-9a46-4786-ae06-df1725047e48" providerId="ADAL" clId="{FF6B0878-BD4F-4A83-B5A7-0C813E7080E6}" dt="2025-03-24T09:35:42.118" v="6685" actId="20577"/>
        <pc:sldMkLst>
          <pc:docMk/>
          <pc:sldMk cId="2608922000" sldId="283"/>
        </pc:sldMkLst>
      </pc:sldChg>
      <pc:sldChg chg="del">
        <pc:chgData name="GABRIELE MORRA" userId="247739ab-9a46-4786-ae06-df1725047e48" providerId="ADAL" clId="{FF6B0878-BD4F-4A83-B5A7-0C813E7080E6}" dt="2025-03-21T19:02:48.952" v="0" actId="47"/>
        <pc:sldMkLst>
          <pc:docMk/>
          <pc:sldMk cId="942246048" sldId="284"/>
        </pc:sldMkLst>
      </pc:sldChg>
      <pc:sldChg chg="addSp delSp modSp add mod">
        <pc:chgData name="GABRIELE MORRA" userId="247739ab-9a46-4786-ae06-df1725047e48" providerId="ADAL" clId="{FF6B0878-BD4F-4A83-B5A7-0C813E7080E6}" dt="2025-03-21T19:23:23.597" v="170" actId="1076"/>
        <pc:sldMkLst>
          <pc:docMk/>
          <pc:sldMk cId="1620438662" sldId="284"/>
        </pc:sldMkLst>
      </pc:sldChg>
      <pc:sldChg chg="addSp delSp modSp add mod modAnim">
        <pc:chgData name="GABRIELE MORRA" userId="247739ab-9a46-4786-ae06-df1725047e48" providerId="ADAL" clId="{FF6B0878-BD4F-4A83-B5A7-0C813E7080E6}" dt="2025-03-21T19:39:40.225" v="514" actId="20577"/>
        <pc:sldMkLst>
          <pc:docMk/>
          <pc:sldMk cId="2634867012" sldId="285"/>
        </pc:sldMkLst>
      </pc:sldChg>
      <pc:sldChg chg="addSp delSp modSp add mod delAnim modAnim">
        <pc:chgData name="GABRIELE MORRA" userId="247739ab-9a46-4786-ae06-df1725047e48" providerId="ADAL" clId="{FF6B0878-BD4F-4A83-B5A7-0C813E7080E6}" dt="2025-03-21T19:54:48" v="862" actId="1076"/>
        <pc:sldMkLst>
          <pc:docMk/>
          <pc:sldMk cId="2948645864" sldId="286"/>
        </pc:sldMkLst>
      </pc:sldChg>
      <pc:sldChg chg="addSp delSp modSp add mod delAnim modAnim">
        <pc:chgData name="GABRIELE MORRA" userId="247739ab-9a46-4786-ae06-df1725047e48" providerId="ADAL" clId="{FF6B0878-BD4F-4A83-B5A7-0C813E7080E6}" dt="2025-03-23T11:27:58.023" v="887" actId="1037"/>
        <pc:sldMkLst>
          <pc:docMk/>
          <pc:sldMk cId="947154956" sldId="287"/>
        </pc:sldMkLst>
      </pc:sldChg>
      <pc:sldChg chg="delSp modSp add del mod delAnim modAnim">
        <pc:chgData name="GABRIELE MORRA" userId="247739ab-9a46-4786-ae06-df1725047e48" providerId="ADAL" clId="{FF6B0878-BD4F-4A83-B5A7-0C813E7080E6}" dt="2025-03-21T19:48:19.621" v="720" actId="47"/>
        <pc:sldMkLst>
          <pc:docMk/>
          <pc:sldMk cId="2904247795" sldId="287"/>
        </pc:sldMkLst>
      </pc:sldChg>
      <pc:sldChg chg="addSp delSp modSp add del mod delAnim">
        <pc:chgData name="GABRIELE MORRA" userId="247739ab-9a46-4786-ae06-df1725047e48" providerId="ADAL" clId="{FF6B0878-BD4F-4A83-B5A7-0C813E7080E6}" dt="2025-03-23T11:35:01.327" v="992" actId="47"/>
        <pc:sldMkLst>
          <pc:docMk/>
          <pc:sldMk cId="3332158273" sldId="288"/>
        </pc:sldMkLst>
      </pc:sldChg>
      <pc:sldChg chg="addSp modSp add mod">
        <pc:chgData name="GABRIELE MORRA" userId="247739ab-9a46-4786-ae06-df1725047e48" providerId="ADAL" clId="{FF6B0878-BD4F-4A83-B5A7-0C813E7080E6}" dt="2025-03-23T12:17:25.066" v="1739" actId="20577"/>
        <pc:sldMkLst>
          <pc:docMk/>
          <pc:sldMk cId="598933312" sldId="289"/>
        </pc:sldMkLst>
      </pc:sldChg>
      <pc:sldChg chg="addSp delSp modSp add mod modAnim">
        <pc:chgData name="GABRIELE MORRA" userId="247739ab-9a46-4786-ae06-df1725047e48" providerId="ADAL" clId="{FF6B0878-BD4F-4A83-B5A7-0C813E7080E6}" dt="2025-03-23T12:09:02.312" v="1706"/>
        <pc:sldMkLst>
          <pc:docMk/>
          <pc:sldMk cId="310812483" sldId="290"/>
        </pc:sldMkLst>
      </pc:sldChg>
      <pc:sldChg chg="add del">
        <pc:chgData name="GABRIELE MORRA" userId="247739ab-9a46-4786-ae06-df1725047e48" providerId="ADAL" clId="{FF6B0878-BD4F-4A83-B5A7-0C813E7080E6}" dt="2025-03-23T11:38:24.928" v="1049" actId="47"/>
        <pc:sldMkLst>
          <pc:docMk/>
          <pc:sldMk cId="2247930076" sldId="290"/>
        </pc:sldMkLst>
      </pc:sldChg>
      <pc:sldChg chg="addSp delSp modSp add mod modAnim">
        <pc:chgData name="GABRIELE MORRA" userId="247739ab-9a46-4786-ae06-df1725047e48" providerId="ADAL" clId="{FF6B0878-BD4F-4A83-B5A7-0C813E7080E6}" dt="2025-03-23T11:55:26.649" v="1346"/>
        <pc:sldMkLst>
          <pc:docMk/>
          <pc:sldMk cId="1809273660" sldId="291"/>
        </pc:sldMkLst>
      </pc:sldChg>
      <pc:sldChg chg="addSp delSp modSp add mod delAnim modAnim">
        <pc:chgData name="GABRIELE MORRA" userId="247739ab-9a46-4786-ae06-df1725047e48" providerId="ADAL" clId="{FF6B0878-BD4F-4A83-B5A7-0C813E7080E6}" dt="2025-03-23T12:01:39.223" v="1549" actId="478"/>
        <pc:sldMkLst>
          <pc:docMk/>
          <pc:sldMk cId="2031018587" sldId="292"/>
        </pc:sldMkLst>
      </pc:sldChg>
      <pc:sldChg chg="addSp delSp modSp add mod delAnim modAnim">
        <pc:chgData name="GABRIELE MORRA" userId="247739ab-9a46-4786-ae06-df1725047e48" providerId="ADAL" clId="{FF6B0878-BD4F-4A83-B5A7-0C813E7080E6}" dt="2025-03-23T12:11:08.303" v="1717"/>
        <pc:sldMkLst>
          <pc:docMk/>
          <pc:sldMk cId="3007272560" sldId="293"/>
        </pc:sldMkLst>
      </pc:sldChg>
      <pc:sldChg chg="addSp delSp modSp add mod delAnim modAnim">
        <pc:chgData name="GABRIELE MORRA" userId="247739ab-9a46-4786-ae06-df1725047e48" providerId="ADAL" clId="{FF6B0878-BD4F-4A83-B5A7-0C813E7080E6}" dt="2025-03-23T12:11:13.433" v="1719"/>
        <pc:sldMkLst>
          <pc:docMk/>
          <pc:sldMk cId="3990992582" sldId="294"/>
        </pc:sldMkLst>
      </pc:sldChg>
      <pc:sldChg chg="addSp delSp modSp add mod delAnim modAnim">
        <pc:chgData name="GABRIELE MORRA" userId="247739ab-9a46-4786-ae06-df1725047e48" providerId="ADAL" clId="{FF6B0878-BD4F-4A83-B5A7-0C813E7080E6}" dt="2025-03-23T12:11:35.471" v="1725"/>
        <pc:sldMkLst>
          <pc:docMk/>
          <pc:sldMk cId="1890395083" sldId="295"/>
        </pc:sldMkLst>
      </pc:sldChg>
      <pc:sldChg chg="addSp modSp add mod">
        <pc:chgData name="GABRIELE MORRA" userId="247739ab-9a46-4786-ae06-df1725047e48" providerId="ADAL" clId="{FF6B0878-BD4F-4A83-B5A7-0C813E7080E6}" dt="2025-03-23T12:12:44.917" v="1728" actId="1076"/>
        <pc:sldMkLst>
          <pc:docMk/>
          <pc:sldMk cId="3050858652" sldId="296"/>
        </pc:sldMkLst>
      </pc:sldChg>
      <pc:sldChg chg="addSp delSp modSp add mod">
        <pc:chgData name="GABRIELE MORRA" userId="247739ab-9a46-4786-ae06-df1725047e48" providerId="ADAL" clId="{FF6B0878-BD4F-4A83-B5A7-0C813E7080E6}" dt="2025-03-23T12:22:35.262" v="1775" actId="478"/>
        <pc:sldMkLst>
          <pc:docMk/>
          <pc:sldMk cId="2499982283" sldId="297"/>
        </pc:sldMkLst>
      </pc:sldChg>
      <pc:sldChg chg="addSp delSp modSp add mod modAnim">
        <pc:chgData name="GABRIELE MORRA" userId="247739ab-9a46-4786-ae06-df1725047e48" providerId="ADAL" clId="{FF6B0878-BD4F-4A83-B5A7-0C813E7080E6}" dt="2025-03-23T12:52:51.029" v="2357" actId="1076"/>
        <pc:sldMkLst>
          <pc:docMk/>
          <pc:sldMk cId="224887045" sldId="298"/>
        </pc:sldMkLst>
      </pc:sldChg>
      <pc:sldChg chg="addSp delSp modSp add mod delAnim modAnim">
        <pc:chgData name="GABRIELE MORRA" userId="247739ab-9a46-4786-ae06-df1725047e48" providerId="ADAL" clId="{FF6B0878-BD4F-4A83-B5A7-0C813E7080E6}" dt="2025-03-23T13:00:22.858" v="2434"/>
        <pc:sldMkLst>
          <pc:docMk/>
          <pc:sldMk cId="2305847735" sldId="299"/>
        </pc:sldMkLst>
      </pc:sldChg>
      <pc:sldChg chg="addSp delSp modSp add mod delAnim modAnim">
        <pc:chgData name="GABRIELE MORRA" userId="247739ab-9a46-4786-ae06-df1725047e48" providerId="ADAL" clId="{FF6B0878-BD4F-4A83-B5A7-0C813E7080E6}" dt="2025-03-23T13:01:32.972" v="2440" actId="1076"/>
        <pc:sldMkLst>
          <pc:docMk/>
          <pc:sldMk cId="1167331751" sldId="300"/>
        </pc:sldMkLst>
      </pc:sldChg>
      <pc:sldChg chg="addSp delSp modSp add mod modAnim">
        <pc:chgData name="GABRIELE MORRA" userId="247739ab-9a46-4786-ae06-df1725047e48" providerId="ADAL" clId="{FF6B0878-BD4F-4A83-B5A7-0C813E7080E6}" dt="2025-03-23T13:01:47.205" v="2443"/>
        <pc:sldMkLst>
          <pc:docMk/>
          <pc:sldMk cId="3497612919" sldId="301"/>
        </pc:sldMkLst>
      </pc:sldChg>
      <pc:sldChg chg="addSp delSp modSp add mod delAnim">
        <pc:chgData name="GABRIELE MORRA" userId="247739ab-9a46-4786-ae06-df1725047e48" providerId="ADAL" clId="{FF6B0878-BD4F-4A83-B5A7-0C813E7080E6}" dt="2025-03-23T17:23:24.204" v="2609" actId="1076"/>
        <pc:sldMkLst>
          <pc:docMk/>
          <pc:sldMk cId="842131687" sldId="302"/>
        </pc:sldMkLst>
      </pc:sldChg>
      <pc:sldChg chg="addSp delSp modSp add mod">
        <pc:chgData name="GABRIELE MORRA" userId="247739ab-9a46-4786-ae06-df1725047e48" providerId="ADAL" clId="{FF6B0878-BD4F-4A83-B5A7-0C813E7080E6}" dt="2025-03-23T17:44:52.954" v="3161" actId="113"/>
        <pc:sldMkLst>
          <pc:docMk/>
          <pc:sldMk cId="3146800150" sldId="303"/>
        </pc:sldMkLst>
      </pc:sldChg>
      <pc:sldChg chg="addSp delSp modSp add mod modAnim">
        <pc:chgData name="GABRIELE MORRA" userId="247739ab-9a46-4786-ae06-df1725047e48" providerId="ADAL" clId="{FF6B0878-BD4F-4A83-B5A7-0C813E7080E6}" dt="2025-03-23T17:35:56.171" v="2881"/>
        <pc:sldMkLst>
          <pc:docMk/>
          <pc:sldMk cId="3416951516" sldId="304"/>
        </pc:sldMkLst>
      </pc:sldChg>
      <pc:sldChg chg="new del">
        <pc:chgData name="GABRIELE MORRA" userId="247739ab-9a46-4786-ae06-df1725047e48" providerId="ADAL" clId="{FF6B0878-BD4F-4A83-B5A7-0C813E7080E6}" dt="2025-03-23T17:33:26.021" v="2850" actId="47"/>
        <pc:sldMkLst>
          <pc:docMk/>
          <pc:sldMk cId="3618986113" sldId="304"/>
        </pc:sldMkLst>
      </pc:sldChg>
      <pc:sldChg chg="addSp delSp modSp add mod delAnim">
        <pc:chgData name="GABRIELE MORRA" userId="247739ab-9a46-4786-ae06-df1725047e48" providerId="ADAL" clId="{FF6B0878-BD4F-4A83-B5A7-0C813E7080E6}" dt="2025-03-23T17:50:59.429" v="3366" actId="1076"/>
        <pc:sldMkLst>
          <pc:docMk/>
          <pc:sldMk cId="3660704973" sldId="305"/>
        </pc:sldMkLst>
      </pc:sldChg>
      <pc:sldChg chg="modSp add mod">
        <pc:chgData name="GABRIELE MORRA" userId="247739ab-9a46-4786-ae06-df1725047e48" providerId="ADAL" clId="{FF6B0878-BD4F-4A83-B5A7-0C813E7080E6}" dt="2025-03-23T17:53:40.972" v="3367" actId="207"/>
        <pc:sldMkLst>
          <pc:docMk/>
          <pc:sldMk cId="908435989" sldId="306"/>
        </pc:sldMkLst>
      </pc:sldChg>
      <pc:sldChg chg="addSp delSp modSp add mod modAnim">
        <pc:chgData name="GABRIELE MORRA" userId="247739ab-9a46-4786-ae06-df1725047e48" providerId="ADAL" clId="{FF6B0878-BD4F-4A83-B5A7-0C813E7080E6}" dt="2025-03-23T18:35:28.070" v="3827" actId="14100"/>
        <pc:sldMkLst>
          <pc:docMk/>
          <pc:sldMk cId="2888883593" sldId="307"/>
        </pc:sldMkLst>
      </pc:sldChg>
      <pc:sldChg chg="addSp delSp modSp add mod delAnim modAnim">
        <pc:chgData name="GABRIELE MORRA" userId="247739ab-9a46-4786-ae06-df1725047e48" providerId="ADAL" clId="{FF6B0878-BD4F-4A83-B5A7-0C813E7080E6}" dt="2025-03-23T18:41:22.903" v="3977"/>
        <pc:sldMkLst>
          <pc:docMk/>
          <pc:sldMk cId="98464366" sldId="308"/>
        </pc:sldMkLst>
      </pc:sldChg>
      <pc:sldChg chg="addSp delSp modSp add mod delAnim">
        <pc:chgData name="GABRIELE MORRA" userId="247739ab-9a46-4786-ae06-df1725047e48" providerId="ADAL" clId="{FF6B0878-BD4F-4A83-B5A7-0C813E7080E6}" dt="2025-03-23T19:05:25.620" v="4126" actId="20577"/>
        <pc:sldMkLst>
          <pc:docMk/>
          <pc:sldMk cId="975078324" sldId="309"/>
        </pc:sldMkLst>
      </pc:sldChg>
      <pc:sldChg chg="addSp delSp modSp add mod modAnim">
        <pc:chgData name="GABRIELE MORRA" userId="247739ab-9a46-4786-ae06-df1725047e48" providerId="ADAL" clId="{FF6B0878-BD4F-4A83-B5A7-0C813E7080E6}" dt="2025-03-23T19:31:34.713" v="4873" actId="1037"/>
        <pc:sldMkLst>
          <pc:docMk/>
          <pc:sldMk cId="3398703144" sldId="310"/>
        </pc:sldMkLst>
      </pc:sldChg>
      <pc:sldChg chg="addSp delSp modSp add del mod addAnim delAnim">
        <pc:chgData name="GABRIELE MORRA" userId="247739ab-9a46-4786-ae06-df1725047e48" providerId="ADAL" clId="{FF6B0878-BD4F-4A83-B5A7-0C813E7080E6}" dt="2025-03-23T19:31:07.318" v="4838" actId="47"/>
        <pc:sldMkLst>
          <pc:docMk/>
          <pc:sldMk cId="1677589536" sldId="311"/>
        </pc:sldMkLst>
      </pc:sldChg>
      <pc:sldChg chg="addSp delSp modSp add mod delAnim modAnim">
        <pc:chgData name="GABRIELE MORRA" userId="247739ab-9a46-4786-ae06-df1725047e48" providerId="ADAL" clId="{FF6B0878-BD4F-4A83-B5A7-0C813E7080E6}" dt="2025-03-23T19:38:07.833" v="5046"/>
        <pc:sldMkLst>
          <pc:docMk/>
          <pc:sldMk cId="4089615763" sldId="311"/>
        </pc:sldMkLst>
      </pc:sldChg>
      <pc:sldChg chg="addSp delSp modSp add mod delAnim modAnim">
        <pc:chgData name="GABRIELE MORRA" userId="247739ab-9a46-4786-ae06-df1725047e48" providerId="ADAL" clId="{FF6B0878-BD4F-4A83-B5A7-0C813E7080E6}" dt="2025-03-23T19:57:33.749" v="5266" actId="1037"/>
        <pc:sldMkLst>
          <pc:docMk/>
          <pc:sldMk cId="4078993780" sldId="312"/>
        </pc:sldMkLst>
      </pc:sldChg>
      <pc:sldChg chg="addSp delSp modSp add mod delAnim modAnim">
        <pc:chgData name="GABRIELE MORRA" userId="247739ab-9a46-4786-ae06-df1725047e48" providerId="ADAL" clId="{FF6B0878-BD4F-4A83-B5A7-0C813E7080E6}" dt="2025-03-23T20:11:31.103" v="5579" actId="1035"/>
        <pc:sldMkLst>
          <pc:docMk/>
          <pc:sldMk cId="993519160" sldId="313"/>
        </pc:sldMkLst>
      </pc:sldChg>
      <pc:sldChg chg="addSp delSp modSp add mod delAnim modAnim">
        <pc:chgData name="GABRIELE MORRA" userId="247739ab-9a46-4786-ae06-df1725047e48" providerId="ADAL" clId="{FF6B0878-BD4F-4A83-B5A7-0C813E7080E6}" dt="2025-03-23T20:28:42.417" v="5934" actId="207"/>
        <pc:sldMkLst>
          <pc:docMk/>
          <pc:sldMk cId="1604517868" sldId="314"/>
        </pc:sldMkLst>
      </pc:sldChg>
      <pc:sldChg chg="delSp modSp add del mod delAnim">
        <pc:chgData name="GABRIELE MORRA" userId="247739ab-9a46-4786-ae06-df1725047e48" providerId="ADAL" clId="{FF6B0878-BD4F-4A83-B5A7-0C813E7080E6}" dt="2025-03-23T20:10:07.625" v="5539" actId="47"/>
        <pc:sldMkLst>
          <pc:docMk/>
          <pc:sldMk cId="3338564833" sldId="314"/>
        </pc:sldMkLst>
      </pc:sldChg>
      <pc:sldChg chg="delSp modSp add del mod delAnim modAnim">
        <pc:chgData name="GABRIELE MORRA" userId="247739ab-9a46-4786-ae06-df1725047e48" providerId="ADAL" clId="{FF6B0878-BD4F-4A83-B5A7-0C813E7080E6}" dt="2025-03-23T20:11:36.880" v="5580" actId="47"/>
        <pc:sldMkLst>
          <pc:docMk/>
          <pc:sldMk cId="4059307719" sldId="314"/>
        </pc:sldMkLst>
      </pc:sldChg>
      <pc:sldChg chg="addSp delSp modSp add mod delAnim">
        <pc:chgData name="GABRIELE MORRA" userId="247739ab-9a46-4786-ae06-df1725047e48" providerId="ADAL" clId="{FF6B0878-BD4F-4A83-B5A7-0C813E7080E6}" dt="2025-03-23T20:34:49.960" v="6065" actId="21"/>
        <pc:sldMkLst>
          <pc:docMk/>
          <pc:sldMk cId="1639220996" sldId="315"/>
        </pc:sldMkLst>
      </pc:sldChg>
      <pc:sldChg chg="addSp delSp modSp add mod">
        <pc:chgData name="GABRIELE MORRA" userId="247739ab-9a46-4786-ae06-df1725047e48" providerId="ADAL" clId="{FF6B0878-BD4F-4A83-B5A7-0C813E7080E6}" dt="2025-03-23T20:42:10.541" v="6216" actId="20577"/>
        <pc:sldMkLst>
          <pc:docMk/>
          <pc:sldMk cId="3992123612" sldId="316"/>
        </pc:sldMkLst>
      </pc:sldChg>
      <pc:sldChg chg="addSp delSp modSp add mod modAnim">
        <pc:chgData name="GABRIELE MORRA" userId="247739ab-9a46-4786-ae06-df1725047e48" providerId="ADAL" clId="{FF6B0878-BD4F-4A83-B5A7-0C813E7080E6}" dt="2025-03-23T20:59:28.399" v="6666" actId="1076"/>
        <pc:sldMkLst>
          <pc:docMk/>
          <pc:sldMk cId="1119616900" sldId="317"/>
        </pc:sldMkLst>
      </pc:sldChg>
    </pc:docChg>
  </pc:docChgLst>
  <pc:docChgLst>
    <pc:chgData name="GABRIELE MORRA" userId="247739ab-9a46-4786-ae06-df1725047e48" providerId="ADAL" clId="{9BC3E674-CBB5-41AF-900D-37DC1BEA033E}"/>
    <pc:docChg chg="undo custSel modSld sldOrd">
      <pc:chgData name="GABRIELE MORRA" userId="247739ab-9a46-4786-ae06-df1725047e48" providerId="ADAL" clId="{9BC3E674-CBB5-41AF-900D-37DC1BEA033E}" dt="2025-06-10T16:55:20.928" v="17" actId="20577"/>
      <pc:docMkLst>
        <pc:docMk/>
      </pc:docMkLst>
      <pc:sldChg chg="modSp">
        <pc:chgData name="GABRIELE MORRA" userId="247739ab-9a46-4786-ae06-df1725047e48" providerId="ADAL" clId="{9BC3E674-CBB5-41AF-900D-37DC1BEA033E}" dt="2025-06-10T16:55:20.928" v="17" actId="20577"/>
        <pc:sldMkLst>
          <pc:docMk/>
          <pc:sldMk cId="2106545497" sldId="273"/>
        </pc:sldMkLst>
        <pc:spChg chg="mod">
          <ac:chgData name="GABRIELE MORRA" userId="247739ab-9a46-4786-ae06-df1725047e48" providerId="ADAL" clId="{9BC3E674-CBB5-41AF-900D-37DC1BEA033E}" dt="2025-06-10T16:55:20.928" v="17" actId="20577"/>
          <ac:spMkLst>
            <pc:docMk/>
            <pc:sldMk cId="2106545497" sldId="273"/>
            <ac:spMk id="22" creationId="{A9B62185-FCE8-5EB2-2483-BF276AD8A6A8}"/>
          </ac:spMkLst>
        </pc:spChg>
      </pc:sldChg>
      <pc:sldChg chg="modSp mod ord">
        <pc:chgData name="GABRIELE MORRA" userId="247739ab-9a46-4786-ae06-df1725047e48" providerId="ADAL" clId="{9BC3E674-CBB5-41AF-900D-37DC1BEA033E}" dt="2025-06-04T10:05:34.211" v="2"/>
        <pc:sldMkLst>
          <pc:docMk/>
          <pc:sldMk cId="2437654573" sldId="279"/>
        </pc:sldMkLst>
        <pc:spChg chg="mod">
          <ac:chgData name="GABRIELE MORRA" userId="247739ab-9a46-4786-ae06-df1725047e48" providerId="ADAL" clId="{9BC3E674-CBB5-41AF-900D-37DC1BEA033E}" dt="2025-06-04T10:05:34.211" v="2"/>
          <ac:spMkLst>
            <pc:docMk/>
            <pc:sldMk cId="2437654573" sldId="279"/>
            <ac:spMk id="6" creationId="{C92E8B2B-ABE8-DEC2-9BD3-32385FA97B39}"/>
          </ac:spMkLst>
        </pc:spChg>
      </pc:sldChg>
      <pc:sldChg chg="modAnim">
        <pc:chgData name="GABRIELE MORRA" userId="247739ab-9a46-4786-ae06-df1725047e48" providerId="ADAL" clId="{9BC3E674-CBB5-41AF-900D-37DC1BEA033E}" dt="2025-06-04T10:29:56.860" v="3"/>
        <pc:sldMkLst>
          <pc:docMk/>
          <pc:sldMk cId="3544040662" sldId="281"/>
        </pc:sldMkLst>
      </pc:sldChg>
      <pc:sldChg chg="modSp mod">
        <pc:chgData name="GABRIELE MORRA" userId="247739ab-9a46-4786-ae06-df1725047e48" providerId="ADAL" clId="{9BC3E674-CBB5-41AF-900D-37DC1BEA033E}" dt="2025-06-04T13:15:32.032" v="12" actId="20577"/>
        <pc:sldMkLst>
          <pc:docMk/>
          <pc:sldMk cId="255807736" sldId="283"/>
        </pc:sldMkLst>
        <pc:spChg chg="mod">
          <ac:chgData name="GABRIELE MORRA" userId="247739ab-9a46-4786-ae06-df1725047e48" providerId="ADAL" clId="{9BC3E674-CBB5-41AF-900D-37DC1BEA033E}" dt="2025-06-04T13:15:32.032" v="12" actId="20577"/>
          <ac:spMkLst>
            <pc:docMk/>
            <pc:sldMk cId="255807736" sldId="283"/>
            <ac:spMk id="9" creationId="{F5D653C8-6A6C-C1C9-D424-6CCB97031A6E}"/>
          </ac:spMkLst>
        </pc:spChg>
      </pc:sldChg>
    </pc:docChg>
  </pc:docChgLst>
  <pc:docChgLst>
    <pc:chgData name="GABRIELE MORRA" userId="247739ab-9a46-4786-ae06-df1725047e48" providerId="ADAL" clId="{402E386E-5341-4945-9FD9-8D9AF95A4FF0}"/>
    <pc:docChg chg="undo custSel addSld delSld modSld sldOrd">
      <pc:chgData name="GABRIELE MORRA" userId="247739ab-9a46-4786-ae06-df1725047e48" providerId="ADAL" clId="{402E386E-5341-4945-9FD9-8D9AF95A4FF0}" dt="2025-03-25T22:28:15.401" v="2919" actId="20577"/>
      <pc:docMkLst>
        <pc:docMk/>
      </pc:docMkLst>
      <pc:sldChg chg="modSp mod">
        <pc:chgData name="GABRIELE MORRA" userId="247739ab-9a46-4786-ae06-df1725047e48" providerId="ADAL" clId="{402E386E-5341-4945-9FD9-8D9AF95A4FF0}" dt="2025-03-25T22:28:15.401" v="2919" actId="20577"/>
        <pc:sldMkLst>
          <pc:docMk/>
          <pc:sldMk cId="646703868" sldId="256"/>
        </pc:sldMkLst>
        <pc:spChg chg="mod">
          <ac:chgData name="GABRIELE MORRA" userId="247739ab-9a46-4786-ae06-df1725047e48" providerId="ADAL" clId="{402E386E-5341-4945-9FD9-8D9AF95A4FF0}" dt="2025-03-25T22:28:15.401" v="2919" actId="20577"/>
          <ac:spMkLst>
            <pc:docMk/>
            <pc:sldMk cId="646703868" sldId="256"/>
            <ac:spMk id="12" creationId="{B0026313-E14F-1CA4-25A7-055ED2064021}"/>
          </ac:spMkLst>
        </pc:spChg>
      </pc:sldChg>
      <pc:sldChg chg="delSp modSp mod">
        <pc:chgData name="GABRIELE MORRA" userId="247739ab-9a46-4786-ae06-df1725047e48" providerId="ADAL" clId="{402E386E-5341-4945-9FD9-8D9AF95A4FF0}" dt="2025-03-24T22:31:54.654" v="1491" actId="207"/>
        <pc:sldMkLst>
          <pc:docMk/>
          <pc:sldMk cId="2916294879" sldId="270"/>
        </pc:sldMkLst>
        <pc:spChg chg="mod">
          <ac:chgData name="GABRIELE MORRA" userId="247739ab-9a46-4786-ae06-df1725047e48" providerId="ADAL" clId="{402E386E-5341-4945-9FD9-8D9AF95A4FF0}" dt="2025-03-24T21:41:02.830" v="109" actId="20577"/>
          <ac:spMkLst>
            <pc:docMk/>
            <pc:sldMk cId="2916294879" sldId="270"/>
            <ac:spMk id="6" creationId="{8495B6C3-1F7A-7299-D7B8-F42087CCE23B}"/>
          </ac:spMkLst>
        </pc:spChg>
        <pc:spChg chg="mod">
          <ac:chgData name="GABRIELE MORRA" userId="247739ab-9a46-4786-ae06-df1725047e48" providerId="ADAL" clId="{402E386E-5341-4945-9FD9-8D9AF95A4FF0}" dt="2025-03-24T22:31:54.654" v="1491" actId="207"/>
          <ac:spMkLst>
            <pc:docMk/>
            <pc:sldMk cId="2916294879" sldId="270"/>
            <ac:spMk id="9" creationId="{2EF47674-7B46-DEBA-91F6-DE39B62D6698}"/>
          </ac:spMkLst>
        </pc:spChg>
      </pc:sldChg>
      <pc:sldChg chg="addSp delSp modSp add mod modAnim">
        <pc:chgData name="GABRIELE MORRA" userId="247739ab-9a46-4786-ae06-df1725047e48" providerId="ADAL" clId="{402E386E-5341-4945-9FD9-8D9AF95A4FF0}" dt="2025-03-24T22:35:15.920" v="1541"/>
        <pc:sldMkLst>
          <pc:docMk/>
          <pc:sldMk cId="3478665598" sldId="271"/>
        </pc:sldMkLst>
        <pc:spChg chg="mod">
          <ac:chgData name="GABRIELE MORRA" userId="247739ab-9a46-4786-ae06-df1725047e48" providerId="ADAL" clId="{402E386E-5341-4945-9FD9-8D9AF95A4FF0}" dt="2025-03-24T22:33:51.753" v="1503" actId="1076"/>
          <ac:spMkLst>
            <pc:docMk/>
            <pc:sldMk cId="3478665598" sldId="271"/>
            <ac:spMk id="9" creationId="{4199C190-BCCD-0247-97B4-398EBCA866B8}"/>
          </ac:spMkLst>
        </pc:spChg>
        <pc:spChg chg="add mod">
          <ac:chgData name="GABRIELE MORRA" userId="247739ab-9a46-4786-ae06-df1725047e48" providerId="ADAL" clId="{402E386E-5341-4945-9FD9-8D9AF95A4FF0}" dt="2025-03-24T22:34:47.401" v="1529" actId="14100"/>
          <ac:spMkLst>
            <pc:docMk/>
            <pc:sldMk cId="3478665598" sldId="271"/>
            <ac:spMk id="11" creationId="{626688C4-7250-0CC7-6CA8-8CA5EC1D934F}"/>
          </ac:spMkLst>
        </pc:spChg>
        <pc:spChg chg="add mod">
          <ac:chgData name="GABRIELE MORRA" userId="247739ab-9a46-4786-ae06-df1725047e48" providerId="ADAL" clId="{402E386E-5341-4945-9FD9-8D9AF95A4FF0}" dt="2025-03-24T22:34:56.902" v="1535" actId="1076"/>
          <ac:spMkLst>
            <pc:docMk/>
            <pc:sldMk cId="3478665598" sldId="271"/>
            <ac:spMk id="12" creationId="{0146C762-BA15-0A1D-0608-99EDC3E365B6}"/>
          </ac:spMkLst>
        </pc:spChg>
        <pc:picChg chg="add mod">
          <ac:chgData name="GABRIELE MORRA" userId="247739ab-9a46-4786-ae06-df1725047e48" providerId="ADAL" clId="{402E386E-5341-4945-9FD9-8D9AF95A4FF0}" dt="2025-03-24T22:34:02.893" v="1508" actId="14100"/>
          <ac:picMkLst>
            <pc:docMk/>
            <pc:sldMk cId="3478665598" sldId="271"/>
            <ac:picMk id="8" creationId="{715B214F-3444-C7C0-0A12-718BEA232C49}"/>
          </ac:picMkLst>
        </pc:picChg>
      </pc:sldChg>
      <pc:sldChg chg="modSp add mod">
        <pc:chgData name="GABRIELE MORRA" userId="247739ab-9a46-4786-ae06-df1725047e48" providerId="ADAL" clId="{402E386E-5341-4945-9FD9-8D9AF95A4FF0}" dt="2025-03-25T20:04:14.765" v="1872" actId="113"/>
        <pc:sldMkLst>
          <pc:docMk/>
          <pc:sldMk cId="321550938" sldId="272"/>
        </pc:sldMkLst>
        <pc:spChg chg="mod">
          <ac:chgData name="GABRIELE MORRA" userId="247739ab-9a46-4786-ae06-df1725047e48" providerId="ADAL" clId="{402E386E-5341-4945-9FD9-8D9AF95A4FF0}" dt="2025-03-24T21:55:24.814" v="371" actId="20577"/>
          <ac:spMkLst>
            <pc:docMk/>
            <pc:sldMk cId="321550938" sldId="272"/>
            <ac:spMk id="6" creationId="{4AC92866-93A1-C3EB-210C-AC307E4A70EB}"/>
          </ac:spMkLst>
        </pc:spChg>
        <pc:spChg chg="mod">
          <ac:chgData name="GABRIELE MORRA" userId="247739ab-9a46-4786-ae06-df1725047e48" providerId="ADAL" clId="{402E386E-5341-4945-9FD9-8D9AF95A4FF0}" dt="2025-03-25T20:04:14.765" v="1872" actId="113"/>
          <ac:spMkLst>
            <pc:docMk/>
            <pc:sldMk cId="321550938" sldId="272"/>
            <ac:spMk id="9" creationId="{BE87458B-D508-7E17-AA4F-D7D8EDFA29BB}"/>
          </ac:spMkLst>
        </pc:spChg>
      </pc:sldChg>
      <pc:sldChg chg="del">
        <pc:chgData name="GABRIELE MORRA" userId="247739ab-9a46-4786-ae06-df1725047e48" providerId="ADAL" clId="{402E386E-5341-4945-9FD9-8D9AF95A4FF0}" dt="2025-03-24T21:37:51.379" v="18" actId="47"/>
        <pc:sldMkLst>
          <pc:docMk/>
          <pc:sldMk cId="607850294" sldId="272"/>
        </pc:sldMkLst>
      </pc:sldChg>
      <pc:sldChg chg="addSp delSp modSp add mod">
        <pc:chgData name="GABRIELE MORRA" userId="247739ab-9a46-4786-ae06-df1725047e48" providerId="ADAL" clId="{402E386E-5341-4945-9FD9-8D9AF95A4FF0}" dt="2025-03-24T22:08:07.780" v="751" actId="1076"/>
        <pc:sldMkLst>
          <pc:docMk/>
          <pc:sldMk cId="2106545497" sldId="273"/>
        </pc:sldMkLst>
        <pc:spChg chg="add mod">
          <ac:chgData name="GABRIELE MORRA" userId="247739ab-9a46-4786-ae06-df1725047e48" providerId="ADAL" clId="{402E386E-5341-4945-9FD9-8D9AF95A4FF0}" dt="2025-03-24T22:05:58.175" v="690" actId="164"/>
          <ac:spMkLst>
            <pc:docMk/>
            <pc:sldMk cId="2106545497" sldId="273"/>
            <ac:spMk id="3" creationId="{768BD836-19B5-435E-0354-2652DD32D73D}"/>
          </ac:spMkLst>
        </pc:spChg>
        <pc:spChg chg="mod">
          <ac:chgData name="GABRIELE MORRA" userId="247739ab-9a46-4786-ae06-df1725047e48" providerId="ADAL" clId="{402E386E-5341-4945-9FD9-8D9AF95A4FF0}" dt="2025-03-24T22:05:49.856" v="689" actId="113"/>
          <ac:spMkLst>
            <pc:docMk/>
            <pc:sldMk cId="2106545497" sldId="273"/>
            <ac:spMk id="9" creationId="{7F799E41-E958-573C-D024-E7F643897626}"/>
          </ac:spMkLst>
        </pc:spChg>
        <pc:spChg chg="add mod">
          <ac:chgData name="GABRIELE MORRA" userId="247739ab-9a46-4786-ae06-df1725047e48" providerId="ADAL" clId="{402E386E-5341-4945-9FD9-8D9AF95A4FF0}" dt="2025-03-24T22:05:58.175" v="690" actId="164"/>
          <ac:spMkLst>
            <pc:docMk/>
            <pc:sldMk cId="2106545497" sldId="273"/>
            <ac:spMk id="10" creationId="{058B4B09-21BD-622D-1727-CA72A8D386D6}"/>
          </ac:spMkLst>
        </pc:spChg>
        <pc:spChg chg="add mod">
          <ac:chgData name="GABRIELE MORRA" userId="247739ab-9a46-4786-ae06-df1725047e48" providerId="ADAL" clId="{402E386E-5341-4945-9FD9-8D9AF95A4FF0}" dt="2025-03-24T22:05:58.175" v="690" actId="164"/>
          <ac:spMkLst>
            <pc:docMk/>
            <pc:sldMk cId="2106545497" sldId="273"/>
            <ac:spMk id="11" creationId="{5DA9C1DE-C270-9ABD-EC4F-BDE19F0D9DF0}"/>
          </ac:spMkLst>
        </pc:spChg>
        <pc:spChg chg="add mod">
          <ac:chgData name="GABRIELE MORRA" userId="247739ab-9a46-4786-ae06-df1725047e48" providerId="ADAL" clId="{402E386E-5341-4945-9FD9-8D9AF95A4FF0}" dt="2025-03-24T22:05:58.175" v="690" actId="164"/>
          <ac:spMkLst>
            <pc:docMk/>
            <pc:sldMk cId="2106545497" sldId="273"/>
            <ac:spMk id="14" creationId="{D637E3A9-17B5-7A8B-34E2-7A738D65E643}"/>
          </ac:spMkLst>
        </pc:spChg>
        <pc:spChg chg="add mod">
          <ac:chgData name="GABRIELE MORRA" userId="247739ab-9a46-4786-ae06-df1725047e48" providerId="ADAL" clId="{402E386E-5341-4945-9FD9-8D9AF95A4FF0}" dt="2025-03-24T22:05:58.175" v="690" actId="164"/>
          <ac:spMkLst>
            <pc:docMk/>
            <pc:sldMk cId="2106545497" sldId="273"/>
            <ac:spMk id="17" creationId="{A1C8BE36-3DAD-C920-0D38-AD74AE635E91}"/>
          </ac:spMkLst>
        </pc:spChg>
        <pc:spChg chg="add mod">
          <ac:chgData name="GABRIELE MORRA" userId="247739ab-9a46-4786-ae06-df1725047e48" providerId="ADAL" clId="{402E386E-5341-4945-9FD9-8D9AF95A4FF0}" dt="2025-03-24T22:05:58.175" v="690" actId="164"/>
          <ac:spMkLst>
            <pc:docMk/>
            <pc:sldMk cId="2106545497" sldId="273"/>
            <ac:spMk id="19" creationId="{5DFB4B17-3A02-34A6-3E44-2098B3DB6FCD}"/>
          </ac:spMkLst>
        </pc:spChg>
        <pc:spChg chg="add mod">
          <ac:chgData name="GABRIELE MORRA" userId="247739ab-9a46-4786-ae06-df1725047e48" providerId="ADAL" clId="{402E386E-5341-4945-9FD9-8D9AF95A4FF0}" dt="2025-03-24T22:08:07.780" v="751" actId="1076"/>
          <ac:spMkLst>
            <pc:docMk/>
            <pc:sldMk cId="2106545497" sldId="273"/>
            <ac:spMk id="22" creationId="{A9B62185-FCE8-5EB2-2483-BF276AD8A6A8}"/>
          </ac:spMkLst>
        </pc:spChg>
        <pc:grpChg chg="add mod">
          <ac:chgData name="GABRIELE MORRA" userId="247739ab-9a46-4786-ae06-df1725047e48" providerId="ADAL" clId="{402E386E-5341-4945-9FD9-8D9AF95A4FF0}" dt="2025-03-24T22:06:00.918" v="691" actId="1076"/>
          <ac:grpSpMkLst>
            <pc:docMk/>
            <pc:sldMk cId="2106545497" sldId="273"/>
            <ac:grpSpMk id="20" creationId="{36CB2B74-B9E5-9A26-B449-7EC9C9C06FC0}"/>
          </ac:grpSpMkLst>
        </pc:grpChg>
        <pc:cxnChg chg="add mod">
          <ac:chgData name="GABRIELE MORRA" userId="247739ab-9a46-4786-ae06-df1725047e48" providerId="ADAL" clId="{402E386E-5341-4945-9FD9-8D9AF95A4FF0}" dt="2025-03-24T22:05:58.175" v="690" actId="164"/>
          <ac:cxnSpMkLst>
            <pc:docMk/>
            <pc:sldMk cId="2106545497" sldId="273"/>
            <ac:cxnSpMk id="7" creationId="{B7325809-277A-CFA1-53F3-9F8E12552098}"/>
          </ac:cxnSpMkLst>
        </pc:cxnChg>
        <pc:cxnChg chg="add mod">
          <ac:chgData name="GABRIELE MORRA" userId="247739ab-9a46-4786-ae06-df1725047e48" providerId="ADAL" clId="{402E386E-5341-4945-9FD9-8D9AF95A4FF0}" dt="2025-03-24T22:05:58.175" v="690" actId="164"/>
          <ac:cxnSpMkLst>
            <pc:docMk/>
            <pc:sldMk cId="2106545497" sldId="273"/>
            <ac:cxnSpMk id="8" creationId="{3E689887-6246-960D-0B0C-E16AEC8740FE}"/>
          </ac:cxnSpMkLst>
        </pc:cxnChg>
      </pc:sldChg>
      <pc:sldChg chg="del">
        <pc:chgData name="GABRIELE MORRA" userId="247739ab-9a46-4786-ae06-df1725047e48" providerId="ADAL" clId="{402E386E-5341-4945-9FD9-8D9AF95A4FF0}" dt="2025-03-24T21:37:48.916" v="7" actId="47"/>
        <pc:sldMkLst>
          <pc:docMk/>
          <pc:sldMk cId="2247442344" sldId="273"/>
        </pc:sldMkLst>
      </pc:sldChg>
      <pc:sldChg chg="del">
        <pc:chgData name="GABRIELE MORRA" userId="247739ab-9a46-4786-ae06-df1725047e48" providerId="ADAL" clId="{402E386E-5341-4945-9FD9-8D9AF95A4FF0}" dt="2025-03-24T21:37:49.252" v="8" actId="47"/>
        <pc:sldMkLst>
          <pc:docMk/>
          <pc:sldMk cId="2588678064" sldId="274"/>
        </pc:sldMkLst>
      </pc:sldChg>
      <pc:sldChg chg="addSp modSp add mod modAnim">
        <pc:chgData name="GABRIELE MORRA" userId="247739ab-9a46-4786-ae06-df1725047e48" providerId="ADAL" clId="{402E386E-5341-4945-9FD9-8D9AF95A4FF0}" dt="2025-03-25T20:04:23.852" v="1873" actId="207"/>
        <pc:sldMkLst>
          <pc:docMk/>
          <pc:sldMk cId="3580375991" sldId="274"/>
        </pc:sldMkLst>
        <pc:spChg chg="add mod">
          <ac:chgData name="GABRIELE MORRA" userId="247739ab-9a46-4786-ae06-df1725047e48" providerId="ADAL" clId="{402E386E-5341-4945-9FD9-8D9AF95A4FF0}" dt="2025-03-24T22:13:16.537" v="1055" actId="1076"/>
          <ac:spMkLst>
            <pc:docMk/>
            <pc:sldMk cId="3580375991" sldId="274"/>
            <ac:spMk id="7" creationId="{9B14DA40-08C3-86E5-8A54-601060F8D87D}"/>
          </ac:spMkLst>
        </pc:spChg>
        <pc:spChg chg="mod">
          <ac:chgData name="GABRIELE MORRA" userId="247739ab-9a46-4786-ae06-df1725047e48" providerId="ADAL" clId="{402E386E-5341-4945-9FD9-8D9AF95A4FF0}" dt="2025-03-25T20:04:23.852" v="1873" actId="207"/>
          <ac:spMkLst>
            <pc:docMk/>
            <pc:sldMk cId="3580375991" sldId="274"/>
            <ac:spMk id="9" creationId="{5B7BBF6B-25F8-AB02-1076-5FE0C49A62C0}"/>
          </ac:spMkLst>
        </pc:spChg>
        <pc:spChg chg="add mod">
          <ac:chgData name="GABRIELE MORRA" userId="247739ab-9a46-4786-ae06-df1725047e48" providerId="ADAL" clId="{402E386E-5341-4945-9FD9-8D9AF95A4FF0}" dt="2025-03-24T22:14:39.351" v="1088" actId="1076"/>
          <ac:spMkLst>
            <pc:docMk/>
            <pc:sldMk cId="3580375991" sldId="274"/>
            <ac:spMk id="11" creationId="{377A3DD7-A999-5561-F51E-B04A45A52029}"/>
          </ac:spMkLst>
        </pc:spChg>
        <pc:spChg chg="add mod">
          <ac:chgData name="GABRIELE MORRA" userId="247739ab-9a46-4786-ae06-df1725047e48" providerId="ADAL" clId="{402E386E-5341-4945-9FD9-8D9AF95A4FF0}" dt="2025-03-24T22:16:02.630" v="1128" actId="1076"/>
          <ac:spMkLst>
            <pc:docMk/>
            <pc:sldMk cId="3580375991" sldId="274"/>
            <ac:spMk id="12" creationId="{1E89DD46-387F-534C-469D-83ED31477FC7}"/>
          </ac:spMkLst>
        </pc:spChg>
        <pc:picChg chg="add mod">
          <ac:chgData name="GABRIELE MORRA" userId="247739ab-9a46-4786-ae06-df1725047e48" providerId="ADAL" clId="{402E386E-5341-4945-9FD9-8D9AF95A4FF0}" dt="2025-03-24T22:11:04.794" v="1010" actId="1076"/>
          <ac:picMkLst>
            <pc:docMk/>
            <pc:sldMk cId="3580375991" sldId="274"/>
            <ac:picMk id="5" creationId="{A5D60539-6E73-BE02-E08F-3EDD62428D66}"/>
          </ac:picMkLst>
        </pc:picChg>
        <pc:picChg chg="add mod">
          <ac:chgData name="GABRIELE MORRA" userId="247739ab-9a46-4786-ae06-df1725047e48" providerId="ADAL" clId="{402E386E-5341-4945-9FD9-8D9AF95A4FF0}" dt="2025-03-24T22:13:13.141" v="1054" actId="1076"/>
          <ac:picMkLst>
            <pc:docMk/>
            <pc:sldMk cId="3580375991" sldId="274"/>
            <ac:picMk id="10" creationId="{9A203C9A-C023-0361-1D8D-B860EB98A096}"/>
          </ac:picMkLst>
        </pc:picChg>
      </pc:sldChg>
      <pc:sldChg chg="new del">
        <pc:chgData name="GABRIELE MORRA" userId="247739ab-9a46-4786-ae06-df1725047e48" providerId="ADAL" clId="{402E386E-5341-4945-9FD9-8D9AF95A4FF0}" dt="2025-03-24T22:16:49.166" v="1130" actId="47"/>
        <pc:sldMkLst>
          <pc:docMk/>
          <pc:sldMk cId="128448769" sldId="275"/>
        </pc:sldMkLst>
      </pc:sldChg>
      <pc:sldChg chg="del">
        <pc:chgData name="GABRIELE MORRA" userId="247739ab-9a46-4786-ae06-df1725047e48" providerId="ADAL" clId="{402E386E-5341-4945-9FD9-8D9AF95A4FF0}" dt="2025-03-24T21:37:50.095" v="11" actId="47"/>
        <pc:sldMkLst>
          <pc:docMk/>
          <pc:sldMk cId="1502462595" sldId="275"/>
        </pc:sldMkLst>
      </pc:sldChg>
      <pc:sldChg chg="addSp delSp modSp add mod delAnim">
        <pc:chgData name="GABRIELE MORRA" userId="247739ab-9a46-4786-ae06-df1725047e48" providerId="ADAL" clId="{402E386E-5341-4945-9FD9-8D9AF95A4FF0}" dt="2025-03-25T20:04:29.428" v="1874" actId="207"/>
        <pc:sldMkLst>
          <pc:docMk/>
          <pc:sldMk cId="3300918511" sldId="275"/>
        </pc:sldMkLst>
        <pc:spChg chg="mod">
          <ac:chgData name="GABRIELE MORRA" userId="247739ab-9a46-4786-ae06-df1725047e48" providerId="ADAL" clId="{402E386E-5341-4945-9FD9-8D9AF95A4FF0}" dt="2025-03-25T20:04:29.428" v="1874" actId="207"/>
          <ac:spMkLst>
            <pc:docMk/>
            <pc:sldMk cId="3300918511" sldId="275"/>
            <ac:spMk id="9" creationId="{5D91C4C6-B647-27D9-6DE5-030304450D5F}"/>
          </ac:spMkLst>
        </pc:spChg>
        <pc:spChg chg="add mod">
          <ac:chgData name="GABRIELE MORRA" userId="247739ab-9a46-4786-ae06-df1725047e48" providerId="ADAL" clId="{402E386E-5341-4945-9FD9-8D9AF95A4FF0}" dt="2025-03-24T22:20:15.136" v="1242" actId="20577"/>
          <ac:spMkLst>
            <pc:docMk/>
            <pc:sldMk cId="3300918511" sldId="275"/>
            <ac:spMk id="15" creationId="{7465F6B1-C3D8-A0DE-F572-58927DD216CF}"/>
          </ac:spMkLst>
        </pc:spChg>
        <pc:picChg chg="add mod">
          <ac:chgData name="GABRIELE MORRA" userId="247739ab-9a46-4786-ae06-df1725047e48" providerId="ADAL" clId="{402E386E-5341-4945-9FD9-8D9AF95A4FF0}" dt="2025-03-24T22:17:47.317" v="1177" actId="14100"/>
          <ac:picMkLst>
            <pc:docMk/>
            <pc:sldMk cId="3300918511" sldId="275"/>
            <ac:picMk id="8" creationId="{B1304E30-EE93-F3E0-44A8-258343437EC7}"/>
          </ac:picMkLst>
        </pc:picChg>
      </pc:sldChg>
      <pc:sldChg chg="del">
        <pc:chgData name="GABRIELE MORRA" userId="247739ab-9a46-4786-ae06-df1725047e48" providerId="ADAL" clId="{402E386E-5341-4945-9FD9-8D9AF95A4FF0}" dt="2025-03-24T21:37:49.645" v="9" actId="47"/>
        <pc:sldMkLst>
          <pc:docMk/>
          <pc:sldMk cId="1367308230" sldId="276"/>
        </pc:sldMkLst>
      </pc:sldChg>
      <pc:sldChg chg="addSp delSp modSp add mod">
        <pc:chgData name="GABRIELE MORRA" userId="247739ab-9a46-4786-ae06-df1725047e48" providerId="ADAL" clId="{402E386E-5341-4945-9FD9-8D9AF95A4FF0}" dt="2025-03-24T22:24:44.230" v="1339" actId="1076"/>
        <pc:sldMkLst>
          <pc:docMk/>
          <pc:sldMk cId="2190524775" sldId="276"/>
        </pc:sldMkLst>
        <pc:spChg chg="add mod">
          <ac:chgData name="GABRIELE MORRA" userId="247739ab-9a46-4786-ae06-df1725047e48" providerId="ADAL" clId="{402E386E-5341-4945-9FD9-8D9AF95A4FF0}" dt="2025-03-24T22:24:15.995" v="1331" actId="113"/>
          <ac:spMkLst>
            <pc:docMk/>
            <pc:sldMk cId="2190524775" sldId="276"/>
            <ac:spMk id="5" creationId="{62E99033-EC8A-7708-B813-0723C1536356}"/>
          </ac:spMkLst>
        </pc:spChg>
        <pc:spChg chg="mod">
          <ac:chgData name="GABRIELE MORRA" userId="247739ab-9a46-4786-ae06-df1725047e48" providerId="ADAL" clId="{402E386E-5341-4945-9FD9-8D9AF95A4FF0}" dt="2025-03-24T22:21:04.630" v="1262" actId="207"/>
          <ac:spMkLst>
            <pc:docMk/>
            <pc:sldMk cId="2190524775" sldId="276"/>
            <ac:spMk id="9" creationId="{41F17CC5-95F9-44D9-B3B3-081193598738}"/>
          </ac:spMkLst>
        </pc:spChg>
        <pc:spChg chg="add mod">
          <ac:chgData name="GABRIELE MORRA" userId="247739ab-9a46-4786-ae06-df1725047e48" providerId="ADAL" clId="{402E386E-5341-4945-9FD9-8D9AF95A4FF0}" dt="2025-03-24T22:23:21.947" v="1312" actId="208"/>
          <ac:spMkLst>
            <pc:docMk/>
            <pc:sldMk cId="2190524775" sldId="276"/>
            <ac:spMk id="10" creationId="{995E34CB-D26B-317F-015A-FC2B78D32856}"/>
          </ac:spMkLst>
        </pc:spChg>
        <pc:spChg chg="add mod">
          <ac:chgData name="GABRIELE MORRA" userId="247739ab-9a46-4786-ae06-df1725047e48" providerId="ADAL" clId="{402E386E-5341-4945-9FD9-8D9AF95A4FF0}" dt="2025-03-24T22:24:04.006" v="1328" actId="1076"/>
          <ac:spMkLst>
            <pc:docMk/>
            <pc:sldMk cId="2190524775" sldId="276"/>
            <ac:spMk id="21" creationId="{0E22535C-EC85-A3F7-FEDD-F52CF60EEE4C}"/>
          </ac:spMkLst>
        </pc:spChg>
        <pc:spChg chg="add mod">
          <ac:chgData name="GABRIELE MORRA" userId="247739ab-9a46-4786-ae06-df1725047e48" providerId="ADAL" clId="{402E386E-5341-4945-9FD9-8D9AF95A4FF0}" dt="2025-03-24T22:24:22.185" v="1334" actId="1076"/>
          <ac:spMkLst>
            <pc:docMk/>
            <pc:sldMk cId="2190524775" sldId="276"/>
            <ac:spMk id="23" creationId="{DD3A6078-5FB0-0A25-3738-535DA24D75E0}"/>
          </ac:spMkLst>
        </pc:spChg>
        <pc:spChg chg="add mod">
          <ac:chgData name="GABRIELE MORRA" userId="247739ab-9a46-4786-ae06-df1725047e48" providerId="ADAL" clId="{402E386E-5341-4945-9FD9-8D9AF95A4FF0}" dt="2025-03-24T22:24:44.230" v="1339" actId="1076"/>
          <ac:spMkLst>
            <pc:docMk/>
            <pc:sldMk cId="2190524775" sldId="276"/>
            <ac:spMk id="27" creationId="{71B9C62E-1A9B-306C-D6E1-342AF84F9AB7}"/>
          </ac:spMkLst>
        </pc:spChg>
        <pc:cxnChg chg="add mod">
          <ac:chgData name="GABRIELE MORRA" userId="247739ab-9a46-4786-ae06-df1725047e48" providerId="ADAL" clId="{402E386E-5341-4945-9FD9-8D9AF95A4FF0}" dt="2025-03-24T22:23:33.798" v="1315" actId="1582"/>
          <ac:cxnSpMkLst>
            <pc:docMk/>
            <pc:sldMk cId="2190524775" sldId="276"/>
            <ac:cxnSpMk id="12" creationId="{79749075-771A-7B9C-7E51-CBD7BC57A21B}"/>
          </ac:cxnSpMkLst>
        </pc:cxnChg>
        <pc:cxnChg chg="add mod">
          <ac:chgData name="GABRIELE MORRA" userId="247739ab-9a46-4786-ae06-df1725047e48" providerId="ADAL" clId="{402E386E-5341-4945-9FD9-8D9AF95A4FF0}" dt="2025-03-24T22:23:36.966" v="1317" actId="1076"/>
          <ac:cxnSpMkLst>
            <pc:docMk/>
            <pc:sldMk cId="2190524775" sldId="276"/>
            <ac:cxnSpMk id="14" creationId="{5B8EF30F-6124-C409-1513-E3D209750ED4}"/>
          </ac:cxnSpMkLst>
        </pc:cxnChg>
        <pc:cxnChg chg="add mod">
          <ac:chgData name="GABRIELE MORRA" userId="247739ab-9a46-4786-ae06-df1725047e48" providerId="ADAL" clId="{402E386E-5341-4945-9FD9-8D9AF95A4FF0}" dt="2025-03-24T22:23:40.109" v="1319" actId="1076"/>
          <ac:cxnSpMkLst>
            <pc:docMk/>
            <pc:sldMk cId="2190524775" sldId="276"/>
            <ac:cxnSpMk id="16" creationId="{7CFA02CD-783B-C7EC-8163-FFCBB2D12504}"/>
          </ac:cxnSpMkLst>
        </pc:cxnChg>
        <pc:cxnChg chg="add mod">
          <ac:chgData name="GABRIELE MORRA" userId="247739ab-9a46-4786-ae06-df1725047e48" providerId="ADAL" clId="{402E386E-5341-4945-9FD9-8D9AF95A4FF0}" dt="2025-03-24T22:23:43.037" v="1321" actId="1076"/>
          <ac:cxnSpMkLst>
            <pc:docMk/>
            <pc:sldMk cId="2190524775" sldId="276"/>
            <ac:cxnSpMk id="17" creationId="{9329020B-166C-337A-68E1-81D0332E1DF7}"/>
          </ac:cxnSpMkLst>
        </pc:cxnChg>
        <pc:cxnChg chg="add mod">
          <ac:chgData name="GABRIELE MORRA" userId="247739ab-9a46-4786-ae06-df1725047e48" providerId="ADAL" clId="{402E386E-5341-4945-9FD9-8D9AF95A4FF0}" dt="2025-03-24T22:23:48.545" v="1323" actId="1076"/>
          <ac:cxnSpMkLst>
            <pc:docMk/>
            <pc:sldMk cId="2190524775" sldId="276"/>
            <ac:cxnSpMk id="18" creationId="{36E60A97-1847-7A71-CA69-A2AA0E094148}"/>
          </ac:cxnSpMkLst>
        </pc:cxnChg>
        <pc:cxnChg chg="add mod">
          <ac:chgData name="GABRIELE MORRA" userId="247739ab-9a46-4786-ae06-df1725047e48" providerId="ADAL" clId="{402E386E-5341-4945-9FD9-8D9AF95A4FF0}" dt="2025-03-24T22:23:51.940" v="1325" actId="1076"/>
          <ac:cxnSpMkLst>
            <pc:docMk/>
            <pc:sldMk cId="2190524775" sldId="276"/>
            <ac:cxnSpMk id="19" creationId="{B59866AC-D554-D0C7-99E5-85E84CC316A2}"/>
          </ac:cxnSpMkLst>
        </pc:cxnChg>
        <pc:cxnChg chg="add mod">
          <ac:chgData name="GABRIELE MORRA" userId="247739ab-9a46-4786-ae06-df1725047e48" providerId="ADAL" clId="{402E386E-5341-4945-9FD9-8D9AF95A4FF0}" dt="2025-03-24T22:24:35.605" v="1336" actId="208"/>
          <ac:cxnSpMkLst>
            <pc:docMk/>
            <pc:sldMk cId="2190524775" sldId="276"/>
            <ac:cxnSpMk id="25" creationId="{7C2CBC18-D336-D1B0-370E-B28CCD368ABE}"/>
          </ac:cxnSpMkLst>
        </pc:cxnChg>
      </pc:sldChg>
      <pc:sldChg chg="del">
        <pc:chgData name="GABRIELE MORRA" userId="247739ab-9a46-4786-ae06-df1725047e48" providerId="ADAL" clId="{402E386E-5341-4945-9FD9-8D9AF95A4FF0}" dt="2025-03-24T21:37:49.975" v="10" actId="47"/>
        <pc:sldMkLst>
          <pc:docMk/>
          <pc:sldMk cId="2989224937" sldId="277"/>
        </pc:sldMkLst>
      </pc:sldChg>
      <pc:sldChg chg="addSp delSp modSp add mod">
        <pc:chgData name="GABRIELE MORRA" userId="247739ab-9a46-4786-ae06-df1725047e48" providerId="ADAL" clId="{402E386E-5341-4945-9FD9-8D9AF95A4FF0}" dt="2025-03-24T22:29:06.634" v="1445" actId="20577"/>
        <pc:sldMkLst>
          <pc:docMk/>
          <pc:sldMk cId="3505083088" sldId="277"/>
        </pc:sldMkLst>
        <pc:spChg chg="mod">
          <ac:chgData name="GABRIELE MORRA" userId="247739ab-9a46-4786-ae06-df1725047e48" providerId="ADAL" clId="{402E386E-5341-4945-9FD9-8D9AF95A4FF0}" dt="2025-03-24T22:29:06.634" v="1445" actId="20577"/>
          <ac:spMkLst>
            <pc:docMk/>
            <pc:sldMk cId="3505083088" sldId="277"/>
            <ac:spMk id="5" creationId="{07F80D09-B954-2751-8D97-D49127F1B918}"/>
          </ac:spMkLst>
        </pc:spChg>
        <pc:spChg chg="mod">
          <ac:chgData name="GABRIELE MORRA" userId="247739ab-9a46-4786-ae06-df1725047e48" providerId="ADAL" clId="{402E386E-5341-4945-9FD9-8D9AF95A4FF0}" dt="2025-03-24T22:25:39.745" v="1341" actId="20577"/>
          <ac:spMkLst>
            <pc:docMk/>
            <pc:sldMk cId="3505083088" sldId="277"/>
            <ac:spMk id="9" creationId="{D650B574-08E4-46F7-2218-148AD20CC5C3}"/>
          </ac:spMkLst>
        </pc:spChg>
        <pc:picChg chg="add mod">
          <ac:chgData name="GABRIELE MORRA" userId="247739ab-9a46-4786-ae06-df1725047e48" providerId="ADAL" clId="{402E386E-5341-4945-9FD9-8D9AF95A4FF0}" dt="2025-03-24T22:28:22.111" v="1424" actId="1076"/>
          <ac:picMkLst>
            <pc:docMk/>
            <pc:sldMk cId="3505083088" sldId="277"/>
            <ac:picMk id="7" creationId="{9BDE75B5-50F5-09CE-19B5-C0D066533CCE}"/>
          </ac:picMkLst>
        </pc:picChg>
      </pc:sldChg>
      <pc:sldChg chg="addSp delSp modSp add mod delAnim modAnim">
        <pc:chgData name="GABRIELE MORRA" userId="247739ab-9a46-4786-ae06-df1725047e48" providerId="ADAL" clId="{402E386E-5341-4945-9FD9-8D9AF95A4FF0}" dt="2025-03-25T19:59:01.275" v="1821" actId="1076"/>
        <pc:sldMkLst>
          <pc:docMk/>
          <pc:sldMk cId="28501469" sldId="278"/>
        </pc:sldMkLst>
        <pc:spChg chg="mod">
          <ac:chgData name="GABRIELE MORRA" userId="247739ab-9a46-4786-ae06-df1725047e48" providerId="ADAL" clId="{402E386E-5341-4945-9FD9-8D9AF95A4FF0}" dt="2025-03-24T22:37:02.685" v="1559" actId="20577"/>
          <ac:spMkLst>
            <pc:docMk/>
            <pc:sldMk cId="28501469" sldId="278"/>
            <ac:spMk id="6" creationId="{9882BF00-5FEC-3E56-457E-B5AE8C25D104}"/>
          </ac:spMkLst>
        </pc:spChg>
        <pc:spChg chg="add mod">
          <ac:chgData name="GABRIELE MORRA" userId="247739ab-9a46-4786-ae06-df1725047e48" providerId="ADAL" clId="{402E386E-5341-4945-9FD9-8D9AF95A4FF0}" dt="2025-03-25T19:51:21.945" v="1604" actId="1076"/>
          <ac:spMkLst>
            <pc:docMk/>
            <pc:sldMk cId="28501469" sldId="278"/>
            <ac:spMk id="8" creationId="{34BB7C63-567D-61BE-888D-DD2B3459BE86}"/>
          </ac:spMkLst>
        </pc:spChg>
        <pc:spChg chg="mod">
          <ac:chgData name="GABRIELE MORRA" userId="247739ab-9a46-4786-ae06-df1725047e48" providerId="ADAL" clId="{402E386E-5341-4945-9FD9-8D9AF95A4FF0}" dt="2025-03-25T19:49:39.538" v="1590" actId="113"/>
          <ac:spMkLst>
            <pc:docMk/>
            <pc:sldMk cId="28501469" sldId="278"/>
            <ac:spMk id="9" creationId="{FAAD6D8D-1C1D-E778-F028-5A58A0441DC5}"/>
          </ac:spMkLst>
        </pc:spChg>
        <pc:spChg chg="add mod">
          <ac:chgData name="GABRIELE MORRA" userId="247739ab-9a46-4786-ae06-df1725047e48" providerId="ADAL" clId="{402E386E-5341-4945-9FD9-8D9AF95A4FF0}" dt="2025-03-25T19:56:06.279" v="1729" actId="1076"/>
          <ac:spMkLst>
            <pc:docMk/>
            <pc:sldMk cId="28501469" sldId="278"/>
            <ac:spMk id="10" creationId="{311A6032-FC9C-A6E5-B66E-456F28F10C80}"/>
          </ac:spMkLst>
        </pc:spChg>
        <pc:spChg chg="add mod">
          <ac:chgData name="GABRIELE MORRA" userId="247739ab-9a46-4786-ae06-df1725047e48" providerId="ADAL" clId="{402E386E-5341-4945-9FD9-8D9AF95A4FF0}" dt="2025-03-25T19:56:06.279" v="1729" actId="1076"/>
          <ac:spMkLst>
            <pc:docMk/>
            <pc:sldMk cId="28501469" sldId="278"/>
            <ac:spMk id="11" creationId="{5E8AB2AE-C546-DD65-22CB-FDF9B95B777A}"/>
          </ac:spMkLst>
        </pc:spChg>
        <pc:spChg chg="add mod">
          <ac:chgData name="GABRIELE MORRA" userId="247739ab-9a46-4786-ae06-df1725047e48" providerId="ADAL" clId="{402E386E-5341-4945-9FD9-8D9AF95A4FF0}" dt="2025-03-25T19:56:06.279" v="1729" actId="1076"/>
          <ac:spMkLst>
            <pc:docMk/>
            <pc:sldMk cId="28501469" sldId="278"/>
            <ac:spMk id="12" creationId="{7240BD4F-3D20-F9BA-CC2D-93F161A26EE7}"/>
          </ac:spMkLst>
        </pc:spChg>
        <pc:spChg chg="add mod">
          <ac:chgData name="GABRIELE MORRA" userId="247739ab-9a46-4786-ae06-df1725047e48" providerId="ADAL" clId="{402E386E-5341-4945-9FD9-8D9AF95A4FF0}" dt="2025-03-25T19:56:06.279" v="1729" actId="1076"/>
          <ac:spMkLst>
            <pc:docMk/>
            <pc:sldMk cId="28501469" sldId="278"/>
            <ac:spMk id="14" creationId="{925A16EF-3EEB-DE87-19B3-3DD2D92D0897}"/>
          </ac:spMkLst>
        </pc:spChg>
        <pc:spChg chg="add mod">
          <ac:chgData name="GABRIELE MORRA" userId="247739ab-9a46-4786-ae06-df1725047e48" providerId="ADAL" clId="{402E386E-5341-4945-9FD9-8D9AF95A4FF0}" dt="2025-03-25T19:56:06.279" v="1729" actId="1076"/>
          <ac:spMkLst>
            <pc:docMk/>
            <pc:sldMk cId="28501469" sldId="278"/>
            <ac:spMk id="15" creationId="{3CABA880-4516-28EC-71C6-C7F4374027FC}"/>
          </ac:spMkLst>
        </pc:spChg>
        <pc:spChg chg="add mod">
          <ac:chgData name="GABRIELE MORRA" userId="247739ab-9a46-4786-ae06-df1725047e48" providerId="ADAL" clId="{402E386E-5341-4945-9FD9-8D9AF95A4FF0}" dt="2025-03-25T19:57:42.700" v="1782" actId="1076"/>
          <ac:spMkLst>
            <pc:docMk/>
            <pc:sldMk cId="28501469" sldId="278"/>
            <ac:spMk id="17" creationId="{629ABBF5-8900-26BC-80DA-BC2E9CA703CF}"/>
          </ac:spMkLst>
        </pc:spChg>
        <pc:spChg chg="add mod">
          <ac:chgData name="GABRIELE MORRA" userId="247739ab-9a46-4786-ae06-df1725047e48" providerId="ADAL" clId="{402E386E-5341-4945-9FD9-8D9AF95A4FF0}" dt="2025-03-25T19:59:01.275" v="1821" actId="1076"/>
          <ac:spMkLst>
            <pc:docMk/>
            <pc:sldMk cId="28501469" sldId="278"/>
            <ac:spMk id="19" creationId="{000E03E7-85C0-15C2-211C-1592A759FE84}"/>
          </ac:spMkLst>
        </pc:spChg>
        <pc:picChg chg="add mod">
          <ac:chgData name="GABRIELE MORRA" userId="247739ab-9a46-4786-ae06-df1725047e48" providerId="ADAL" clId="{402E386E-5341-4945-9FD9-8D9AF95A4FF0}" dt="2025-03-25T19:50:19.355" v="1593" actId="1076"/>
          <ac:picMkLst>
            <pc:docMk/>
            <pc:sldMk cId="28501469" sldId="278"/>
            <ac:picMk id="5" creationId="{BAAF57F8-7D03-7AF8-ABE7-CBC14FDDB0E7}"/>
          </ac:picMkLst>
        </pc:picChg>
      </pc:sldChg>
      <pc:sldChg chg="del">
        <pc:chgData name="GABRIELE MORRA" userId="247739ab-9a46-4786-ae06-df1725047e48" providerId="ADAL" clId="{402E386E-5341-4945-9FD9-8D9AF95A4FF0}" dt="2025-03-24T21:37:50.315" v="12" actId="47"/>
        <pc:sldMkLst>
          <pc:docMk/>
          <pc:sldMk cId="896252657" sldId="278"/>
        </pc:sldMkLst>
      </pc:sldChg>
      <pc:sldChg chg="del">
        <pc:chgData name="GABRIELE MORRA" userId="247739ab-9a46-4786-ae06-df1725047e48" providerId="ADAL" clId="{402E386E-5341-4945-9FD9-8D9AF95A4FF0}" dt="2025-03-24T21:37:50.510" v="13" actId="47"/>
        <pc:sldMkLst>
          <pc:docMk/>
          <pc:sldMk cId="1417605456" sldId="279"/>
        </pc:sldMkLst>
      </pc:sldChg>
      <pc:sldChg chg="addSp delSp modSp add mod delAnim">
        <pc:chgData name="GABRIELE MORRA" userId="247739ab-9a46-4786-ae06-df1725047e48" providerId="ADAL" clId="{402E386E-5341-4945-9FD9-8D9AF95A4FF0}" dt="2025-03-25T20:00:35.191" v="1869" actId="113"/>
        <pc:sldMkLst>
          <pc:docMk/>
          <pc:sldMk cId="2437654573" sldId="279"/>
        </pc:sldMkLst>
        <pc:spChg chg="mod">
          <ac:chgData name="GABRIELE MORRA" userId="247739ab-9a46-4786-ae06-df1725047e48" providerId="ADAL" clId="{402E386E-5341-4945-9FD9-8D9AF95A4FF0}" dt="2025-03-25T19:59:17.965" v="1823" actId="20577"/>
          <ac:spMkLst>
            <pc:docMk/>
            <pc:sldMk cId="2437654573" sldId="279"/>
            <ac:spMk id="6" creationId="{C92E8B2B-ABE8-DEC2-9BD3-32385FA97B39}"/>
          </ac:spMkLst>
        </pc:spChg>
        <pc:spChg chg="mod">
          <ac:chgData name="GABRIELE MORRA" userId="247739ab-9a46-4786-ae06-df1725047e48" providerId="ADAL" clId="{402E386E-5341-4945-9FD9-8D9AF95A4FF0}" dt="2025-03-25T20:00:35.191" v="1869" actId="113"/>
          <ac:spMkLst>
            <pc:docMk/>
            <pc:sldMk cId="2437654573" sldId="279"/>
            <ac:spMk id="9" creationId="{48E166BE-F538-5441-6165-DAA333CF0CD3}"/>
          </ac:spMkLst>
        </pc:spChg>
        <pc:picChg chg="add mod">
          <ac:chgData name="GABRIELE MORRA" userId="247739ab-9a46-4786-ae06-df1725047e48" providerId="ADAL" clId="{402E386E-5341-4945-9FD9-8D9AF95A4FF0}" dt="2025-03-25T20:00:22.269" v="1865" actId="1076"/>
          <ac:picMkLst>
            <pc:docMk/>
            <pc:sldMk cId="2437654573" sldId="279"/>
            <ac:picMk id="7" creationId="{5B046E07-6186-DF05-7BD3-8591CAF55E07}"/>
          </ac:picMkLst>
        </pc:picChg>
      </pc:sldChg>
      <pc:sldChg chg="del">
        <pc:chgData name="GABRIELE MORRA" userId="247739ab-9a46-4786-ae06-df1725047e48" providerId="ADAL" clId="{402E386E-5341-4945-9FD9-8D9AF95A4FF0}" dt="2025-03-24T21:37:50.530" v="14" actId="47"/>
        <pc:sldMkLst>
          <pc:docMk/>
          <pc:sldMk cId="452844852" sldId="280"/>
        </pc:sldMkLst>
      </pc:sldChg>
      <pc:sldChg chg="addSp delSp modSp add mod addAnim delAnim modAnim">
        <pc:chgData name="GABRIELE MORRA" userId="247739ab-9a46-4786-ae06-df1725047e48" providerId="ADAL" clId="{402E386E-5341-4945-9FD9-8D9AF95A4FF0}" dt="2025-03-25T20:43:31.490" v="2393" actId="14100"/>
        <pc:sldMkLst>
          <pc:docMk/>
          <pc:sldMk cId="2549679527" sldId="280"/>
        </pc:sldMkLst>
        <pc:spChg chg="mod">
          <ac:chgData name="GABRIELE MORRA" userId="247739ab-9a46-4786-ae06-df1725047e48" providerId="ADAL" clId="{402E386E-5341-4945-9FD9-8D9AF95A4FF0}" dt="2025-03-25T20:07:22.027" v="1911" actId="20577"/>
          <ac:spMkLst>
            <pc:docMk/>
            <pc:sldMk cId="2549679527" sldId="280"/>
            <ac:spMk id="6" creationId="{62295235-95F2-FAE4-5B43-3970A36BEF49}"/>
          </ac:spMkLst>
        </pc:spChg>
        <pc:spChg chg="mod">
          <ac:chgData name="GABRIELE MORRA" userId="247739ab-9a46-4786-ae06-df1725047e48" providerId="ADAL" clId="{402E386E-5341-4945-9FD9-8D9AF95A4FF0}" dt="2025-03-25T20:39:13.028" v="2298" actId="20577"/>
          <ac:spMkLst>
            <pc:docMk/>
            <pc:sldMk cId="2549679527" sldId="280"/>
            <ac:spMk id="9" creationId="{AD377938-6C5A-26CD-C4C0-FBA44E64CAB3}"/>
          </ac:spMkLst>
        </pc:spChg>
        <pc:spChg chg="add mod">
          <ac:chgData name="GABRIELE MORRA" userId="247739ab-9a46-4786-ae06-df1725047e48" providerId="ADAL" clId="{402E386E-5341-4945-9FD9-8D9AF95A4FF0}" dt="2025-03-25T20:40:57.340" v="2376" actId="1076"/>
          <ac:spMkLst>
            <pc:docMk/>
            <pc:sldMk cId="2549679527" sldId="280"/>
            <ac:spMk id="10" creationId="{76D9AB0A-7B50-B4A6-FCC5-44A5028E61B7}"/>
          </ac:spMkLst>
        </pc:spChg>
        <pc:spChg chg="add mod">
          <ac:chgData name="GABRIELE MORRA" userId="247739ab-9a46-4786-ae06-df1725047e48" providerId="ADAL" clId="{402E386E-5341-4945-9FD9-8D9AF95A4FF0}" dt="2025-03-25T20:40:51.670" v="2375" actId="1076"/>
          <ac:spMkLst>
            <pc:docMk/>
            <pc:sldMk cId="2549679527" sldId="280"/>
            <ac:spMk id="12" creationId="{52D0D34E-36E5-7DB7-0EA4-5EA61D0F1537}"/>
          </ac:spMkLst>
        </pc:spChg>
        <pc:spChg chg="add mod">
          <ac:chgData name="GABRIELE MORRA" userId="247739ab-9a46-4786-ae06-df1725047e48" providerId="ADAL" clId="{402E386E-5341-4945-9FD9-8D9AF95A4FF0}" dt="2025-03-25T20:43:31.490" v="2393" actId="14100"/>
          <ac:spMkLst>
            <pc:docMk/>
            <pc:sldMk cId="2549679527" sldId="280"/>
            <ac:spMk id="16" creationId="{A1A26DEB-7EFA-280C-CA01-A6C063B3F216}"/>
          </ac:spMkLst>
        </pc:spChg>
        <pc:spChg chg="add mod">
          <ac:chgData name="GABRIELE MORRA" userId="247739ab-9a46-4786-ae06-df1725047e48" providerId="ADAL" clId="{402E386E-5341-4945-9FD9-8D9AF95A4FF0}" dt="2025-03-25T20:41:16.846" v="2382" actId="1076"/>
          <ac:spMkLst>
            <pc:docMk/>
            <pc:sldMk cId="2549679527" sldId="280"/>
            <ac:spMk id="19" creationId="{864BD467-E457-0E06-2407-4CE1A90A25E7}"/>
          </ac:spMkLst>
        </pc:spChg>
        <pc:spChg chg="add mod">
          <ac:chgData name="GABRIELE MORRA" userId="247739ab-9a46-4786-ae06-df1725047e48" providerId="ADAL" clId="{402E386E-5341-4945-9FD9-8D9AF95A4FF0}" dt="2025-03-25T20:41:16.846" v="2382" actId="1076"/>
          <ac:spMkLst>
            <pc:docMk/>
            <pc:sldMk cId="2549679527" sldId="280"/>
            <ac:spMk id="21" creationId="{441141FC-3717-C4A9-CD82-DE3DA5F790E4}"/>
          </ac:spMkLst>
        </pc:spChg>
        <pc:spChg chg="add mod">
          <ac:chgData name="GABRIELE MORRA" userId="247739ab-9a46-4786-ae06-df1725047e48" providerId="ADAL" clId="{402E386E-5341-4945-9FD9-8D9AF95A4FF0}" dt="2025-03-25T20:41:16.846" v="2382" actId="1076"/>
          <ac:spMkLst>
            <pc:docMk/>
            <pc:sldMk cId="2549679527" sldId="280"/>
            <ac:spMk id="24" creationId="{042EDEA5-C2D3-9A39-395C-4DC74AD39E13}"/>
          </ac:spMkLst>
        </pc:spChg>
        <pc:spChg chg="add del mod">
          <ac:chgData name="GABRIELE MORRA" userId="247739ab-9a46-4786-ae06-df1725047e48" providerId="ADAL" clId="{402E386E-5341-4945-9FD9-8D9AF95A4FF0}" dt="2025-03-25T20:41:08.259" v="2381" actId="1076"/>
          <ac:spMkLst>
            <pc:docMk/>
            <pc:sldMk cId="2549679527" sldId="280"/>
            <ac:spMk id="27" creationId="{C39DA4EA-5BB3-8ADB-0965-3D0E6BEEC222}"/>
          </ac:spMkLst>
        </pc:spChg>
        <pc:spChg chg="add mod">
          <ac:chgData name="GABRIELE MORRA" userId="247739ab-9a46-4786-ae06-df1725047e48" providerId="ADAL" clId="{402E386E-5341-4945-9FD9-8D9AF95A4FF0}" dt="2025-03-25T20:41:16.846" v="2382" actId="1076"/>
          <ac:spMkLst>
            <pc:docMk/>
            <pc:sldMk cId="2549679527" sldId="280"/>
            <ac:spMk id="28" creationId="{E7190419-3A43-5AAF-3E08-C4FE764F2376}"/>
          </ac:spMkLst>
        </pc:spChg>
        <pc:grpChg chg="add mod">
          <ac:chgData name="GABRIELE MORRA" userId="247739ab-9a46-4786-ae06-df1725047e48" providerId="ADAL" clId="{402E386E-5341-4945-9FD9-8D9AF95A4FF0}" dt="2025-03-25T20:41:02.277" v="2377" actId="1076"/>
          <ac:grpSpMkLst>
            <pc:docMk/>
            <pc:sldMk cId="2549679527" sldId="280"/>
            <ac:grpSpMk id="14" creationId="{9A40F20D-2A9F-17E7-AC6A-32112F52892C}"/>
          </ac:grpSpMkLst>
        </pc:grpChg>
        <pc:picChg chg="add mod">
          <ac:chgData name="GABRIELE MORRA" userId="247739ab-9a46-4786-ae06-df1725047e48" providerId="ADAL" clId="{402E386E-5341-4945-9FD9-8D9AF95A4FF0}" dt="2025-03-25T20:40:57.340" v="2376" actId="1076"/>
          <ac:picMkLst>
            <pc:docMk/>
            <pc:sldMk cId="2549679527" sldId="280"/>
            <ac:picMk id="5" creationId="{6373EECF-92F9-D14D-AE19-06FE55780829}"/>
          </ac:picMkLst>
        </pc:picChg>
        <pc:cxnChg chg="add mod">
          <ac:chgData name="GABRIELE MORRA" userId="247739ab-9a46-4786-ae06-df1725047e48" providerId="ADAL" clId="{402E386E-5341-4945-9FD9-8D9AF95A4FF0}" dt="2025-03-25T20:41:16.846" v="2382" actId="1076"/>
          <ac:cxnSpMkLst>
            <pc:docMk/>
            <pc:sldMk cId="2549679527" sldId="280"/>
            <ac:cxnSpMk id="18" creationId="{8957448E-6B9E-F365-F375-9EB98C4B079B}"/>
          </ac:cxnSpMkLst>
        </pc:cxnChg>
        <pc:cxnChg chg="add mod">
          <ac:chgData name="GABRIELE MORRA" userId="247739ab-9a46-4786-ae06-df1725047e48" providerId="ADAL" clId="{402E386E-5341-4945-9FD9-8D9AF95A4FF0}" dt="2025-03-25T20:41:16.846" v="2382" actId="1076"/>
          <ac:cxnSpMkLst>
            <pc:docMk/>
            <pc:sldMk cId="2549679527" sldId="280"/>
            <ac:cxnSpMk id="23" creationId="{87289B1C-03E5-EC6C-1FC5-C46C7B68401B}"/>
          </ac:cxnSpMkLst>
        </pc:cxnChg>
        <pc:cxnChg chg="add mod">
          <ac:chgData name="GABRIELE MORRA" userId="247739ab-9a46-4786-ae06-df1725047e48" providerId="ADAL" clId="{402E386E-5341-4945-9FD9-8D9AF95A4FF0}" dt="2025-03-25T20:41:16.846" v="2382" actId="1076"/>
          <ac:cxnSpMkLst>
            <pc:docMk/>
            <pc:sldMk cId="2549679527" sldId="280"/>
            <ac:cxnSpMk id="25" creationId="{0942A636-6C07-715E-F4B0-2A1A18BE82B1}"/>
          </ac:cxnSpMkLst>
        </pc:cxnChg>
        <pc:cxnChg chg="add mod">
          <ac:chgData name="GABRIELE MORRA" userId="247739ab-9a46-4786-ae06-df1725047e48" providerId="ADAL" clId="{402E386E-5341-4945-9FD9-8D9AF95A4FF0}" dt="2025-03-25T20:41:16.846" v="2382" actId="1076"/>
          <ac:cxnSpMkLst>
            <pc:docMk/>
            <pc:sldMk cId="2549679527" sldId="280"/>
            <ac:cxnSpMk id="29" creationId="{AEB9D809-3C4E-53DA-A666-21F4A9E1F078}"/>
          </ac:cxnSpMkLst>
        </pc:cxnChg>
      </pc:sldChg>
      <pc:sldChg chg="del">
        <pc:chgData name="GABRIELE MORRA" userId="247739ab-9a46-4786-ae06-df1725047e48" providerId="ADAL" clId="{402E386E-5341-4945-9FD9-8D9AF95A4FF0}" dt="2025-03-24T21:37:50.631" v="15" actId="47"/>
        <pc:sldMkLst>
          <pc:docMk/>
          <pc:sldMk cId="2144335715" sldId="281"/>
        </pc:sldMkLst>
      </pc:sldChg>
      <pc:sldChg chg="addSp delSp modSp add mod delAnim modAnim">
        <pc:chgData name="GABRIELE MORRA" userId="247739ab-9a46-4786-ae06-df1725047e48" providerId="ADAL" clId="{402E386E-5341-4945-9FD9-8D9AF95A4FF0}" dt="2025-03-25T22:21:25.233" v="2687" actId="20577"/>
        <pc:sldMkLst>
          <pc:docMk/>
          <pc:sldMk cId="3544040662" sldId="281"/>
        </pc:sldMkLst>
        <pc:spChg chg="mod">
          <ac:chgData name="GABRIELE MORRA" userId="247739ab-9a46-4786-ae06-df1725047e48" providerId="ADAL" clId="{402E386E-5341-4945-9FD9-8D9AF95A4FF0}" dt="2025-03-25T20:52:01.812" v="2438" actId="14100"/>
          <ac:spMkLst>
            <pc:docMk/>
            <pc:sldMk cId="3544040662" sldId="281"/>
            <ac:spMk id="6" creationId="{1EC9F910-080F-E6F4-88BC-0AED161B2605}"/>
          </ac:spMkLst>
        </pc:spChg>
        <pc:spChg chg="add mod">
          <ac:chgData name="GABRIELE MORRA" userId="247739ab-9a46-4786-ae06-df1725047e48" providerId="ADAL" clId="{402E386E-5341-4945-9FD9-8D9AF95A4FF0}" dt="2025-03-25T22:21:10.289" v="2683" actId="1076"/>
          <ac:spMkLst>
            <pc:docMk/>
            <pc:sldMk cId="3544040662" sldId="281"/>
            <ac:spMk id="8" creationId="{6127CCB7-91E5-411D-DFFB-F466A0D512CE}"/>
          </ac:spMkLst>
        </pc:spChg>
        <pc:spChg chg="mod">
          <ac:chgData name="GABRIELE MORRA" userId="247739ab-9a46-4786-ae06-df1725047e48" providerId="ADAL" clId="{402E386E-5341-4945-9FD9-8D9AF95A4FF0}" dt="2025-03-25T22:09:22.323" v="2449" actId="20577"/>
          <ac:spMkLst>
            <pc:docMk/>
            <pc:sldMk cId="3544040662" sldId="281"/>
            <ac:spMk id="9" creationId="{E8E306B7-0808-2809-BBC0-5C857081E962}"/>
          </ac:spMkLst>
        </pc:spChg>
        <pc:spChg chg="add mod">
          <ac:chgData name="GABRIELE MORRA" userId="247739ab-9a46-4786-ae06-df1725047e48" providerId="ADAL" clId="{402E386E-5341-4945-9FD9-8D9AF95A4FF0}" dt="2025-03-25T22:21:10.289" v="2683" actId="1076"/>
          <ac:spMkLst>
            <pc:docMk/>
            <pc:sldMk cId="3544040662" sldId="281"/>
            <ac:spMk id="11" creationId="{3700D60D-87C2-25EF-EBA0-A1EF85B7F9AA}"/>
          </ac:spMkLst>
        </pc:spChg>
        <pc:spChg chg="add mod">
          <ac:chgData name="GABRIELE MORRA" userId="247739ab-9a46-4786-ae06-df1725047e48" providerId="ADAL" clId="{402E386E-5341-4945-9FD9-8D9AF95A4FF0}" dt="2025-03-25T22:21:10.289" v="2683" actId="1076"/>
          <ac:spMkLst>
            <pc:docMk/>
            <pc:sldMk cId="3544040662" sldId="281"/>
            <ac:spMk id="15" creationId="{75273D74-9B93-5462-2CFB-9290E82AC6D7}"/>
          </ac:spMkLst>
        </pc:spChg>
        <pc:spChg chg="add mod">
          <ac:chgData name="GABRIELE MORRA" userId="247739ab-9a46-4786-ae06-df1725047e48" providerId="ADAL" clId="{402E386E-5341-4945-9FD9-8D9AF95A4FF0}" dt="2025-03-25T22:21:25.233" v="2687" actId="20577"/>
          <ac:spMkLst>
            <pc:docMk/>
            <pc:sldMk cId="3544040662" sldId="281"/>
            <ac:spMk id="20" creationId="{43A63B67-62A8-547E-87C3-77FD995B2DC3}"/>
          </ac:spMkLst>
        </pc:spChg>
        <pc:picChg chg="add mod">
          <ac:chgData name="GABRIELE MORRA" userId="247739ab-9a46-4786-ae06-df1725047e48" providerId="ADAL" clId="{402E386E-5341-4945-9FD9-8D9AF95A4FF0}" dt="2025-03-25T22:09:26.629" v="2450" actId="1076"/>
          <ac:picMkLst>
            <pc:docMk/>
            <pc:sldMk cId="3544040662" sldId="281"/>
            <ac:picMk id="7" creationId="{C11A1230-F593-A580-69FE-53130AAFE87B}"/>
          </ac:picMkLst>
        </pc:picChg>
      </pc:sldChg>
      <pc:sldChg chg="del">
        <pc:chgData name="GABRIELE MORRA" userId="247739ab-9a46-4786-ae06-df1725047e48" providerId="ADAL" clId="{402E386E-5341-4945-9FD9-8D9AF95A4FF0}" dt="2025-03-24T21:37:50.869" v="16" actId="47"/>
        <pc:sldMkLst>
          <pc:docMk/>
          <pc:sldMk cId="2094688666" sldId="282"/>
        </pc:sldMkLst>
      </pc:sldChg>
      <pc:sldChg chg="addSp delSp modSp add mod delAnim">
        <pc:chgData name="GABRIELE MORRA" userId="247739ab-9a46-4786-ae06-df1725047e48" providerId="ADAL" clId="{402E386E-5341-4945-9FD9-8D9AF95A4FF0}" dt="2025-03-25T22:23:36.344" v="2852" actId="113"/>
        <pc:sldMkLst>
          <pc:docMk/>
          <pc:sldMk cId="3245385946" sldId="282"/>
        </pc:sldMkLst>
        <pc:spChg chg="mod">
          <ac:chgData name="GABRIELE MORRA" userId="247739ab-9a46-4786-ae06-df1725047e48" providerId="ADAL" clId="{402E386E-5341-4945-9FD9-8D9AF95A4FF0}" dt="2025-03-25T22:15:56.851" v="2600" actId="6549"/>
          <ac:spMkLst>
            <pc:docMk/>
            <pc:sldMk cId="3245385946" sldId="282"/>
            <ac:spMk id="9" creationId="{77DA2DEE-C628-80E3-B38C-113DC03A7E97}"/>
          </ac:spMkLst>
        </pc:spChg>
        <pc:spChg chg="mod">
          <ac:chgData name="GABRIELE MORRA" userId="247739ab-9a46-4786-ae06-df1725047e48" providerId="ADAL" clId="{402E386E-5341-4945-9FD9-8D9AF95A4FF0}" dt="2025-03-25T22:23:29.490" v="2851" actId="1037"/>
          <ac:spMkLst>
            <pc:docMk/>
            <pc:sldMk cId="3245385946" sldId="282"/>
            <ac:spMk id="15" creationId="{F10C8188-8AF6-A238-1CE2-22ECEDF9029E}"/>
          </ac:spMkLst>
        </pc:spChg>
        <pc:spChg chg="add mod">
          <ac:chgData name="GABRIELE MORRA" userId="247739ab-9a46-4786-ae06-df1725047e48" providerId="ADAL" clId="{402E386E-5341-4945-9FD9-8D9AF95A4FF0}" dt="2025-03-25T22:22:00.022" v="2694" actId="1076"/>
          <ac:spMkLst>
            <pc:docMk/>
            <pc:sldMk cId="3245385946" sldId="282"/>
            <ac:spMk id="16" creationId="{DDB06398-431D-1196-CDBB-408229B020AB}"/>
          </ac:spMkLst>
        </pc:spChg>
        <pc:spChg chg="add mod">
          <ac:chgData name="GABRIELE MORRA" userId="247739ab-9a46-4786-ae06-df1725047e48" providerId="ADAL" clId="{402E386E-5341-4945-9FD9-8D9AF95A4FF0}" dt="2025-03-25T22:23:36.344" v="2852" actId="113"/>
          <ac:spMkLst>
            <pc:docMk/>
            <pc:sldMk cId="3245385946" sldId="282"/>
            <ac:spMk id="18" creationId="{BCD12F56-7E93-B584-DAF0-3DA2F9F48C4F}"/>
          </ac:spMkLst>
        </pc:spChg>
        <pc:picChg chg="add mod">
          <ac:chgData name="GABRIELE MORRA" userId="247739ab-9a46-4786-ae06-df1725047e48" providerId="ADAL" clId="{402E386E-5341-4945-9FD9-8D9AF95A4FF0}" dt="2025-03-25T22:16:29.528" v="2607" actId="1076"/>
          <ac:picMkLst>
            <pc:docMk/>
            <pc:sldMk cId="3245385946" sldId="282"/>
            <ac:picMk id="5" creationId="{A61D1AE8-6D18-2585-05AE-406376E33DDE}"/>
          </ac:picMkLst>
        </pc:picChg>
        <pc:picChg chg="add mod">
          <ac:chgData name="GABRIELE MORRA" userId="247739ab-9a46-4786-ae06-df1725047e48" providerId="ADAL" clId="{402E386E-5341-4945-9FD9-8D9AF95A4FF0}" dt="2025-03-25T22:16:25.936" v="2606" actId="1076"/>
          <ac:picMkLst>
            <pc:docMk/>
            <pc:sldMk cId="3245385946" sldId="282"/>
            <ac:picMk id="12" creationId="{2DC7E82E-5A22-7068-A13E-C0C0518800A7}"/>
          </ac:picMkLst>
        </pc:picChg>
      </pc:sldChg>
      <pc:sldChg chg="addSp delSp modSp add mod ord">
        <pc:chgData name="GABRIELE MORRA" userId="247739ab-9a46-4786-ae06-df1725047e48" providerId="ADAL" clId="{402E386E-5341-4945-9FD9-8D9AF95A4FF0}" dt="2025-03-25T22:26:47.472" v="2918" actId="20577"/>
        <pc:sldMkLst>
          <pc:docMk/>
          <pc:sldMk cId="255807736" sldId="283"/>
        </pc:sldMkLst>
        <pc:spChg chg="mod">
          <ac:chgData name="GABRIELE MORRA" userId="247739ab-9a46-4786-ae06-df1725047e48" providerId="ADAL" clId="{402E386E-5341-4945-9FD9-8D9AF95A4FF0}" dt="2025-03-25T22:26:47.472" v="2918" actId="20577"/>
          <ac:spMkLst>
            <pc:docMk/>
            <pc:sldMk cId="255807736" sldId="283"/>
            <ac:spMk id="9" creationId="{F5D653C8-6A6C-C1C9-D424-6CCB97031A6E}"/>
          </ac:spMkLst>
        </pc:spChg>
        <pc:picChg chg="add mod">
          <ac:chgData name="GABRIELE MORRA" userId="247739ab-9a46-4786-ae06-df1725047e48" providerId="ADAL" clId="{402E386E-5341-4945-9FD9-8D9AF95A4FF0}" dt="2025-03-25T22:26:41.818" v="2916" actId="1076"/>
          <ac:picMkLst>
            <pc:docMk/>
            <pc:sldMk cId="255807736" sldId="283"/>
            <ac:picMk id="5" creationId="{E64F0245-F7F3-EC04-45F3-D0E0E7464F58}"/>
          </ac:picMkLst>
        </pc:picChg>
      </pc:sldChg>
      <pc:sldChg chg="del">
        <pc:chgData name="GABRIELE MORRA" userId="247739ab-9a46-4786-ae06-df1725047e48" providerId="ADAL" clId="{402E386E-5341-4945-9FD9-8D9AF95A4FF0}" dt="2025-03-24T21:37:51.251" v="17" actId="47"/>
        <pc:sldMkLst>
          <pc:docMk/>
          <pc:sldMk cId="2608922000" sldId="283"/>
        </pc:sldMkLst>
      </pc:sldChg>
      <pc:sldChg chg="del">
        <pc:chgData name="GABRIELE MORRA" userId="247739ab-9a46-4786-ae06-df1725047e48" providerId="ADAL" clId="{402E386E-5341-4945-9FD9-8D9AF95A4FF0}" dt="2025-03-24T21:37:51.645" v="19" actId="47"/>
        <pc:sldMkLst>
          <pc:docMk/>
          <pc:sldMk cId="1620438662" sldId="284"/>
        </pc:sldMkLst>
      </pc:sldChg>
      <pc:sldChg chg="del">
        <pc:chgData name="GABRIELE MORRA" userId="247739ab-9a46-4786-ae06-df1725047e48" providerId="ADAL" clId="{402E386E-5341-4945-9FD9-8D9AF95A4FF0}" dt="2025-03-24T21:37:51.970" v="20" actId="47"/>
        <pc:sldMkLst>
          <pc:docMk/>
          <pc:sldMk cId="2634867012" sldId="285"/>
        </pc:sldMkLst>
      </pc:sldChg>
      <pc:sldChg chg="del">
        <pc:chgData name="GABRIELE MORRA" userId="247739ab-9a46-4786-ae06-df1725047e48" providerId="ADAL" clId="{402E386E-5341-4945-9FD9-8D9AF95A4FF0}" dt="2025-03-24T21:37:52.304" v="21" actId="47"/>
        <pc:sldMkLst>
          <pc:docMk/>
          <pc:sldMk cId="2948645864" sldId="286"/>
        </pc:sldMkLst>
      </pc:sldChg>
      <pc:sldChg chg="del">
        <pc:chgData name="GABRIELE MORRA" userId="247739ab-9a46-4786-ae06-df1725047e48" providerId="ADAL" clId="{402E386E-5341-4945-9FD9-8D9AF95A4FF0}" dt="2025-03-24T21:37:52.544" v="22" actId="47"/>
        <pc:sldMkLst>
          <pc:docMk/>
          <pc:sldMk cId="947154956" sldId="287"/>
        </pc:sldMkLst>
      </pc:sldChg>
      <pc:sldChg chg="del">
        <pc:chgData name="GABRIELE MORRA" userId="247739ab-9a46-4786-ae06-df1725047e48" providerId="ADAL" clId="{402E386E-5341-4945-9FD9-8D9AF95A4FF0}" dt="2025-03-24T21:37:52.649" v="23" actId="47"/>
        <pc:sldMkLst>
          <pc:docMk/>
          <pc:sldMk cId="598933312" sldId="289"/>
        </pc:sldMkLst>
      </pc:sldChg>
      <pc:sldChg chg="del">
        <pc:chgData name="GABRIELE MORRA" userId="247739ab-9a46-4786-ae06-df1725047e48" providerId="ADAL" clId="{402E386E-5341-4945-9FD9-8D9AF95A4FF0}" dt="2025-03-24T21:37:52.813" v="24" actId="47"/>
        <pc:sldMkLst>
          <pc:docMk/>
          <pc:sldMk cId="310812483" sldId="290"/>
        </pc:sldMkLst>
      </pc:sldChg>
      <pc:sldChg chg="del">
        <pc:chgData name="GABRIELE MORRA" userId="247739ab-9a46-4786-ae06-df1725047e48" providerId="ADAL" clId="{402E386E-5341-4945-9FD9-8D9AF95A4FF0}" dt="2025-03-24T21:37:53.093" v="25" actId="47"/>
        <pc:sldMkLst>
          <pc:docMk/>
          <pc:sldMk cId="1809273660" sldId="291"/>
        </pc:sldMkLst>
      </pc:sldChg>
      <pc:sldChg chg="del">
        <pc:chgData name="GABRIELE MORRA" userId="247739ab-9a46-4786-ae06-df1725047e48" providerId="ADAL" clId="{402E386E-5341-4945-9FD9-8D9AF95A4FF0}" dt="2025-03-24T21:37:53.370" v="26" actId="47"/>
        <pc:sldMkLst>
          <pc:docMk/>
          <pc:sldMk cId="2031018587" sldId="292"/>
        </pc:sldMkLst>
      </pc:sldChg>
      <pc:sldChg chg="del">
        <pc:chgData name="GABRIELE MORRA" userId="247739ab-9a46-4786-ae06-df1725047e48" providerId="ADAL" clId="{402E386E-5341-4945-9FD9-8D9AF95A4FF0}" dt="2025-03-24T21:37:53.624" v="27" actId="47"/>
        <pc:sldMkLst>
          <pc:docMk/>
          <pc:sldMk cId="3007272560" sldId="293"/>
        </pc:sldMkLst>
      </pc:sldChg>
      <pc:sldChg chg="del">
        <pc:chgData name="GABRIELE MORRA" userId="247739ab-9a46-4786-ae06-df1725047e48" providerId="ADAL" clId="{402E386E-5341-4945-9FD9-8D9AF95A4FF0}" dt="2025-03-24T21:37:53.830" v="28" actId="47"/>
        <pc:sldMkLst>
          <pc:docMk/>
          <pc:sldMk cId="3990992582" sldId="294"/>
        </pc:sldMkLst>
      </pc:sldChg>
      <pc:sldChg chg="del">
        <pc:chgData name="GABRIELE MORRA" userId="247739ab-9a46-4786-ae06-df1725047e48" providerId="ADAL" clId="{402E386E-5341-4945-9FD9-8D9AF95A4FF0}" dt="2025-03-24T21:37:53.989" v="29" actId="47"/>
        <pc:sldMkLst>
          <pc:docMk/>
          <pc:sldMk cId="1890395083" sldId="295"/>
        </pc:sldMkLst>
      </pc:sldChg>
      <pc:sldChg chg="del">
        <pc:chgData name="GABRIELE MORRA" userId="247739ab-9a46-4786-ae06-df1725047e48" providerId="ADAL" clId="{402E386E-5341-4945-9FD9-8D9AF95A4FF0}" dt="2025-03-24T21:37:54.052" v="30" actId="47"/>
        <pc:sldMkLst>
          <pc:docMk/>
          <pc:sldMk cId="3050858652" sldId="296"/>
        </pc:sldMkLst>
      </pc:sldChg>
      <pc:sldChg chg="del">
        <pc:chgData name="GABRIELE MORRA" userId="247739ab-9a46-4786-ae06-df1725047e48" providerId="ADAL" clId="{402E386E-5341-4945-9FD9-8D9AF95A4FF0}" dt="2025-03-24T21:37:54.164" v="31" actId="47"/>
        <pc:sldMkLst>
          <pc:docMk/>
          <pc:sldMk cId="2499982283" sldId="297"/>
        </pc:sldMkLst>
      </pc:sldChg>
      <pc:sldChg chg="del">
        <pc:chgData name="GABRIELE MORRA" userId="247739ab-9a46-4786-ae06-df1725047e48" providerId="ADAL" clId="{402E386E-5341-4945-9FD9-8D9AF95A4FF0}" dt="2025-03-24T21:37:54.404" v="32" actId="47"/>
        <pc:sldMkLst>
          <pc:docMk/>
          <pc:sldMk cId="224887045" sldId="298"/>
        </pc:sldMkLst>
      </pc:sldChg>
      <pc:sldChg chg="del">
        <pc:chgData name="GABRIELE MORRA" userId="247739ab-9a46-4786-ae06-df1725047e48" providerId="ADAL" clId="{402E386E-5341-4945-9FD9-8D9AF95A4FF0}" dt="2025-03-24T21:37:54.801" v="33" actId="47"/>
        <pc:sldMkLst>
          <pc:docMk/>
          <pc:sldMk cId="2305847735" sldId="299"/>
        </pc:sldMkLst>
      </pc:sldChg>
      <pc:sldChg chg="del">
        <pc:chgData name="GABRIELE MORRA" userId="247739ab-9a46-4786-ae06-df1725047e48" providerId="ADAL" clId="{402E386E-5341-4945-9FD9-8D9AF95A4FF0}" dt="2025-03-24T21:37:55.071" v="34" actId="47"/>
        <pc:sldMkLst>
          <pc:docMk/>
          <pc:sldMk cId="1167331751" sldId="300"/>
        </pc:sldMkLst>
      </pc:sldChg>
      <pc:sldChg chg="del">
        <pc:chgData name="GABRIELE MORRA" userId="247739ab-9a46-4786-ae06-df1725047e48" providerId="ADAL" clId="{402E386E-5341-4945-9FD9-8D9AF95A4FF0}" dt="2025-03-24T21:37:55.664" v="35" actId="47"/>
        <pc:sldMkLst>
          <pc:docMk/>
          <pc:sldMk cId="3497612919" sldId="301"/>
        </pc:sldMkLst>
      </pc:sldChg>
      <pc:sldChg chg="del">
        <pc:chgData name="GABRIELE MORRA" userId="247739ab-9a46-4786-ae06-df1725047e48" providerId="ADAL" clId="{402E386E-5341-4945-9FD9-8D9AF95A4FF0}" dt="2025-03-24T21:37:55.962" v="36" actId="47"/>
        <pc:sldMkLst>
          <pc:docMk/>
          <pc:sldMk cId="842131687" sldId="302"/>
        </pc:sldMkLst>
      </pc:sldChg>
      <pc:sldChg chg="del">
        <pc:chgData name="GABRIELE MORRA" userId="247739ab-9a46-4786-ae06-df1725047e48" providerId="ADAL" clId="{402E386E-5341-4945-9FD9-8D9AF95A4FF0}" dt="2025-03-24T21:37:56.249" v="37" actId="47"/>
        <pc:sldMkLst>
          <pc:docMk/>
          <pc:sldMk cId="3146800150" sldId="303"/>
        </pc:sldMkLst>
      </pc:sldChg>
      <pc:sldChg chg="del">
        <pc:chgData name="GABRIELE MORRA" userId="247739ab-9a46-4786-ae06-df1725047e48" providerId="ADAL" clId="{402E386E-5341-4945-9FD9-8D9AF95A4FF0}" dt="2025-03-24T21:37:56.344" v="38" actId="47"/>
        <pc:sldMkLst>
          <pc:docMk/>
          <pc:sldMk cId="3416951516" sldId="304"/>
        </pc:sldMkLst>
      </pc:sldChg>
      <pc:sldChg chg="del">
        <pc:chgData name="GABRIELE MORRA" userId="247739ab-9a46-4786-ae06-df1725047e48" providerId="ADAL" clId="{402E386E-5341-4945-9FD9-8D9AF95A4FF0}" dt="2025-03-24T21:37:56.614" v="39" actId="47"/>
        <pc:sldMkLst>
          <pc:docMk/>
          <pc:sldMk cId="3660704973" sldId="305"/>
        </pc:sldMkLst>
      </pc:sldChg>
      <pc:sldChg chg="del">
        <pc:chgData name="GABRIELE MORRA" userId="247739ab-9a46-4786-ae06-df1725047e48" providerId="ADAL" clId="{402E386E-5341-4945-9FD9-8D9AF95A4FF0}" dt="2025-03-24T21:37:57.235" v="40" actId="47"/>
        <pc:sldMkLst>
          <pc:docMk/>
          <pc:sldMk cId="908435989" sldId="306"/>
        </pc:sldMkLst>
      </pc:sldChg>
      <pc:sldChg chg="del">
        <pc:chgData name="GABRIELE MORRA" userId="247739ab-9a46-4786-ae06-df1725047e48" providerId="ADAL" clId="{402E386E-5341-4945-9FD9-8D9AF95A4FF0}" dt="2025-03-24T21:37:57.859" v="41" actId="47"/>
        <pc:sldMkLst>
          <pc:docMk/>
          <pc:sldMk cId="2888883593" sldId="307"/>
        </pc:sldMkLst>
      </pc:sldChg>
      <pc:sldChg chg="del">
        <pc:chgData name="GABRIELE MORRA" userId="247739ab-9a46-4786-ae06-df1725047e48" providerId="ADAL" clId="{402E386E-5341-4945-9FD9-8D9AF95A4FF0}" dt="2025-03-24T21:37:58.220" v="42" actId="47"/>
        <pc:sldMkLst>
          <pc:docMk/>
          <pc:sldMk cId="98464366" sldId="308"/>
        </pc:sldMkLst>
      </pc:sldChg>
      <pc:sldChg chg="del">
        <pc:chgData name="GABRIELE MORRA" userId="247739ab-9a46-4786-ae06-df1725047e48" providerId="ADAL" clId="{402E386E-5341-4945-9FD9-8D9AF95A4FF0}" dt="2025-03-24T21:37:58.776" v="43" actId="47"/>
        <pc:sldMkLst>
          <pc:docMk/>
          <pc:sldMk cId="975078324" sldId="309"/>
        </pc:sldMkLst>
      </pc:sldChg>
      <pc:sldChg chg="del">
        <pc:chgData name="GABRIELE MORRA" userId="247739ab-9a46-4786-ae06-df1725047e48" providerId="ADAL" clId="{402E386E-5341-4945-9FD9-8D9AF95A4FF0}" dt="2025-03-24T21:37:59.441" v="44" actId="47"/>
        <pc:sldMkLst>
          <pc:docMk/>
          <pc:sldMk cId="3398703144" sldId="310"/>
        </pc:sldMkLst>
      </pc:sldChg>
      <pc:sldChg chg="del">
        <pc:chgData name="GABRIELE MORRA" userId="247739ab-9a46-4786-ae06-df1725047e48" providerId="ADAL" clId="{402E386E-5341-4945-9FD9-8D9AF95A4FF0}" dt="2025-03-24T21:37:59.630" v="45" actId="47"/>
        <pc:sldMkLst>
          <pc:docMk/>
          <pc:sldMk cId="4089615763" sldId="311"/>
        </pc:sldMkLst>
      </pc:sldChg>
      <pc:sldChg chg="del">
        <pc:chgData name="GABRIELE MORRA" userId="247739ab-9a46-4786-ae06-df1725047e48" providerId="ADAL" clId="{402E386E-5341-4945-9FD9-8D9AF95A4FF0}" dt="2025-03-24T21:37:59.795" v="46" actId="47"/>
        <pc:sldMkLst>
          <pc:docMk/>
          <pc:sldMk cId="4078993780" sldId="312"/>
        </pc:sldMkLst>
      </pc:sldChg>
      <pc:sldChg chg="del">
        <pc:chgData name="GABRIELE MORRA" userId="247739ab-9a46-4786-ae06-df1725047e48" providerId="ADAL" clId="{402E386E-5341-4945-9FD9-8D9AF95A4FF0}" dt="2025-03-24T21:38:00.521" v="47" actId="47"/>
        <pc:sldMkLst>
          <pc:docMk/>
          <pc:sldMk cId="993519160" sldId="313"/>
        </pc:sldMkLst>
      </pc:sldChg>
      <pc:sldChg chg="del">
        <pc:chgData name="GABRIELE MORRA" userId="247739ab-9a46-4786-ae06-df1725047e48" providerId="ADAL" clId="{402E386E-5341-4945-9FD9-8D9AF95A4FF0}" dt="2025-03-24T21:38:00.854" v="48" actId="47"/>
        <pc:sldMkLst>
          <pc:docMk/>
          <pc:sldMk cId="1604517868" sldId="314"/>
        </pc:sldMkLst>
      </pc:sldChg>
      <pc:sldChg chg="del">
        <pc:chgData name="GABRIELE MORRA" userId="247739ab-9a46-4786-ae06-df1725047e48" providerId="ADAL" clId="{402E386E-5341-4945-9FD9-8D9AF95A4FF0}" dt="2025-03-24T21:38:00.965" v="49" actId="47"/>
        <pc:sldMkLst>
          <pc:docMk/>
          <pc:sldMk cId="1639220996" sldId="315"/>
        </pc:sldMkLst>
      </pc:sldChg>
      <pc:sldChg chg="del">
        <pc:chgData name="GABRIELE MORRA" userId="247739ab-9a46-4786-ae06-df1725047e48" providerId="ADAL" clId="{402E386E-5341-4945-9FD9-8D9AF95A4FF0}" dt="2025-03-24T21:38:01.347" v="50" actId="47"/>
        <pc:sldMkLst>
          <pc:docMk/>
          <pc:sldMk cId="3992123612" sldId="316"/>
        </pc:sldMkLst>
      </pc:sldChg>
      <pc:sldChg chg="del">
        <pc:chgData name="GABRIELE MORRA" userId="247739ab-9a46-4786-ae06-df1725047e48" providerId="ADAL" clId="{402E386E-5341-4945-9FD9-8D9AF95A4FF0}" dt="2025-03-24T21:38:02.661" v="51" actId="47"/>
        <pc:sldMkLst>
          <pc:docMk/>
          <pc:sldMk cId="1119616900" sldId="31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4CD757C7-D6AC-33C4-A796-03A5FEF383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0D7922C-C02E-E603-8105-878C648510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D6AF11-BD03-482A-AC6F-1F5B7BF06BF0}" type="datetimeFigureOut">
              <a:rPr lang="it-IT" smtClean="0"/>
              <a:t>29/10/2026</a:t>
            </a:fld>
            <a:endParaRPr lang="it-IT"/>
          </a:p>
        </p:txBody>
      </p:sp>
      <p:sp>
        <p:nvSpPr>
          <p:cNvPr id="4" name="Segnaposto piè di pagina 3">
            <a:extLst>
              <a:ext uri="{FF2B5EF4-FFF2-40B4-BE49-F238E27FC236}">
                <a16:creationId xmlns:a16="http://schemas.microsoft.com/office/drawing/2014/main" id="{475040E5-2E8A-13E3-6024-0C42E94C51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BBA5CD7A-D473-D219-0885-46EE16E0AF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D7F7A6-A181-4766-8DBC-F755F061B244}" type="slidenum">
              <a:rPr lang="it-IT" smtClean="0"/>
              <a:t>‹#›</a:t>
            </a:fld>
            <a:endParaRPr lang="it-IT"/>
          </a:p>
        </p:txBody>
      </p:sp>
    </p:spTree>
    <p:extLst>
      <p:ext uri="{BB962C8B-B14F-4D97-AF65-F5344CB8AC3E}">
        <p14:creationId xmlns:p14="http://schemas.microsoft.com/office/powerpoint/2010/main" val="376956567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2BEE1-A207-416D-BF1C-33144D3EF112}" type="datetimeFigureOut">
              <a:rPr lang="it-IT" smtClean="0"/>
              <a:t>29/10/2026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FB7EB0-D673-4FBE-A184-B6623BB68DE2}" type="slidenum">
              <a:rPr lang="it-IT" smtClean="0"/>
              <a:t>‹#›</a:t>
            </a:fld>
            <a:endParaRPr lang="it-IT"/>
          </a:p>
        </p:txBody>
      </p:sp>
    </p:spTree>
    <p:extLst>
      <p:ext uri="{BB962C8B-B14F-4D97-AF65-F5344CB8AC3E}">
        <p14:creationId xmlns:p14="http://schemas.microsoft.com/office/powerpoint/2010/main" val="402062632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Timing plan for 20 minutes (in brackets on every slide). [0:30] Introduce yourself and the plan: what an ODE is, three first-order models solved with pen and paper, what to do when pen and paper fails, and a first look at second-order equations. Material: MATH 331 lecture plan, course text J. Lebl, Notes on Diffy Qs.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Start from the word: Newton called derivatives fluxions, the rates at which quantities flow. An ODE links an unknown function to its derivatives. Stress the key idea in orange: a differential equation does not tell us what a quantity is, but how it changes. Define order and linearity using the table on the right: two of these examples are linear, two are not, and the last one will surprise us in a few minutes. Finish with the initial value problem: the law of change plus a starting point.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Go quickly: the point is that the same mathematical object appears everywhere. Point at two or three cards, for instance the RLC circuit and the population model, and note that they have the same structure as the mass-spring system we will meet at the end. Close with the orange sentence: learn the method once, use it everywhere.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Before solving, ask whether there is exactly one solution. State Picard–Lindelöf informally: if f and its derivative in y are continuous, the future is uniquely determined. Then the surprise from the table: y′ = y^(1/3) with y(0) = 0. y ≡ 0 works; separating variables gives a second solution. Write the separation on the board. In the figure, every orange curve leaves the axis at a different time: infinitely many solutions. The reason: ∂f/∂y is infinite at y = 0, so the hypothesis fails. This is Session 5 of the course.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 The first model: the growth rate is proportional to the population. Do this derivation on the board, step by step, while the slide shows the same steps: separate, integrate, solve for P, impose the initial condition. Two habits to stress: dividing by P loses the constant solution P ≡ 0 (always look for solutions you divided away), and always check by differentiating. The right card is the general recipe, which we will reuse for decay and for the logistic equation.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A worked example from Lebl, Example 0.2.1. Read the problem, ask the audience what is unknown (k) and how to find it (the second data point). Two lines of algebra give k = ln 2 / 10. The answer 6400 comes out exactly, because 60 seconds are six doubling times. Emphasise the doubling time: it does not depend on the current size of the population, the signature of exponential growth.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Same equation with a minus sign. Each nucleus decays independently, so the number of decays per unit time is proportional to N. Derive the half-life on the board: it does not depend on N0, which is why it characterises an isotope. Then radiocarbon dating, Adkins–Davidson Example 8: 75% left means less than half a half-life, about 2378 years. Point at the green square in the figure.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Exponential growth cannot last: resources are finite. Verhulst's model slows growth near the carrying capacity M. The equation is nonlinear but still separable. The one new tool is partial fractions; do the decomposition on the board. Solve for x and impose x(0) = x0 to get the formula in orange. Then the habit we keep repeating: check the formula in special cases (green ticks).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The most powerful idea of the first-order unit: we can understand x′ = f(x) without solving it. Equilibria are zeros of f; the sign of f between them gives the arrows of the phase line; the sign of f′ at an equilibrium decides stability. The figure (Lebl Figure 1.6.2, k = 0.1, M = 5) shows all solutions approaching M. Finish with harvesting: subtracting a constant h makes the two equilibria approach and annihilate at h = kM²/4 — over-harvesting means extinction.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Most ODEs have no closed-form solution, so we approximate. Euler follows the tangent line for a step h. Explain the error count in one sentence: each step makes an error of order h², and there are about 1/h steps, so the total is of order h — a first-order method. The table is Lebl Table 1.7.1: as h halves, the error ratio approaches one half. (We found a rounding slip in that table: h = 0.25 gives 2.47249.) Mention that Heun and Runge–Kutta are the next steps.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Now second order, which is where mechanics lives. Superposition gives a whole family from two solutions; the question is whether it is all solutions. Imposing initial data gives a 2×2 linear system, and its determinant is the Wronskian. Two readings: algebraic (we can meet any initial condition) and geometric (the area spanned by the two states in the phase plane, shown below for a damped oscillator: the area shrinks).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The Wronskian of two solutions obeys its own first-order equation. The proof is three lines; do it on the board: differentiate, the y1′y2′ terms cancel, substitute the equation, the q terms cancel. We get W′ = −pW, which is our decay equation again. Consequences: W is never zero or always zero; we know W without solving — the Airy functions have no elementary formula, yet their Wronskian is exactly 1/π (DLMF 9.2.7); and with friction, phase-plane areas shrink.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With constant coefficients, the guess e^(rt) turns the ODE into a quadratic equation. Three cases, one per sign of the discriminant. Point at the last column: in every case W is proportional to e^((r1+r2)t), and Vieta gives r1 + r2 = −b/a — exactly Abel's theorem, by a completely different route. Sample problem 3 (Lebl Example 2.2.4): roots 3 ± 2i, so the solution grows and oscillates.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Everything comes together. Newton plus Hooke plus a linear damper gives a constant-coefficient equation; the damping ratio ζ is the discriminant in disguise. Show the three regimes in the figure: critical damping returns fastest without oscillating, which is why car suspensions and door closers are designed near ζ = 1. Energy decreases at the rate c x′², and the same equation describes an RLC circuit.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Read the five points quickly, one sentence each, and connect them: law of change, pen-and-paper methods, qualitative picture, numerics, second-order theory. End with what comes next in the course (forced vibrations and resonance)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C33D50-3499-200E-DB06-06AE44F4F48E}"/>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4B24D72-5D16-C8A4-0D18-E5837EDE1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3BB0BE2-93AE-8543-C2CC-1847A7676A66}"/>
              </a:ext>
            </a:extLst>
          </p:cNvPr>
          <p:cNvSpPr>
            <a:spLocks noGrp="1"/>
          </p:cNvSpPr>
          <p:nvPr>
            <p:ph type="dt" sz="half" idx="10"/>
          </p:nvPr>
        </p:nvSpPr>
        <p:spPr/>
        <p:txBody>
          <a:bodyPr/>
          <a:lstStyle/>
          <a:p>
            <a:fld id="{415D727C-E486-4E7A-82B2-43CE16D4A9FF}" type="datetime1">
              <a:rPr lang="it-IT" smtClean="0"/>
              <a:t>29/10/2026</a:t>
            </a:fld>
            <a:endParaRPr lang="it-IT"/>
          </a:p>
        </p:txBody>
      </p:sp>
      <p:sp>
        <p:nvSpPr>
          <p:cNvPr id="5" name="Segnaposto piè di pagina 4">
            <a:extLst>
              <a:ext uri="{FF2B5EF4-FFF2-40B4-BE49-F238E27FC236}">
                <a16:creationId xmlns:a16="http://schemas.microsoft.com/office/drawing/2014/main" id="{2B49D335-4CB2-9EFD-0297-6CBC6FFF3F0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1324FD6-8ECF-0CC9-8060-0A75372B459E}"/>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45671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E7B7D0-18D6-EEE4-83C6-EE528BAC1DF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AA6F7C0-9475-A50D-BCAB-C92BB7EDDE6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94A8BAB-5D67-AA0C-BA31-1482084627FA}"/>
              </a:ext>
            </a:extLst>
          </p:cNvPr>
          <p:cNvSpPr>
            <a:spLocks noGrp="1"/>
          </p:cNvSpPr>
          <p:nvPr>
            <p:ph type="dt" sz="half" idx="10"/>
          </p:nvPr>
        </p:nvSpPr>
        <p:spPr/>
        <p:txBody>
          <a:bodyPr/>
          <a:lstStyle/>
          <a:p>
            <a:fld id="{BD8396F3-DEB7-4D58-A64B-FC2E3DAE9A31}" type="datetime1">
              <a:rPr lang="it-IT" smtClean="0"/>
              <a:t>29/10/2026</a:t>
            </a:fld>
            <a:endParaRPr lang="it-IT"/>
          </a:p>
        </p:txBody>
      </p:sp>
      <p:sp>
        <p:nvSpPr>
          <p:cNvPr id="5" name="Segnaposto piè di pagina 4">
            <a:extLst>
              <a:ext uri="{FF2B5EF4-FFF2-40B4-BE49-F238E27FC236}">
                <a16:creationId xmlns:a16="http://schemas.microsoft.com/office/drawing/2014/main" id="{00E0C5E3-F991-9F54-7B9E-D970E854301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B8B70D5-DF18-1984-22D3-37ED516A6070}"/>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098025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3081C3-D302-237B-4F6A-98B207619D7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4B71D8FE-6514-A4C6-597F-16FC6C42B7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CE90A70-F7A0-AF1C-B276-76F364B96619}"/>
              </a:ext>
            </a:extLst>
          </p:cNvPr>
          <p:cNvSpPr>
            <a:spLocks noGrp="1"/>
          </p:cNvSpPr>
          <p:nvPr>
            <p:ph type="dt" sz="half" idx="10"/>
          </p:nvPr>
        </p:nvSpPr>
        <p:spPr/>
        <p:txBody>
          <a:bodyPr/>
          <a:lstStyle/>
          <a:p>
            <a:fld id="{8B6CE4EF-6795-444A-9EB5-FD4E502A8248}" type="datetime1">
              <a:rPr lang="it-IT" smtClean="0"/>
              <a:t>29/10/2026</a:t>
            </a:fld>
            <a:endParaRPr lang="it-IT"/>
          </a:p>
        </p:txBody>
      </p:sp>
      <p:sp>
        <p:nvSpPr>
          <p:cNvPr id="5" name="Segnaposto piè di pagina 4">
            <a:extLst>
              <a:ext uri="{FF2B5EF4-FFF2-40B4-BE49-F238E27FC236}">
                <a16:creationId xmlns:a16="http://schemas.microsoft.com/office/drawing/2014/main" id="{82678D40-A6F0-DBE0-34D5-BE3D468532E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E662409-D91E-FED1-C003-B72D5C5F9926}"/>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819618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10318F-5470-4590-E8D0-1D12CFC0587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DC2B6DE-DE62-86AB-A5CE-7415DA78B059}"/>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FB929479-C2C9-A264-9086-9F823DAC8B2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A691113-26B4-AA30-57BB-70D2290BC422}"/>
              </a:ext>
            </a:extLst>
          </p:cNvPr>
          <p:cNvSpPr>
            <a:spLocks noGrp="1"/>
          </p:cNvSpPr>
          <p:nvPr>
            <p:ph type="dt" sz="half" idx="10"/>
          </p:nvPr>
        </p:nvSpPr>
        <p:spPr/>
        <p:txBody>
          <a:bodyPr/>
          <a:lstStyle/>
          <a:p>
            <a:fld id="{711CAD78-A281-425E-96C8-08743E84AA1F}" type="datetime1">
              <a:rPr lang="it-IT" smtClean="0"/>
              <a:t>29/10/2026</a:t>
            </a:fld>
            <a:endParaRPr lang="it-IT"/>
          </a:p>
        </p:txBody>
      </p:sp>
      <p:sp>
        <p:nvSpPr>
          <p:cNvPr id="6" name="Segnaposto piè di pagina 5">
            <a:extLst>
              <a:ext uri="{FF2B5EF4-FFF2-40B4-BE49-F238E27FC236}">
                <a16:creationId xmlns:a16="http://schemas.microsoft.com/office/drawing/2014/main" id="{8A8D450D-4BC1-3ED8-ACBD-C26717C59C0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0FB098-C862-9119-E8C6-1B1CBDB8A1DA}"/>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773959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1DFF3F-39E1-4D68-CACD-E219D1B62F5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085EFAC-80F9-59B1-5EC4-716879477E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22E8939-473F-9930-E544-B20CF12A58A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2FE80E13-4803-9418-4BA2-0C92DC7DCE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2C8A972-0C7B-6B05-D86C-D548403B933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C82442C-C6DA-76AD-5737-93D053FAF6C4}"/>
              </a:ext>
            </a:extLst>
          </p:cNvPr>
          <p:cNvSpPr>
            <a:spLocks noGrp="1"/>
          </p:cNvSpPr>
          <p:nvPr>
            <p:ph type="dt" sz="half" idx="10"/>
          </p:nvPr>
        </p:nvSpPr>
        <p:spPr/>
        <p:txBody>
          <a:bodyPr/>
          <a:lstStyle/>
          <a:p>
            <a:fld id="{EF7D3665-FF6B-4938-9FBF-68A46B7FD29D}" type="datetime1">
              <a:rPr lang="it-IT" smtClean="0"/>
              <a:t>29/10/2026</a:t>
            </a:fld>
            <a:endParaRPr lang="it-IT"/>
          </a:p>
        </p:txBody>
      </p:sp>
      <p:sp>
        <p:nvSpPr>
          <p:cNvPr id="8" name="Segnaposto piè di pagina 7">
            <a:extLst>
              <a:ext uri="{FF2B5EF4-FFF2-40B4-BE49-F238E27FC236}">
                <a16:creationId xmlns:a16="http://schemas.microsoft.com/office/drawing/2014/main" id="{AF2A100D-FE5A-25FF-3F23-B8DBBF784883}"/>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8B745D4-392D-2563-46D4-60CD3908A7A5}"/>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56188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6ABA7B-F33F-25EF-28AF-1F246500301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DED16EE-3574-D735-49F5-90F07CBE96C1}"/>
              </a:ext>
            </a:extLst>
          </p:cNvPr>
          <p:cNvSpPr>
            <a:spLocks noGrp="1"/>
          </p:cNvSpPr>
          <p:nvPr>
            <p:ph type="dt" sz="half" idx="10"/>
          </p:nvPr>
        </p:nvSpPr>
        <p:spPr/>
        <p:txBody>
          <a:bodyPr/>
          <a:lstStyle/>
          <a:p>
            <a:fld id="{7396CD7D-3159-4338-80DA-BB235C6A088B}" type="datetime1">
              <a:rPr lang="it-IT" smtClean="0"/>
              <a:t>29/10/2026</a:t>
            </a:fld>
            <a:endParaRPr lang="it-IT"/>
          </a:p>
        </p:txBody>
      </p:sp>
      <p:sp>
        <p:nvSpPr>
          <p:cNvPr id="4" name="Segnaposto piè di pagina 3">
            <a:extLst>
              <a:ext uri="{FF2B5EF4-FFF2-40B4-BE49-F238E27FC236}">
                <a16:creationId xmlns:a16="http://schemas.microsoft.com/office/drawing/2014/main" id="{C720D792-91C5-5DD6-4EF8-CF80BA84EF9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33A749EE-E7F7-C2AF-649D-FF6119E1BFED}"/>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102351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046DDF4-F657-D128-79EC-7B8C21FFD65B}"/>
              </a:ext>
            </a:extLst>
          </p:cNvPr>
          <p:cNvSpPr>
            <a:spLocks noGrp="1"/>
          </p:cNvSpPr>
          <p:nvPr>
            <p:ph type="dt" sz="half" idx="10"/>
          </p:nvPr>
        </p:nvSpPr>
        <p:spPr/>
        <p:txBody>
          <a:bodyPr/>
          <a:lstStyle/>
          <a:p>
            <a:fld id="{0EB22B71-1FE6-48B4-8E99-870CE3C2BDCC}" type="datetime1">
              <a:rPr lang="it-IT" smtClean="0"/>
              <a:t>29/10/2026</a:t>
            </a:fld>
            <a:endParaRPr lang="it-IT"/>
          </a:p>
        </p:txBody>
      </p:sp>
      <p:sp>
        <p:nvSpPr>
          <p:cNvPr id="3" name="Segnaposto piè di pagina 2">
            <a:extLst>
              <a:ext uri="{FF2B5EF4-FFF2-40B4-BE49-F238E27FC236}">
                <a16:creationId xmlns:a16="http://schemas.microsoft.com/office/drawing/2014/main" id="{1C86D40A-CCD0-C81F-F98A-DF53F7F32340}"/>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9A8529F-6B28-D11F-E614-4C8762D8B457}"/>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55455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03D96DF-D747-67F5-D6F9-6498BE8CA6D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F08DBC7-4127-AF4F-74AE-ACB4A52289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2FB1C78-5CBF-9AF1-245F-26F47DB44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3B7B31A-118E-34DC-357F-2CAFB14825A3}"/>
              </a:ext>
            </a:extLst>
          </p:cNvPr>
          <p:cNvSpPr>
            <a:spLocks noGrp="1"/>
          </p:cNvSpPr>
          <p:nvPr>
            <p:ph type="dt" sz="half" idx="10"/>
          </p:nvPr>
        </p:nvSpPr>
        <p:spPr/>
        <p:txBody>
          <a:bodyPr/>
          <a:lstStyle/>
          <a:p>
            <a:fld id="{59777933-5359-4CAD-BF03-A45665949D7C}" type="datetime1">
              <a:rPr lang="it-IT" smtClean="0"/>
              <a:t>29/10/2026</a:t>
            </a:fld>
            <a:endParaRPr lang="it-IT"/>
          </a:p>
        </p:txBody>
      </p:sp>
      <p:sp>
        <p:nvSpPr>
          <p:cNvPr id="6" name="Segnaposto piè di pagina 5">
            <a:extLst>
              <a:ext uri="{FF2B5EF4-FFF2-40B4-BE49-F238E27FC236}">
                <a16:creationId xmlns:a16="http://schemas.microsoft.com/office/drawing/2014/main" id="{DEDEFC20-5178-3E51-B3EA-28120F750AB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56D2546-18CA-9891-5BB3-F6E2982B438F}"/>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2577464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6E6601-D861-4C9F-B241-9235A272782A}"/>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33B17A3-5C15-A509-9335-D34BDBA61C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79584DE-46C4-A374-31BE-B73F3BD17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945247A-F466-CA3D-A7AE-C025518726EF}"/>
              </a:ext>
            </a:extLst>
          </p:cNvPr>
          <p:cNvSpPr>
            <a:spLocks noGrp="1"/>
          </p:cNvSpPr>
          <p:nvPr>
            <p:ph type="dt" sz="half" idx="10"/>
          </p:nvPr>
        </p:nvSpPr>
        <p:spPr/>
        <p:txBody>
          <a:bodyPr/>
          <a:lstStyle/>
          <a:p>
            <a:fld id="{C33FC36A-345D-49E9-B73A-FFE92D494058}" type="datetime1">
              <a:rPr lang="it-IT" smtClean="0"/>
              <a:t>29/10/2026</a:t>
            </a:fld>
            <a:endParaRPr lang="it-IT"/>
          </a:p>
        </p:txBody>
      </p:sp>
      <p:sp>
        <p:nvSpPr>
          <p:cNvPr id="6" name="Segnaposto piè di pagina 5">
            <a:extLst>
              <a:ext uri="{FF2B5EF4-FFF2-40B4-BE49-F238E27FC236}">
                <a16:creationId xmlns:a16="http://schemas.microsoft.com/office/drawing/2014/main" id="{1D62CF11-DE7A-A624-1A8B-4DEDE6A70CB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3601467-83FA-DF5C-B309-9EBE906290FE}"/>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1721284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A1653C-6E84-58AB-1D78-DA34935D5436}"/>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A4210BA4-FE27-640B-9731-C7147902CE72}"/>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70363E5-F8C0-8D1C-E7FC-489516084427}"/>
              </a:ext>
            </a:extLst>
          </p:cNvPr>
          <p:cNvSpPr>
            <a:spLocks noGrp="1"/>
          </p:cNvSpPr>
          <p:nvPr>
            <p:ph type="dt" sz="half" idx="10"/>
          </p:nvPr>
        </p:nvSpPr>
        <p:spPr/>
        <p:txBody>
          <a:bodyPr/>
          <a:lstStyle/>
          <a:p>
            <a:fld id="{8CC3BBDA-17BE-42BA-99D8-18AAFEF88034}" type="datetime1">
              <a:rPr lang="it-IT" smtClean="0"/>
              <a:t>29/10/2026</a:t>
            </a:fld>
            <a:endParaRPr lang="it-IT"/>
          </a:p>
        </p:txBody>
      </p:sp>
      <p:sp>
        <p:nvSpPr>
          <p:cNvPr id="5" name="Segnaposto piè di pagina 4">
            <a:extLst>
              <a:ext uri="{FF2B5EF4-FFF2-40B4-BE49-F238E27FC236}">
                <a16:creationId xmlns:a16="http://schemas.microsoft.com/office/drawing/2014/main" id="{264A9F0C-AF1C-9701-1249-C3C1CE3C9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799FD1E-DE39-AC83-4052-FB264B2155F3}"/>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2173540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72669A1-0627-6348-9F36-4AC34AB5AE9B}"/>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A24D2A1-97FC-1AAF-41DA-2207B31D2BD8}"/>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95624F5-E38B-A05E-BB38-5C2BD7CB74B2}"/>
              </a:ext>
            </a:extLst>
          </p:cNvPr>
          <p:cNvSpPr>
            <a:spLocks noGrp="1"/>
          </p:cNvSpPr>
          <p:nvPr>
            <p:ph type="dt" sz="half" idx="10"/>
          </p:nvPr>
        </p:nvSpPr>
        <p:spPr/>
        <p:txBody>
          <a:bodyPr/>
          <a:lstStyle/>
          <a:p>
            <a:fld id="{ED5CECFF-37FE-4574-A0FE-20E4B868A692}" type="datetime1">
              <a:rPr lang="it-IT" smtClean="0"/>
              <a:t>29/10/2026</a:t>
            </a:fld>
            <a:endParaRPr lang="it-IT"/>
          </a:p>
        </p:txBody>
      </p:sp>
      <p:sp>
        <p:nvSpPr>
          <p:cNvPr id="5" name="Segnaposto piè di pagina 4">
            <a:extLst>
              <a:ext uri="{FF2B5EF4-FFF2-40B4-BE49-F238E27FC236}">
                <a16:creationId xmlns:a16="http://schemas.microsoft.com/office/drawing/2014/main" id="{0F03BE9E-D292-70E0-C0F3-C84D5E993C5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5EC0E9D-0973-AE8C-574F-1C09B784E6EF}"/>
              </a:ext>
            </a:extLst>
          </p:cNvPr>
          <p:cNvSpPr>
            <a:spLocks noGrp="1"/>
          </p:cNvSpPr>
          <p:nvPr>
            <p:ph type="sldNum" sz="quarter" idx="12"/>
          </p:nvPr>
        </p:nvSpPr>
        <p:spPr/>
        <p:txBody>
          <a:bodyPr/>
          <a:lstStyle/>
          <a:p>
            <a:fld id="{206BB8CB-C112-4AF1-992B-2BAB7191A575}" type="slidenum">
              <a:rPr lang="it-IT" smtClean="0"/>
              <a:t>‹#›</a:t>
            </a:fld>
            <a:endParaRPr lang="it-IT"/>
          </a:p>
        </p:txBody>
      </p:sp>
    </p:spTree>
    <p:extLst>
      <p:ext uri="{BB962C8B-B14F-4D97-AF65-F5344CB8AC3E}">
        <p14:creationId xmlns:p14="http://schemas.microsoft.com/office/powerpoint/2010/main" val="3168358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570F94C-314E-B087-C310-23A93C229D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6287DAF-4922-12CE-2609-DEB593D7DB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10498B6-24A0-0B95-570D-8D23B66411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5992FC-3385-4D46-9673-BC09848C5365}" type="datetime1">
              <a:rPr lang="it-IT" smtClean="0"/>
              <a:t>29/10/2026</a:t>
            </a:fld>
            <a:endParaRPr lang="it-IT"/>
          </a:p>
        </p:txBody>
      </p:sp>
      <p:sp>
        <p:nvSpPr>
          <p:cNvPr id="5" name="Segnaposto piè di pagina 4">
            <a:extLst>
              <a:ext uri="{FF2B5EF4-FFF2-40B4-BE49-F238E27FC236}">
                <a16:creationId xmlns:a16="http://schemas.microsoft.com/office/drawing/2014/main" id="{053AF977-3929-C3BA-2D2C-D791D1A6A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B8B90F6B-B6E5-9B80-6091-F0845E79C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6BB8CB-C112-4AF1-992B-2BAB7191A575}" type="slidenum">
              <a:rPr lang="it-IT" smtClean="0"/>
              <a:t>‹#›</a:t>
            </a:fld>
            <a:endParaRPr lang="it-IT"/>
          </a:p>
        </p:txBody>
      </p:sp>
    </p:spTree>
    <p:extLst>
      <p:ext uri="{BB962C8B-B14F-4D97-AF65-F5344CB8AC3E}">
        <p14:creationId xmlns:p14="http://schemas.microsoft.com/office/powerpoint/2010/main" val="125995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lec_s02_01.png"/><Relationship Id="rId4" Type="http://schemas.openxmlformats.org/officeDocument/2006/relationships/image" Target="../media/lec_s02_00.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lec_s04_00.png"/></Relationships>
</file>

<file path=ppt/slides/_rels/slide5.xml.rels><?xml version="1.0" encoding="UTF-8" standalone="yes"?>
<Relationships xmlns="http://schemas.openxmlformats.org/package/2006/relationships"><Relationship Id="rId8" Type="http://schemas.openxmlformats.org/officeDocument/2006/relationships/image" Target="../media/lec_s05_04.png"/><Relationship Id="rId3" Type="http://schemas.openxmlformats.org/officeDocument/2006/relationships/image" Target="../media/image1.png"/><Relationship Id="rId7" Type="http://schemas.openxmlformats.org/officeDocument/2006/relationships/image" Target="../media/lec_s05_0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lec_s05_02.png"/><Relationship Id="rId5" Type="http://schemas.openxmlformats.org/officeDocument/2006/relationships/image" Target="../media/lec_s05_01.png"/><Relationship Id="rId10" Type="http://schemas.openxmlformats.org/officeDocument/2006/relationships/image" Target="../media/lec_s05_06.png"/><Relationship Id="rId4" Type="http://schemas.openxmlformats.org/officeDocument/2006/relationships/image" Target="../media/lec_s05_00.png"/><Relationship Id="rId9" Type="http://schemas.openxmlformats.org/officeDocument/2006/relationships/image" Target="../media/lec_s05_0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lec_s06_02.png"/><Relationship Id="rId5" Type="http://schemas.openxmlformats.org/officeDocument/2006/relationships/image" Target="../media/lec_s06_01.png"/><Relationship Id="rId4" Type="http://schemas.openxmlformats.org/officeDocument/2006/relationships/image" Target="../media/lec_s06_0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lec_s07_02.png"/><Relationship Id="rId5" Type="http://schemas.openxmlformats.org/officeDocument/2006/relationships/image" Target="../media/lec_s07_01.png"/><Relationship Id="rId4" Type="http://schemas.openxmlformats.org/officeDocument/2006/relationships/image" Target="../media/lec_s07_0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lec_s08_0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lec_s08_02.png"/><Relationship Id="rId5" Type="http://schemas.openxmlformats.org/officeDocument/2006/relationships/image" Target="../media/lec_s08_01.png"/><Relationship Id="rId4" Type="http://schemas.openxmlformats.org/officeDocument/2006/relationships/image" Target="../media/lec_s08_0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lec_s09_0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lec_s10_0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lec_s11_02.png"/><Relationship Id="rId5" Type="http://schemas.openxmlformats.org/officeDocument/2006/relationships/image" Target="../media/lec_s11_01.png"/><Relationship Id="rId4" Type="http://schemas.openxmlformats.org/officeDocument/2006/relationships/image" Target="../media/lec_s11_0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lec_s12_02.png"/><Relationship Id="rId5" Type="http://schemas.openxmlformats.org/officeDocument/2006/relationships/image" Target="../media/lec_s12_01.png"/><Relationship Id="rId4" Type="http://schemas.openxmlformats.org/officeDocument/2006/relationships/image" Target="../media/lec_s12_0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lec_s13_01.png"/><Relationship Id="rId4" Type="http://schemas.openxmlformats.org/officeDocument/2006/relationships/image" Target="../media/lec_s13_0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lec_s14_01.png"/><Relationship Id="rId4" Type="http://schemas.openxmlformats.org/officeDocument/2006/relationships/image" Target="../media/lec_s14_0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DCBD4D79-28C1-B4DA-B365-AA192D69F1BD}"/>
              </a:ext>
            </a:extLst>
          </p:cNvPr>
          <p:cNvSpPr txBox="1"/>
          <p:nvPr/>
        </p:nvSpPr>
        <p:spPr>
          <a:xfrm>
            <a:off x="682172" y="583364"/>
            <a:ext cx="10827657" cy="1631216"/>
          </a:xfrm>
          <a:prstGeom prst="rect">
            <a:avLst/>
          </a:prstGeom>
          <a:noFill/>
        </p:spPr>
        <p:txBody>
          <a:bodyPr wrap="square" rtlCol="0" anchor="ctr" anchorCtr="0">
            <a:spAutoFit/>
          </a:bodyPr>
          <a:lstStyle/>
          <a:p>
            <a:pPr algn="ctr">
              <a:lnSpc>
                <a:spcPct val="150000"/>
              </a:lnSpc>
            </a:pPr>
            <a:r>
              <a:rPr lang="en-US" sz="4000" b="1" dirty="0">
                <a:solidFill>
                  <a:schemeClr val="accent5">
                    <a:lumMod val="75000"/>
                  </a:schemeClr>
                </a:solidFill>
                <a:latin typeface="LM Roman 10" panose="00000500000000000000" pitchFamily="2" charset="0"/>
              </a:rPr>
              <a:t>MATH 331</a:t>
            </a:r>
          </a:p>
          <a:p>
            <a:pPr algn="ctr"/>
            <a:r>
              <a:rPr lang="en-US" sz="4000" b="1" dirty="0">
                <a:solidFill>
                  <a:srgbClr val="002060"/>
                </a:solidFill>
                <a:latin typeface="LM Roman 10" panose="00000500000000000000" pitchFamily="2" charset="0"/>
              </a:rPr>
              <a:t>Ordinary Differential Equations</a:t>
            </a:r>
            <a:endParaRPr lang="it-IT" sz="4000" b="1" dirty="0">
              <a:solidFill>
                <a:srgbClr val="002060"/>
              </a:solidFill>
              <a:latin typeface="LM Roman 10" panose="00000500000000000000" pitchFamily="2" charset="0"/>
            </a:endParaRPr>
          </a:p>
        </p:txBody>
      </p:sp>
      <p:sp>
        <p:nvSpPr>
          <p:cNvPr id="10" name="CasellaDiTesto 9">
            <a:extLst>
              <a:ext uri="{FF2B5EF4-FFF2-40B4-BE49-F238E27FC236}">
                <a16:creationId xmlns:a16="http://schemas.microsoft.com/office/drawing/2014/main" id="{4D17C72F-D4A5-42BD-B7F1-702121C5C12E}"/>
              </a:ext>
            </a:extLst>
          </p:cNvPr>
          <p:cNvSpPr txBox="1"/>
          <p:nvPr/>
        </p:nvSpPr>
        <p:spPr>
          <a:xfrm>
            <a:off x="682172" y="3530784"/>
            <a:ext cx="10827657" cy="1169551"/>
          </a:xfrm>
          <a:prstGeom prst="rect">
            <a:avLst/>
          </a:prstGeom>
          <a:noFill/>
        </p:spPr>
        <p:txBody>
          <a:bodyPr wrap="square" rtlCol="0" anchor="ctr" anchorCtr="0">
            <a:spAutoFit/>
          </a:bodyPr>
          <a:lstStyle/>
          <a:p>
            <a:pPr algn="ctr">
              <a:lnSpc>
                <a:spcPct val="150000"/>
              </a:lnSpc>
            </a:pPr>
            <a:r>
              <a:rPr lang="en-US" sz="2800" b="1" dirty="0">
                <a:solidFill>
                  <a:schemeClr val="accent5">
                    <a:lumMod val="75000"/>
                  </a:schemeClr>
                </a:solidFill>
                <a:latin typeface="LM Roman 10" panose="00000500000000000000" pitchFamily="2" charset="0"/>
              </a:rPr>
              <a:t>Claudio Mirabella</a:t>
            </a:r>
          </a:p>
          <a:p>
            <a:pPr algn="ctr"/>
            <a:r>
              <a:rPr lang="en-US" sz="2800" b="1" dirty="0">
                <a:solidFill>
                  <a:srgbClr val="002060"/>
                </a:solidFill>
                <a:latin typeface="LM Roman 10" panose="00000500000000000000" pitchFamily="2" charset="0"/>
              </a:rPr>
              <a:t>Example lecture · 2026</a:t>
            </a:r>
            <a:endParaRPr lang="it-IT" sz="2800" b="1" dirty="0">
              <a:solidFill>
                <a:srgbClr val="002060"/>
              </a:solidFill>
              <a:latin typeface="LM Roman 10" panose="00000500000000000000" pitchFamily="2" charset="0"/>
            </a:endParaRPr>
          </a:p>
        </p:txBody>
      </p:sp>
      <p:sp>
        <p:nvSpPr>
          <p:cNvPr id="12" name="CasellaDiTesto 11">
            <a:extLst>
              <a:ext uri="{FF2B5EF4-FFF2-40B4-BE49-F238E27FC236}">
                <a16:creationId xmlns:a16="http://schemas.microsoft.com/office/drawing/2014/main" id="{B0026313-E14F-1CA4-25A7-055ED2064021}"/>
              </a:ext>
            </a:extLst>
          </p:cNvPr>
          <p:cNvSpPr txBox="1"/>
          <p:nvPr/>
        </p:nvSpPr>
        <p:spPr>
          <a:xfrm>
            <a:off x="0" y="6016539"/>
            <a:ext cx="7145867" cy="669927"/>
          </a:xfrm>
          <a:prstGeom prst="rect">
            <a:avLst/>
          </a:prstGeom>
          <a:noFill/>
        </p:spPr>
        <p:txBody>
          <a:bodyPr wrap="square">
            <a:spAutoFit/>
          </a:bodyPr>
          <a:lstStyle/>
          <a:p>
            <a:pPr>
              <a:lnSpc>
                <a:spcPct val="150000"/>
              </a:lnSpc>
            </a:pPr>
            <a:r>
              <a:rPr lang="en-US" sz="2800" b="1" dirty="0">
                <a:solidFill>
                  <a:schemeClr val="accent5">
                    <a:lumMod val="75000"/>
                  </a:schemeClr>
                </a:solidFill>
                <a:latin typeface="LM Roman 10" panose="00000500000000000000" pitchFamily="2" charset="0"/>
              </a:rPr>
              <a:t>01. Modelling with ODEs</a:t>
            </a:r>
            <a:endParaRPr lang="en-US" sz="2400" b="1" dirty="0">
              <a:solidFill>
                <a:schemeClr val="accent5">
                  <a:lumMod val="75000"/>
                </a:schemeClr>
              </a:solidFill>
              <a:latin typeface="LM Roman 10" panose="00000500000000000000" pitchFamily="2" charset="0"/>
            </a:endParaRPr>
          </a:p>
        </p:txBody>
      </p:sp>
      <p:pic>
        <p:nvPicPr>
          <p:cNvPr id="15" name="Picture 2">
            <a:extLst>
              <a:ext uri="{FF2B5EF4-FFF2-40B4-BE49-F238E27FC236}">
                <a16:creationId xmlns:a16="http://schemas.microsoft.com/office/drawing/2014/main" id="{6453012C-8DDA-BD47-032A-B1F0D7AE4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2397" y="4649527"/>
            <a:ext cx="2215935" cy="2215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703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What is a differential equation?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2</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400800" cy="91440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An </a:t>
            </a:r>
            <a:r>
              <a:rPr lang="en-US" sz="1800" b="1" i="0" dirty="0">
                <a:solidFill>
                  <a:srgbClr val="002060"/>
                </a:solidFill>
                <a:latin typeface="LM Roman 10"/>
                <a:cs typeface="LM Roman 10"/>
              </a:rPr>
              <a:t>ordinary differential equation</a:t>
            </a:r>
            <a:r>
              <a:rPr lang="en-US" sz="1800" b="0" i="0" dirty="0">
                <a:solidFill>
                  <a:srgbClr val="002060"/>
                </a:solidFill>
                <a:latin typeface="LM Roman 10"/>
                <a:cs typeface="LM Roman 10"/>
              </a:rPr>
              <a:t> (ODE) relates an unknown function y(t) to its derivatives:</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2099920" y="2048256"/>
                <a:ext cx="3298241" cy="696468"/>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200" b="0" i="1">
                          <a:solidFill>
                            <a:srgbClr val="002060"/>
                          </a:solidFill>
                          <a:latin typeface="Cambria Math"/>
                          <a:cs typeface="Cambria Math"/>
                        </a:rPr>
                        <m:t>𝐹</m:t>
                      </m:r>
                      <m:d>
                        <m:dPr>
                          <m:ctrlPr>
                            <a:rPr lang="en-US" sz="2200" b="0" i="1">
                              <a:solidFill>
                                <a:srgbClr val="002060"/>
                              </a:solidFill>
                              <a:latin typeface="Cambria Math"/>
                              <a:cs typeface="Cambria Math"/>
                            </a:rPr>
                          </m:ctrlPr>
                        </m:dPr>
                        <m:e>
                          <m:r>
                            <a:rPr lang="en-US" sz="2200" b="0" i="1">
                              <a:solidFill>
                                <a:srgbClr val="002060"/>
                              </a:solidFill>
                              <a:latin typeface="Cambria Math"/>
                              <a:cs typeface="Cambria Math"/>
                            </a:rPr>
                            <m:t>𝑡</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r>
                            <a:rPr lang="en-US" sz="2200" b="0" i="1">
                              <a:solidFill>
                                <a:srgbClr val="002060"/>
                              </a:solidFill>
                              <a:latin typeface="Cambria Math"/>
                              <a:cs typeface="Cambria Math"/>
                            </a:rPr>
                            <m:t>𝑦</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r>
                            <a:rPr lang="en-US" sz="2200" b="0" i="1">
                              <a:solidFill>
                                <a:srgbClr val="002060"/>
                              </a:solidFill>
                              <a:latin typeface="Cambria Math"/>
                              <a:cs typeface="Cambria Math"/>
                            </a:rPr>
                            <m:t>𝑦</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r>
                            <a:rPr lang="en-US" sz="2200" b="0" i="0">
                              <a:solidFill>
                                <a:srgbClr val="002060"/>
                              </a:solidFill>
                              <a:latin typeface="Cambria Math"/>
                              <a:cs typeface="Cambria Math"/>
                            </a:rPr>
                            <m:t>…,</m:t>
                          </m:r>
                          <m:r>
                            <a:rPr lang="en-US" sz="2200" b="0" i="1">
                              <a:solidFill>
                                <a:srgbClr val="002060"/>
                              </a:solidFill>
                              <a:latin typeface="Cambria Math"/>
                              <a:cs typeface="Cambria Math"/>
                            </a:rPr>
                            <m:t> </m:t>
                          </m:r>
                          <m:sSup>
                            <m:sSupPr>
                              <m:ctrlPr>
                                <a:rPr lang="en-US" sz="2200" b="0" i="1">
                                  <a:solidFill>
                                    <a:srgbClr val="002060"/>
                                  </a:solidFill>
                                  <a:latin typeface="Cambria Math"/>
                                  <a:cs typeface="Cambria Math"/>
                                </a:rPr>
                              </m:ctrlPr>
                            </m:sSupPr>
                            <m:e>
                              <m:r>
                                <a:rPr lang="en-US" sz="2200" b="0" i="1">
                                  <a:solidFill>
                                    <a:srgbClr val="002060"/>
                                  </a:solidFill>
                                  <a:latin typeface="Cambria Math"/>
                                  <a:cs typeface="Cambria Math"/>
                                </a:rPr>
                                <m:t>𝑦</m:t>
                              </m:r>
                            </m:e>
                            <m:sup>
                              <m:d>
                                <m:dPr>
                                  <m:ctrlPr>
                                    <a:rPr lang="en-US" sz="2200" b="0" i="1">
                                      <a:solidFill>
                                        <a:srgbClr val="002060"/>
                                      </a:solidFill>
                                      <a:latin typeface="Cambria Math"/>
                                      <a:cs typeface="Cambria Math"/>
                                    </a:rPr>
                                  </m:ctrlPr>
                                </m:dPr>
                                <m:e>
                                  <m:r>
                                    <a:rPr lang="en-US" sz="2200" b="0" i="1">
                                      <a:solidFill>
                                        <a:srgbClr val="002060"/>
                                      </a:solidFill>
                                      <a:latin typeface="Cambria Math"/>
                                      <a:cs typeface="Cambria Math"/>
                                    </a:rPr>
                                    <m:t>𝑛</m:t>
                                  </m:r>
                                </m:e>
                              </m:d>
                            </m:sup>
                          </m:sSup>
                        </m:e>
                      </m:d>
                      <m:r>
                        <a:rPr lang="en-US" sz="2200" b="0" i="0">
                          <a:solidFill>
                            <a:srgbClr val="002060"/>
                          </a:solidFill>
                          <a:latin typeface="Cambria Math"/>
                          <a:cs typeface="Cambria Math"/>
                        </a:rPr>
                        <m:t>=</m:t>
                      </m:r>
                      <m:r>
                        <a:rPr lang="en-US" sz="2200" b="0" i="1">
                          <a:solidFill>
                            <a:srgbClr val="002060"/>
                          </a:solidFill>
                          <a:latin typeface="Cambria Math"/>
                          <a:cs typeface="Cambria Math"/>
                        </a:rPr>
                        <m:t>0</m:t>
                      </m:r>
                    </m:oMath>
                  </m:oMathPara>
                </a14:m>
                <a:endParaRPr lang="en-US" sz="2200"/>
              </a:p>
            </p:txBody>
          </p:sp>
        </mc:Choice>
        <mc:Fallback xmlns="">
          <p:pic>
            <p:nvPicPr>
              <p:cNvPr id="102" name="Equation 102" descr="F\left(t,\,y,\,y',\,\dots,\,y^{(n)}\right)=0"/>
              <p:cNvPicPr>
                <a:picLocks noChangeAspect="1"/>
              </p:cNvPicPr>
              <p:nvPr/>
            </p:nvPicPr>
            <p:blipFill>
              <a:blip r:embed="rId4"/>
              <a:stretch>
                <a:fillRect/>
              </a:stretch>
            </p:blipFill>
            <p:spPr>
              <a:xfrm>
                <a:off x="2154784" y="2103120"/>
                <a:ext cx="3188513" cy="586740"/>
              </a:xfrm>
              <a:prstGeom prst="rect">
                <a:avLst/>
              </a:prstGeom>
            </p:spPr>
          </p:pic>
        </mc:Fallback>
      </mc:AlternateContent>
      <p:sp>
        <p:nvSpPr>
          <p:cNvPr id="103" name="Text"/>
          <p:cNvSpPr txBox="1"/>
          <p:nvPr/>
        </p:nvSpPr>
        <p:spPr>
          <a:xfrm>
            <a:off x="548640" y="2788920"/>
            <a:ext cx="640080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A differential equation is a law of change: it prescribes how a quantity evolves, not what it is.</a:t>
            </a:r>
            <a:endParaRPr lang="en-US" sz="1800"/>
          </a:p>
        </p:txBody>
      </p:sp>
      <p:sp>
        <p:nvSpPr>
          <p:cNvPr id="104" name="Text"/>
          <p:cNvSpPr txBox="1"/>
          <p:nvPr/>
        </p:nvSpPr>
        <p:spPr>
          <a:xfrm>
            <a:off x="548640" y="3611880"/>
            <a:ext cx="6400800" cy="1417320"/>
          </a:xfrm>
          <a:prstGeom prst="rect">
            <a:avLst/>
          </a:prstGeom>
          <a:noFill/>
          <a:ln>
            <a:noFill/>
          </a:ln>
        </p:spPr>
        <p:txBody>
          <a:bodyPr wrap="square" lIns="73152" tIns="73152" rIns="73152" bIns="73152" rtlCol="0" anchor="t">
            <a:normAutofit/>
          </a:bodyPr>
          <a:lstStyle/>
          <a:p>
            <a:pPr marL="274320" indent="-274320" algn="l">
              <a:spcAft>
                <a:spcPts val="400"/>
              </a:spcAft>
              <a:buClr>
                <a:srgbClr val="BF6019"/>
              </a:buClr>
              <a:buSzPct val="100000"/>
              <a:buFont typeface="Arial"/>
              <a:buChar char="•"/>
            </a:pPr>
            <a:r>
              <a:rPr lang="en-US" sz="1800" b="1" i="0" dirty="0">
                <a:solidFill>
                  <a:srgbClr val="002060"/>
                </a:solidFill>
                <a:latin typeface="LM Roman 10"/>
                <a:cs typeface="LM Roman 10"/>
              </a:rPr>
              <a:t>Order: </a:t>
            </a:r>
            <a:r>
              <a:rPr lang="en-US" sz="1800" b="0" i="0" dirty="0">
                <a:solidFill>
                  <a:srgbClr val="002060"/>
                </a:solidFill>
                <a:latin typeface="LM Roman 10"/>
                <a:cs typeface="LM Roman 10"/>
              </a:rPr>
              <a:t>the highest derivative that appears.</a:t>
            </a:r>
            <a:endParaRPr lang="en-US" sz="1800"/>
          </a:p>
          <a:p>
            <a:pPr marL="274320" indent="-274320" algn="l">
              <a:spcAft>
                <a:spcPts val="400"/>
              </a:spcAft>
              <a:buClr>
                <a:srgbClr val="BF6019"/>
              </a:buClr>
              <a:buSzPct val="100000"/>
              <a:buFont typeface="Arial"/>
              <a:buChar char="•"/>
            </a:pPr>
            <a:r>
              <a:rPr lang="en-US" sz="1800" b="1" i="0" dirty="0">
                <a:solidFill>
                  <a:srgbClr val="002060"/>
                </a:solidFill>
                <a:latin typeface="LM Roman 10"/>
                <a:cs typeface="LM Roman 10"/>
              </a:rPr>
              <a:t>Linear: </a:t>
            </a:r>
            <a:r>
              <a:rPr lang="en-US" sz="1800" b="0" i="0" dirty="0">
                <a:solidFill>
                  <a:srgbClr val="002060"/>
                </a:solidFill>
                <a:latin typeface="LM Roman 10"/>
                <a:cs typeface="LM Roman 10"/>
              </a:rPr>
              <a:t>y, y′, …, y</a:t>
            </a:r>
            <a:r>
              <a:rPr lang="en-US" sz="1800" b="0" i="0" baseline="30000" dirty="0">
                <a:solidFill>
                  <a:srgbClr val="002060"/>
                </a:solidFill>
                <a:latin typeface="LM Roman 10"/>
                <a:cs typeface="LM Roman 10"/>
              </a:rPr>
              <a:t>(n)</a:t>
            </a:r>
            <a:r>
              <a:rPr lang="en-US" sz="1800" b="0" i="0" dirty="0">
                <a:solidFill>
                  <a:srgbClr val="002060"/>
                </a:solidFill>
                <a:latin typeface="LM Roman 10"/>
                <a:cs typeface="LM Roman 10"/>
              </a:rPr>
              <a:t> appear only to the first power.</a:t>
            </a:r>
            <a:endParaRPr lang="en-US" sz="1800"/>
          </a:p>
          <a:p>
            <a:pPr marL="274320" indent="-274320" algn="l">
              <a:spcAft>
                <a:spcPts val="400"/>
              </a:spcAft>
              <a:buClr>
                <a:srgbClr val="BF6019"/>
              </a:buClr>
              <a:buSzPct val="100000"/>
              <a:buFont typeface="Arial"/>
              <a:buChar char="•"/>
            </a:pPr>
            <a:r>
              <a:rPr lang="en-US" sz="1800" b="1" i="0" dirty="0">
                <a:solidFill>
                  <a:srgbClr val="002060"/>
                </a:solidFill>
                <a:latin typeface="LM Roman 10"/>
                <a:cs typeface="LM Roman 10"/>
              </a:rPr>
              <a:t>Initial value problem (IVP): </a:t>
            </a:r>
            <a:r>
              <a:rPr lang="en-US" sz="1800" b="0" i="0" dirty="0">
                <a:solidFill>
                  <a:srgbClr val="002060"/>
                </a:solidFill>
                <a:latin typeface="LM Roman 10"/>
                <a:cs typeface="LM Roman 10"/>
              </a:rPr>
              <a:t>the law of change plus a starting point.</a:t>
            </a:r>
            <a:endParaRPr lang="en-US" sz="1800"/>
          </a:p>
        </p:txBody>
      </p:sp>
      <mc:AlternateContent xmlns:mc="http://schemas.openxmlformats.org/markup-compatibility/2006" xmlns:a14="http://schemas.microsoft.com/office/drawing/2010/main">
        <mc:Choice Requires="a14">
          <p:sp>
            <p:nvSpPr>
              <p:cNvPr id="105" name="Equation 105"/>
              <p:cNvSpPr txBox="1"/>
              <p:nvPr/>
            </p:nvSpPr>
            <p:spPr>
              <a:xfrm>
                <a:off x="2026158" y="5111496"/>
                <a:ext cx="3445764" cy="488594"/>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𝑓</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r>
                            <a:rPr lang="en-US" sz="2200" b="0" i="0">
                              <a:solidFill>
                                <a:srgbClr val="BF6019"/>
                              </a:solidFill>
                              <a:latin typeface="Cambria Math"/>
                              <a:cs typeface="Cambria Math"/>
                            </a:rPr>
                            <m:t>,</m:t>
                          </m:r>
                          <m:r>
                            <a:rPr lang="en-US" sz="2200" b="0" i="1">
                              <a:solidFill>
                                <a:srgbClr val="BF6019"/>
                              </a:solidFill>
                              <a:latin typeface="Cambria Math"/>
                              <a:cs typeface="Cambria Math"/>
                            </a:rPr>
                            <m:t>𝑦</m:t>
                          </m:r>
                        </m:e>
                      </m:d>
                      <m:r>
                        <a:rPr lang="en-US" sz="2200" b="0" i="0">
                          <a:solidFill>
                            <a:srgbClr val="BF6019"/>
                          </a:solidFill>
                          <a:latin typeface="Cambria Math"/>
                          <a:cs typeface="Cambria Math"/>
                        </a:rPr>
                        <m:t>,</m:t>
                      </m:r>
                      <m:r>
                        <a:rPr lang="en-US" sz="2200" b="0" i="1">
                          <a:solidFill>
                            <a:srgbClr val="BF6019"/>
                          </a:solidFill>
                          <a:latin typeface="Cambria Math"/>
                          <a:cs typeface="Cambria Math"/>
                        </a:rPr>
                        <m:t>  </m:t>
                      </m:r>
                      <m:r>
                        <a:rPr lang="en-US" sz="2200" b="0" i="1">
                          <a:solidFill>
                            <a:srgbClr val="BF6019"/>
                          </a:solidFill>
                          <a:latin typeface="Cambria Math"/>
                          <a:cs typeface="Cambria Math"/>
                        </a:rPr>
                        <m:t>𝑦</m:t>
                      </m:r>
                      <m:d>
                        <m:dPr>
                          <m:ctrlPr>
                            <a:rPr lang="en-US" sz="2200" b="0" i="1">
                              <a:solidFill>
                                <a:srgbClr val="BF6019"/>
                              </a:solidFill>
                              <a:latin typeface="Cambria Math"/>
                              <a:cs typeface="Cambria Math"/>
                            </a:rPr>
                          </m:ctrlPr>
                        </m:dPr>
                        <m:e>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𝑡</m:t>
                              </m:r>
                            </m:e>
                            <m:sub>
                              <m:r>
                                <a:rPr lang="en-US" sz="2200" b="0" i="1">
                                  <a:solidFill>
                                    <a:srgbClr val="BF6019"/>
                                  </a:solidFill>
                                  <a:latin typeface="Cambria Math"/>
                                  <a:cs typeface="Cambria Math"/>
                                </a:rPr>
                                <m:t>0</m:t>
                              </m:r>
                            </m:sub>
                          </m:sSub>
                        </m:e>
                      </m:d>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0</m:t>
                          </m:r>
                        </m:sub>
                      </m:sSub>
                    </m:oMath>
                  </m:oMathPara>
                </a14:m>
                <a:endParaRPr lang="en-US" sz="2200"/>
              </a:p>
            </p:txBody>
          </p:sp>
        </mc:Choice>
        <mc:Fallback xmlns="">
          <p:pic>
            <p:nvPicPr>
              <p:cNvPr id="105" name="Equation 105" descr="y'=f(t,y),\qquad y(t_0)=y_0"/>
              <p:cNvPicPr>
                <a:picLocks noChangeAspect="1"/>
              </p:cNvPicPr>
              <p:nvPr/>
            </p:nvPicPr>
            <p:blipFill>
              <a:blip r:embed="rId5"/>
              <a:stretch>
                <a:fillRect/>
              </a:stretch>
            </p:blipFill>
            <p:spPr>
              <a:xfrm>
                <a:off x="2081022" y="5166360"/>
                <a:ext cx="3336036" cy="378866"/>
              </a:xfrm>
              <a:prstGeom prst="rect">
                <a:avLst/>
              </a:prstGeom>
            </p:spPr>
          </p:pic>
        </mc:Fallback>
      </mc:AlternateContent>
      <p:graphicFrame>
        <p:nvGraphicFramePr>
          <p:cNvPr id="106" name="Table"/>
          <p:cNvGraphicFramePr>
            <a:graphicFrameLocks noGrp="1"/>
          </p:cNvGraphicFramePr>
          <p:nvPr/>
        </p:nvGraphicFramePr>
        <p:xfrm>
          <a:off x="7315200" y="1417320"/>
          <a:ext cx="4389120" cy="22860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57200">
                <a:tc>
                  <a:txBody>
                    <a:bodyPr/>
                    <a:lstStyle/>
                    <a:p>
                      <a:pPr algn="l">
                        <a:spcAft>
                          <a:spcPts val="0"/>
                        </a:spcAft>
                        <a:buNone/>
                      </a:pPr>
                      <a:r>
                        <a:rPr lang="en-US" sz="1500" b="1" i="0" dirty="0">
                          <a:solidFill>
                            <a:srgbClr val="FFFFFF"/>
                          </a:solidFill>
                          <a:latin typeface="LM Roman 10"/>
                          <a:cs typeface="LM Roman 10"/>
                        </a:rPr>
                        <a:t>equation</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order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type</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extLst>
                  <a:ext uri="{0D108BD9-81ED-4DB2-BD59-A6C34878D82A}">
                    <a16:rowId xmlns:a16="http://schemas.microsoft.com/office/drawing/2014/main" val="10000"/>
                  </a:ext>
                </a:extLst>
              </a:tr>
              <a:tr h="457200">
                <a:tc>
                  <a:txBody>
                    <a:bodyPr/>
                    <a:lstStyle/>
                    <a:p>
                      <a:pPr algn="l">
                        <a:spcAft>
                          <a:spcPts val="0"/>
                        </a:spcAft>
                        <a:buNone/>
                      </a:pPr>
                      <a:r>
                        <a:rPr lang="en-US" sz="1500" b="0" i="1" dirty="0">
                          <a:solidFill>
                            <a:srgbClr val="002060"/>
                          </a:solidFill>
                          <a:latin typeface="Cambria Math"/>
                          <a:cs typeface="Cambria Math"/>
                        </a:rPr>
                        <a:t>y′ = k y</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linear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buNone/>
                      </a:pPr>
                      <a:r>
                        <a:rPr lang="en-US" sz="1500" b="0" i="1" dirty="0">
                          <a:solidFill>
                            <a:srgbClr val="002060"/>
                          </a:solidFill>
                          <a:latin typeface="Cambria Math"/>
                          <a:cs typeface="Cambria Math"/>
                        </a:rPr>
                        <a:t>x′ = k x (M − x)</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nonlinear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2"/>
                  </a:ext>
                </a:extLst>
              </a:tr>
              <a:tr h="457200">
                <a:tc>
                  <a:txBody>
                    <a:bodyPr/>
                    <a:lstStyle/>
                    <a:p>
                      <a:pPr algn="l">
                        <a:spcAft>
                          <a:spcPts val="0"/>
                        </a:spcAft>
                        <a:buNone/>
                      </a:pPr>
                      <a:r>
                        <a:rPr lang="en-US" sz="1500" b="0" i="1" dirty="0">
                          <a:solidFill>
                            <a:srgbClr val="002060"/>
                          </a:solidFill>
                          <a:latin typeface="Cambria Math"/>
                          <a:cs typeface="Cambria Math"/>
                        </a:rPr>
                        <a:t>m x″ + c x′ + k x = 0</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2</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linear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buNone/>
                      </a:pPr>
                      <a:r>
                        <a:rPr lang="en-US" sz="1500" b="0" i="1" dirty="0">
                          <a:solidFill>
                            <a:srgbClr val="002060"/>
                          </a:solidFill>
                          <a:latin typeface="Cambria Math"/>
                          <a:cs typeface="Cambria Math"/>
                        </a:rPr>
                        <a:t>y′ = y</a:t>
                      </a:r>
                      <a:r>
                        <a:rPr lang="en-US" sz="1500" b="0" i="1" baseline="30000" dirty="0">
                          <a:solidFill>
                            <a:srgbClr val="002060"/>
                          </a:solidFill>
                          <a:latin typeface="Cambria Math"/>
                          <a:cs typeface="Cambria Math"/>
                        </a:rPr>
                        <a:t>1/3</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nonlinear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4"/>
                  </a:ext>
                </a:extLst>
              </a:tr>
            </a:tbl>
          </a:graphicData>
        </a:graphic>
      </p:graphicFrame>
      <p:sp>
        <p:nvSpPr>
          <p:cNvPr id="107" name="Text"/>
          <p:cNvSpPr txBox="1"/>
          <p:nvPr/>
        </p:nvSpPr>
        <p:spPr>
          <a:xfrm>
            <a:off x="7315200" y="3977640"/>
            <a:ext cx="4389120" cy="1463040"/>
          </a:xfrm>
          <a:prstGeom prst="rect">
            <a:avLst/>
          </a:prstGeom>
          <a:noFill/>
          <a:ln>
            <a:noFill/>
          </a:ln>
        </p:spPr>
        <p:txBody>
          <a:bodyPr wrap="square" lIns="73152" tIns="73152" rIns="73152" bIns="73152" rtlCol="0" anchor="t">
            <a:normAutofit/>
          </a:bodyPr>
          <a:lstStyle/>
          <a:p>
            <a:pPr algn="l">
              <a:spcAft>
                <a:spcPts val="600"/>
              </a:spcAft>
              <a:buNone/>
            </a:pPr>
            <a:r>
              <a:rPr lang="en-US" sz="1500" b="0" i="1" dirty="0">
                <a:solidFill>
                  <a:srgbClr val="5D6675"/>
                </a:solidFill>
                <a:latin typeface="LM Roman 10"/>
                <a:cs typeface="LM Roman 10"/>
              </a:rPr>
              <a:t>Newton, </a:t>
            </a:r>
            <a:r>
              <a:rPr lang="en-US" sz="1500" b="0" i="1" dirty="0">
                <a:solidFill>
                  <a:srgbClr val="002060"/>
                </a:solidFill>
                <a:latin typeface="LM Roman 10"/>
                <a:cs typeface="LM Roman 10"/>
              </a:rPr>
              <a:t>Methodus Fluxionum</a:t>
            </a:r>
            <a:r>
              <a:rPr lang="en-US" sz="1500" b="0" i="1" dirty="0">
                <a:solidFill>
                  <a:srgbClr val="5D6675"/>
                </a:solidFill>
                <a:latin typeface="LM Roman 10"/>
                <a:cs typeface="LM Roman 10"/>
              </a:rPr>
              <a:t> (1671): the first differential equations — derivatives were “fluxions”, the rates at which quantities flow.</a:t>
            </a:r>
            <a:endParaRPr lang="en-US" sz="15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ODEs across the disciplines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3</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80160"/>
            <a:ext cx="3520440" cy="196596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1000"/>
              </a:spcAft>
              <a:buNone/>
            </a:pPr>
            <a:r>
              <a:rPr lang="en-US" sz="1900" b="1" i="0" dirty="0">
                <a:solidFill>
                  <a:srgbClr val="BF6019"/>
                </a:solidFill>
                <a:latin typeface="LM Roman 10"/>
                <a:cs typeface="LM Roman 10"/>
              </a:rPr>
              <a:t>Mechanics</a:t>
            </a:r>
            <a:endParaRPr lang="en-US" sz="1900"/>
          </a:p>
          <a:p>
            <a:pPr algn="ctr">
              <a:spcAft>
                <a:spcPts val="1000"/>
              </a:spcAft>
              <a:buNone/>
            </a:pPr>
            <a:r>
              <a:rPr lang="en-US" sz="2000" b="0" i="1" dirty="0">
                <a:solidFill>
                  <a:srgbClr val="002060"/>
                </a:solidFill>
                <a:latin typeface="Cambria Math"/>
                <a:cs typeface="Cambria Math"/>
              </a:rPr>
              <a:t>m x″ = F(t, x, x′)</a:t>
            </a:r>
            <a:endParaRPr lang="en-US" sz="2000"/>
          </a:p>
          <a:p>
            <a:pPr algn="ctr">
              <a:spcAft>
                <a:spcPts val="0"/>
              </a:spcAft>
              <a:buNone/>
            </a:pPr>
            <a:r>
              <a:rPr lang="en-US" sz="1500" b="0" i="0" dirty="0">
                <a:solidFill>
                  <a:srgbClr val="002060"/>
                </a:solidFill>
                <a:latin typeface="LM Roman 10"/>
                <a:cs typeface="LM Roman 10"/>
              </a:rPr>
              <a:t>Newton’s second law</a:t>
            </a:r>
            <a:endParaRPr lang="en-US" sz="1500"/>
          </a:p>
        </p:txBody>
      </p:sp>
      <p:sp>
        <p:nvSpPr>
          <p:cNvPr id="102" name="Text"/>
          <p:cNvSpPr txBox="1"/>
          <p:nvPr/>
        </p:nvSpPr>
        <p:spPr>
          <a:xfrm>
            <a:off x="4343400" y="1280160"/>
            <a:ext cx="3520440" cy="1965960"/>
          </a:xfrm>
          <a:prstGeom prst="roundRect">
            <a:avLst>
              <a:gd name="adj" fmla="val 8000"/>
            </a:avLst>
          </a:prstGeom>
          <a:solidFill>
            <a:srgbClr val="FDF0E6"/>
          </a:solidFill>
          <a:ln>
            <a:noFill/>
          </a:ln>
        </p:spPr>
        <p:txBody>
          <a:bodyPr wrap="square" lIns="73152" tIns="73152" rIns="73152" bIns="73152" rtlCol="0" anchor="ctr">
            <a:normAutofit/>
          </a:bodyPr>
          <a:lstStyle/>
          <a:p>
            <a:pPr algn="ctr">
              <a:spcAft>
                <a:spcPts val="1000"/>
              </a:spcAft>
              <a:buNone/>
            </a:pPr>
            <a:r>
              <a:rPr lang="en-US" sz="1900" b="1" i="0" dirty="0">
                <a:solidFill>
                  <a:srgbClr val="BF6019"/>
                </a:solidFill>
                <a:latin typeface="LM Roman 10"/>
                <a:cs typeface="LM Roman 10"/>
              </a:rPr>
              <a:t>Electrical circuits</a:t>
            </a:r>
            <a:endParaRPr lang="en-US" sz="1900"/>
          </a:p>
          <a:p>
            <a:pPr algn="ctr">
              <a:spcAft>
                <a:spcPts val="1000"/>
              </a:spcAft>
              <a:buNone/>
            </a:pPr>
            <a:r>
              <a:rPr lang="en-US" sz="2000" b="0" i="1" dirty="0">
                <a:solidFill>
                  <a:srgbClr val="002060"/>
                </a:solidFill>
                <a:latin typeface="Cambria Math"/>
                <a:cs typeface="Cambria Math"/>
              </a:rPr>
              <a:t>L Q″ + R Q′ + Q/C = E(t)</a:t>
            </a:r>
            <a:endParaRPr lang="en-US" sz="2000"/>
          </a:p>
          <a:p>
            <a:pPr algn="ctr">
              <a:spcAft>
                <a:spcPts val="0"/>
              </a:spcAft>
              <a:buNone/>
            </a:pPr>
            <a:r>
              <a:rPr lang="en-US" sz="1500" b="0" i="0" dirty="0">
                <a:solidFill>
                  <a:srgbClr val="002060"/>
                </a:solidFill>
                <a:latin typeface="LM Roman 10"/>
                <a:cs typeface="LM Roman 10"/>
              </a:rPr>
              <a:t>series RLC circuit</a:t>
            </a:r>
            <a:endParaRPr lang="en-US" sz="1500"/>
          </a:p>
        </p:txBody>
      </p:sp>
      <p:sp>
        <p:nvSpPr>
          <p:cNvPr id="103" name="Text"/>
          <p:cNvSpPr txBox="1"/>
          <p:nvPr/>
        </p:nvSpPr>
        <p:spPr>
          <a:xfrm>
            <a:off x="8138160" y="1280160"/>
            <a:ext cx="3520440" cy="196596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1000"/>
              </a:spcAft>
              <a:buNone/>
            </a:pPr>
            <a:r>
              <a:rPr lang="en-US" sz="1900" b="1" i="0" dirty="0">
                <a:solidFill>
                  <a:srgbClr val="BF6019"/>
                </a:solidFill>
                <a:latin typeface="LM Roman 10"/>
                <a:cs typeface="LM Roman 10"/>
              </a:rPr>
              <a:t>Nuclear physics</a:t>
            </a:r>
            <a:endParaRPr lang="en-US" sz="1900"/>
          </a:p>
          <a:p>
            <a:pPr algn="ctr">
              <a:spcAft>
                <a:spcPts val="1000"/>
              </a:spcAft>
              <a:buNone/>
            </a:pPr>
            <a:r>
              <a:rPr lang="en-US" sz="2000" b="0" i="1" dirty="0">
                <a:solidFill>
                  <a:srgbClr val="002060"/>
                </a:solidFill>
                <a:latin typeface="Cambria Math"/>
                <a:cs typeface="Cambria Math"/>
              </a:rPr>
              <a:t>N′ = −λ N</a:t>
            </a:r>
            <a:endParaRPr lang="en-US" sz="2000"/>
          </a:p>
          <a:p>
            <a:pPr algn="ctr">
              <a:spcAft>
                <a:spcPts val="0"/>
              </a:spcAft>
              <a:buNone/>
            </a:pPr>
            <a:r>
              <a:rPr lang="en-US" sz="1500" b="0" i="0" dirty="0">
                <a:solidFill>
                  <a:srgbClr val="002060"/>
                </a:solidFill>
                <a:latin typeface="LM Roman 10"/>
                <a:cs typeface="LM Roman 10"/>
              </a:rPr>
              <a:t>radioactive decay</a:t>
            </a:r>
            <a:endParaRPr lang="en-US" sz="1500"/>
          </a:p>
        </p:txBody>
      </p:sp>
      <p:sp>
        <p:nvSpPr>
          <p:cNvPr id="104" name="Text"/>
          <p:cNvSpPr txBox="1"/>
          <p:nvPr/>
        </p:nvSpPr>
        <p:spPr>
          <a:xfrm>
            <a:off x="548640" y="3520440"/>
            <a:ext cx="3520440" cy="196596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1000"/>
              </a:spcAft>
              <a:buNone/>
            </a:pPr>
            <a:r>
              <a:rPr lang="en-US" sz="1900" b="1" i="0" dirty="0">
                <a:solidFill>
                  <a:srgbClr val="BF6019"/>
                </a:solidFill>
                <a:latin typeface="LM Roman 10"/>
                <a:cs typeface="LM Roman 10"/>
              </a:rPr>
              <a:t>Population dynamics</a:t>
            </a:r>
            <a:endParaRPr lang="en-US" sz="1900"/>
          </a:p>
          <a:p>
            <a:pPr algn="ctr">
              <a:spcAft>
                <a:spcPts val="1000"/>
              </a:spcAft>
              <a:buNone/>
            </a:pPr>
            <a:r>
              <a:rPr lang="en-US" sz="2000" b="0" i="1" dirty="0">
                <a:solidFill>
                  <a:srgbClr val="002060"/>
                </a:solidFill>
                <a:latin typeface="Cambria Math"/>
                <a:cs typeface="Cambria Math"/>
              </a:rPr>
              <a:t>P′ = k P (1 − P/K)</a:t>
            </a:r>
            <a:endParaRPr lang="en-US" sz="2000"/>
          </a:p>
          <a:p>
            <a:pPr algn="ctr">
              <a:spcAft>
                <a:spcPts val="0"/>
              </a:spcAft>
              <a:buNone/>
            </a:pPr>
            <a:r>
              <a:rPr lang="en-US" sz="1500" b="0" i="0" dirty="0">
                <a:solidFill>
                  <a:srgbClr val="002060"/>
                </a:solidFill>
                <a:latin typeface="LM Roman 10"/>
                <a:cs typeface="LM Roman 10"/>
              </a:rPr>
              <a:t>logistic growth</a:t>
            </a:r>
            <a:endParaRPr lang="en-US" sz="1500"/>
          </a:p>
        </p:txBody>
      </p:sp>
      <p:sp>
        <p:nvSpPr>
          <p:cNvPr id="105" name="Text"/>
          <p:cNvSpPr txBox="1"/>
          <p:nvPr/>
        </p:nvSpPr>
        <p:spPr>
          <a:xfrm>
            <a:off x="4343400" y="3520440"/>
            <a:ext cx="3520440" cy="1965960"/>
          </a:xfrm>
          <a:prstGeom prst="roundRect">
            <a:avLst>
              <a:gd name="adj" fmla="val 8000"/>
            </a:avLst>
          </a:prstGeom>
          <a:solidFill>
            <a:srgbClr val="FDF0E6"/>
          </a:solidFill>
          <a:ln>
            <a:noFill/>
          </a:ln>
        </p:spPr>
        <p:txBody>
          <a:bodyPr wrap="square" lIns="73152" tIns="73152" rIns="73152" bIns="73152" rtlCol="0" anchor="ctr">
            <a:normAutofit/>
          </a:bodyPr>
          <a:lstStyle/>
          <a:p>
            <a:pPr algn="ctr">
              <a:spcAft>
                <a:spcPts val="1000"/>
              </a:spcAft>
              <a:buNone/>
            </a:pPr>
            <a:r>
              <a:rPr lang="en-US" sz="1900" b="1" i="0" dirty="0">
                <a:solidFill>
                  <a:srgbClr val="BF6019"/>
                </a:solidFill>
                <a:latin typeface="LM Roman 10"/>
                <a:cs typeface="LM Roman 10"/>
              </a:rPr>
              <a:t>Heat transfer</a:t>
            </a:r>
            <a:endParaRPr lang="en-US" sz="1900"/>
          </a:p>
          <a:p>
            <a:pPr algn="ctr">
              <a:spcAft>
                <a:spcPts val="1000"/>
              </a:spcAft>
              <a:buNone/>
            </a:pPr>
            <a:r>
              <a:rPr lang="en-US" sz="2000" b="0" i="1" dirty="0">
                <a:solidFill>
                  <a:srgbClr val="002060"/>
                </a:solidFill>
                <a:latin typeface="Cambria Math"/>
                <a:cs typeface="Cambria Math"/>
              </a:rPr>
              <a:t>T′ = −k (T − T</a:t>
            </a:r>
            <a:r>
              <a:rPr lang="en-US" sz="2000" b="0" i="1" baseline="-25000" dirty="0">
                <a:solidFill>
                  <a:srgbClr val="002060"/>
                </a:solidFill>
                <a:latin typeface="Cambria Math"/>
                <a:cs typeface="Cambria Math"/>
              </a:rPr>
              <a:t>a</a:t>
            </a:r>
            <a:r>
              <a:rPr lang="en-US" sz="2000" b="0" i="1" dirty="0">
                <a:solidFill>
                  <a:srgbClr val="002060"/>
                </a:solidFill>
                <a:latin typeface="Cambria Math"/>
                <a:cs typeface="Cambria Math"/>
              </a:rPr>
              <a:t>)</a:t>
            </a:r>
            <a:endParaRPr lang="en-US" sz="2000"/>
          </a:p>
          <a:p>
            <a:pPr algn="ctr">
              <a:spcAft>
                <a:spcPts val="0"/>
              </a:spcAft>
              <a:buNone/>
            </a:pPr>
            <a:r>
              <a:rPr lang="en-US" sz="1500" b="0" i="0" dirty="0">
                <a:solidFill>
                  <a:srgbClr val="002060"/>
                </a:solidFill>
                <a:latin typeface="LM Roman 10"/>
                <a:cs typeface="LM Roman 10"/>
              </a:rPr>
              <a:t>Newton’s law of cooling</a:t>
            </a:r>
            <a:endParaRPr lang="en-US" sz="1500"/>
          </a:p>
        </p:txBody>
      </p:sp>
      <p:sp>
        <p:nvSpPr>
          <p:cNvPr id="106" name="Text"/>
          <p:cNvSpPr txBox="1"/>
          <p:nvPr/>
        </p:nvSpPr>
        <p:spPr>
          <a:xfrm>
            <a:off x="8138160" y="3520440"/>
            <a:ext cx="3520440" cy="1965960"/>
          </a:xfrm>
          <a:prstGeom prst="roundRect">
            <a:avLst>
              <a:gd name="adj" fmla="val 8000"/>
            </a:avLst>
          </a:prstGeom>
          <a:solidFill>
            <a:srgbClr val="EAF0F8"/>
          </a:solidFill>
          <a:ln>
            <a:noFill/>
          </a:ln>
        </p:spPr>
        <p:txBody>
          <a:bodyPr wrap="square" lIns="73152" tIns="73152" rIns="73152" bIns="73152" rtlCol="0" anchor="ctr">
            <a:normAutofit/>
          </a:bodyPr>
          <a:lstStyle/>
          <a:p>
            <a:pPr algn="ctr">
              <a:spcAft>
                <a:spcPts val="1000"/>
              </a:spcAft>
              <a:buNone/>
            </a:pPr>
            <a:r>
              <a:rPr lang="en-US" sz="1900" b="1" i="0" dirty="0">
                <a:solidFill>
                  <a:srgbClr val="BF6019"/>
                </a:solidFill>
                <a:latin typeface="LM Roman 10"/>
                <a:cs typeface="LM Roman 10"/>
              </a:rPr>
              <a:t>Epidemiology</a:t>
            </a:r>
            <a:endParaRPr lang="en-US" sz="1900"/>
          </a:p>
          <a:p>
            <a:pPr algn="ctr">
              <a:spcAft>
                <a:spcPts val="1000"/>
              </a:spcAft>
              <a:buNone/>
            </a:pPr>
            <a:r>
              <a:rPr lang="en-US" sz="2000" b="0" i="1" dirty="0">
                <a:solidFill>
                  <a:srgbClr val="002060"/>
                </a:solidFill>
                <a:latin typeface="Cambria Math"/>
                <a:cs typeface="Cambria Math"/>
              </a:rPr>
              <a:t>S′ = −βSI,  I′ = βSI − γI</a:t>
            </a:r>
            <a:endParaRPr lang="en-US" sz="2000"/>
          </a:p>
          <a:p>
            <a:pPr algn="ctr">
              <a:spcAft>
                <a:spcPts val="0"/>
              </a:spcAft>
              <a:buNone/>
            </a:pPr>
            <a:r>
              <a:rPr lang="en-US" sz="1500" b="0" i="0" dirty="0">
                <a:solidFill>
                  <a:srgbClr val="002060"/>
                </a:solidFill>
                <a:latin typeface="LM Roman 10"/>
                <a:cs typeface="LM Roman 10"/>
              </a:rPr>
              <a:t>SIR model (a system of ODEs)</a:t>
            </a:r>
            <a:endParaRPr lang="en-US" sz="1500"/>
          </a:p>
        </p:txBody>
      </p:sp>
      <p:sp>
        <p:nvSpPr>
          <p:cNvPr id="107" name="Text"/>
          <p:cNvSpPr txBox="1"/>
          <p:nvPr/>
        </p:nvSpPr>
        <p:spPr>
          <a:xfrm>
            <a:off x="548640" y="5715000"/>
            <a:ext cx="11155680" cy="502920"/>
          </a:xfrm>
          <a:prstGeom prst="rect">
            <a:avLst/>
          </a:prstGeom>
          <a:noFill/>
          <a:ln>
            <a:noFill/>
          </a:ln>
        </p:spPr>
        <p:txBody>
          <a:bodyPr wrap="square" lIns="73152" tIns="73152" rIns="73152" bIns="73152" rtlCol="0" anchor="t">
            <a:normAutofit/>
          </a:bodyPr>
          <a:lstStyle/>
          <a:p>
            <a:pPr algn="ctr">
              <a:spcAft>
                <a:spcPts val="600"/>
              </a:spcAft>
              <a:buNone/>
            </a:pPr>
            <a:r>
              <a:rPr lang="en-US" sz="1800" b="1" i="0" dirty="0">
                <a:solidFill>
                  <a:srgbClr val="BF6019"/>
                </a:solidFill>
                <a:latin typeface="LM Roman 10"/>
                <a:cs typeface="LM Roman 10"/>
              </a:rPr>
              <a:t>Same mathematics, different subjects: the language of applied science</a:t>
            </a:r>
            <a:endParaRPr lang="en-US" sz="1800" dirty="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Existence and uniqueness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4</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5943600" cy="1371600"/>
          </a:xfrm>
          <a:prstGeom prst="roundRect">
            <a:avLst>
              <a:gd name="adj" fmla="val 8000"/>
            </a:avLst>
          </a:prstGeom>
          <a:solidFill>
            <a:srgbClr val="EAF0F8"/>
          </a:solidFill>
          <a:ln>
            <a:noFill/>
          </a:ln>
        </p:spPr>
        <p:txBody>
          <a:bodyPr wrap="square" lIns="137160" tIns="137160" rIns="137160" bIns="137160" rtlCol="0" anchor="t">
            <a:normAutofit/>
          </a:bodyPr>
          <a:lstStyle/>
          <a:p>
            <a:pPr algn="l">
              <a:spcAft>
                <a:spcPts val="600"/>
              </a:spcAft>
              <a:buNone/>
            </a:pPr>
            <a:r>
              <a:rPr lang="en-US" sz="1700" b="1" i="0" dirty="0">
                <a:solidFill>
                  <a:srgbClr val="002060"/>
                </a:solidFill>
                <a:latin typeface="LM Roman 10"/>
                <a:cs typeface="LM Roman 10"/>
              </a:rPr>
              <a:t>Theorem (Picard–Lindelöf). </a:t>
            </a:r>
            <a:r>
              <a:rPr lang="en-US" sz="1700" b="0" i="0" dirty="0">
                <a:solidFill>
                  <a:srgbClr val="002060"/>
                </a:solidFill>
                <a:latin typeface="LM Roman 10"/>
                <a:cs typeface="LM Roman 10"/>
              </a:rPr>
              <a:t>If f and ∂f/∂y are continuous near (t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y</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the IVP* y′ = f(t, y), y(t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 y</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has exactly one solution on some interval around 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a:t>
            </a:r>
            <a:endParaRPr lang="en-US" sz="1700" dirty="0"/>
          </a:p>
        </p:txBody>
      </p:sp>
      <p:sp>
        <p:nvSpPr>
          <p:cNvPr id="102" name="Text"/>
          <p:cNvSpPr txBox="1"/>
          <p:nvPr/>
        </p:nvSpPr>
        <p:spPr>
          <a:xfrm>
            <a:off x="548640" y="2971800"/>
            <a:ext cx="594360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Sample problem: y′ = y</a:t>
            </a:r>
            <a:r>
              <a:rPr lang="en-US" sz="1800" b="1" i="0" baseline="30000" dirty="0">
                <a:solidFill>
                  <a:srgbClr val="BF6019"/>
                </a:solidFill>
                <a:latin typeface="LM Roman 10"/>
                <a:cs typeface="LM Roman 10"/>
              </a:rPr>
              <a:t>1/3</a:t>
            </a:r>
            <a:r>
              <a:rPr lang="en-US" sz="1800" b="1" i="0" dirty="0">
                <a:solidFill>
                  <a:srgbClr val="BF6019"/>
                </a:solidFill>
                <a:latin typeface="LM Roman 10"/>
                <a:cs typeface="LM Roman 10"/>
              </a:rPr>
              <a:t>, y(0) = 0</a:t>
            </a:r>
            <a:endParaRPr lang="en-US" sz="1800"/>
          </a:p>
        </p:txBody>
      </p:sp>
      <p:sp>
        <p:nvSpPr>
          <p:cNvPr id="103" name="Text"/>
          <p:cNvSpPr txBox="1"/>
          <p:nvPr/>
        </p:nvSpPr>
        <p:spPr>
          <a:xfrm>
            <a:off x="548640" y="3429000"/>
            <a:ext cx="594360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y ≡ 0 is a solution. Separating variables gives another one:</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982980" y="4105656"/>
                <a:ext cx="5074920" cy="560832"/>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𝑦</m:t>
                          </m:r>
                        </m:e>
                        <m:sup>
                          <m:r>
                            <a:rPr lang="en-US" sz="2000" b="0" i="0">
                              <a:solidFill>
                                <a:srgbClr val="002060"/>
                              </a:solidFill>
                              <a:latin typeface="Cambria Math"/>
                              <a:cs typeface="Cambria Math"/>
                            </a:rPr>
                            <m:t>−</m:t>
                          </m:r>
                          <m:r>
                            <a:rPr lang="en-US" sz="2000" b="0" i="1">
                              <a:solidFill>
                                <a:srgbClr val="002060"/>
                              </a:solidFill>
                              <a:latin typeface="Cambria Math"/>
                              <a:cs typeface="Cambria Math"/>
                            </a:rPr>
                            <m:t>1</m:t>
                          </m:r>
                          <m:r>
                            <a:rPr lang="en-US" sz="2000" b="0" i="0">
                              <a:solidFill>
                                <a:srgbClr val="002060"/>
                              </a:solidFill>
                              <a:latin typeface="Cambria Math"/>
                              <a:cs typeface="Cambria Math"/>
                            </a:rPr>
                            <m:t>/</m:t>
                          </m:r>
                          <m:r>
                            <a:rPr lang="en-US" sz="2000" b="0" i="1">
                              <a:solidFill>
                                <a:srgbClr val="002060"/>
                              </a:solidFill>
                              <a:latin typeface="Cambria Math"/>
                              <a:cs typeface="Cambria Math"/>
                            </a:rPr>
                            <m:t>3</m:t>
                          </m:r>
                        </m:sup>
                      </m:sSup>
                      <m:r>
                        <a:rPr lang="en-US" sz="2000" b="0" i="1">
                          <a:solidFill>
                            <a:srgbClr val="002060"/>
                          </a:solidFill>
                          <a:latin typeface="Cambria Math"/>
                          <a:cs typeface="Cambria Math"/>
                        </a:rPr>
                        <m:t> </m:t>
                      </m:r>
                      <m:r>
                        <a:rPr lang="en-US" sz="2000" b="0" i="1">
                          <a:solidFill>
                            <a:srgbClr val="002060"/>
                          </a:solidFill>
                          <a:latin typeface="Cambria Math"/>
                          <a:cs typeface="Cambria Math"/>
                        </a:rPr>
                        <m:t>𝑑𝑦</m:t>
                      </m:r>
                      <m:r>
                        <a:rPr lang="en-US" sz="2000" b="0" i="0">
                          <a:solidFill>
                            <a:srgbClr val="002060"/>
                          </a:solidFill>
                          <a:latin typeface="Cambria Math"/>
                          <a:cs typeface="Cambria Math"/>
                        </a:rPr>
                        <m:t>=</m:t>
                      </m:r>
                      <m:r>
                        <a:rPr lang="en-US" sz="2000" b="0" i="1">
                          <a:solidFill>
                            <a:srgbClr val="002060"/>
                          </a:solidFill>
                          <a:latin typeface="Cambria Math"/>
                          <a:cs typeface="Cambria Math"/>
                        </a:rPr>
                        <m:t>𝑑𝑡</m:t>
                      </m:r>
                      <m:r>
                        <a:rPr lang="en-US" sz="2000" b="0" i="1">
                          <a:solidFill>
                            <a:srgbClr val="002060"/>
                          </a:solidFill>
                          <a:latin typeface="Cambria Math"/>
                          <a:cs typeface="Cambria Math"/>
                        </a:rPr>
                        <m:t> ⇒ </m:t>
                      </m:r>
                      <m:f>
                        <m:fPr>
                          <m:type m:val="lin"/>
                          <m:ctrlPr>
                            <a:rPr lang="en-US" sz="2000" b="0" i="1">
                              <a:solidFill>
                                <a:srgbClr val="002060"/>
                              </a:solidFill>
                              <a:latin typeface="Cambria Math"/>
                              <a:cs typeface="Cambria Math"/>
                            </a:rPr>
                          </m:ctrlPr>
                        </m:fPr>
                        <m:num>
                          <m:r>
                            <a:rPr lang="en-US" sz="2000" b="0" i="1">
                              <a:solidFill>
                                <a:srgbClr val="002060"/>
                              </a:solidFill>
                              <a:latin typeface="Cambria Math"/>
                              <a:cs typeface="Cambria Math"/>
                            </a:rPr>
                            <m:t>3</m:t>
                          </m:r>
                        </m:num>
                        <m:den>
                          <m:r>
                            <a:rPr lang="en-US" sz="2000" b="0" i="1">
                              <a:solidFill>
                                <a:srgbClr val="002060"/>
                              </a:solidFill>
                              <a:latin typeface="Cambria Math"/>
                              <a:cs typeface="Cambria Math"/>
                            </a:rPr>
                            <m:t>2</m:t>
                          </m:r>
                        </m:den>
                      </m:f>
                      <m:r>
                        <a:rPr lang="en-US" sz="2000" b="0" i="1">
                          <a:solidFill>
                            <a:srgbClr val="002060"/>
                          </a:solidFill>
                          <a:latin typeface="Cambria Math"/>
                          <a:cs typeface="Cambria Math"/>
                        </a:rPr>
                        <m:t> </m:t>
                      </m:r>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𝑦</m:t>
                          </m:r>
                        </m:e>
                        <m:sup>
                          <m:r>
                            <a:rPr lang="en-US" sz="2000" b="0" i="1">
                              <a:solidFill>
                                <a:srgbClr val="002060"/>
                              </a:solidFill>
                              <a:latin typeface="Cambria Math"/>
                              <a:cs typeface="Cambria Math"/>
                            </a:rPr>
                            <m:t>2</m:t>
                          </m:r>
                          <m:r>
                            <a:rPr lang="en-US" sz="2000" b="0" i="0">
                              <a:solidFill>
                                <a:srgbClr val="002060"/>
                              </a:solidFill>
                              <a:latin typeface="Cambria Math"/>
                              <a:cs typeface="Cambria Math"/>
                            </a:rPr>
                            <m:t>/</m:t>
                          </m:r>
                          <m:r>
                            <a:rPr lang="en-US" sz="2000" b="0" i="1">
                              <a:solidFill>
                                <a:srgbClr val="002060"/>
                              </a:solidFill>
                              <a:latin typeface="Cambria Math"/>
                              <a:cs typeface="Cambria Math"/>
                            </a:rPr>
                            <m:t>3</m:t>
                          </m:r>
                        </m:sup>
                      </m:sSup>
                      <m:r>
                        <a:rPr lang="en-US" sz="2000" b="0" i="0">
                          <a:solidFill>
                            <a:srgbClr val="002060"/>
                          </a:solidFill>
                          <a:latin typeface="Cambria Math"/>
                          <a:cs typeface="Cambria Math"/>
                        </a:rPr>
                        <m:t>=</m:t>
                      </m:r>
                      <m:r>
                        <a:rPr lang="en-US" sz="2000" b="0" i="1">
                          <a:solidFill>
                            <a:srgbClr val="002060"/>
                          </a:solidFill>
                          <a:latin typeface="Cambria Math"/>
                          <a:cs typeface="Cambria Math"/>
                        </a:rPr>
                        <m:t>𝑡</m:t>
                      </m:r>
                      <m:r>
                        <a:rPr lang="en-US" sz="2000" b="0" i="1">
                          <a:solidFill>
                            <a:srgbClr val="002060"/>
                          </a:solidFill>
                          <a:latin typeface="Cambria Math"/>
                          <a:cs typeface="Cambria Math"/>
                        </a:rPr>
                        <m:t> ⇒ </m:t>
                      </m:r>
                      <m:r>
                        <a:rPr lang="en-US" sz="2000" b="0" i="1">
                          <a:solidFill>
                            <a:srgbClr val="002060"/>
                          </a:solidFill>
                          <a:latin typeface="Cambria Math"/>
                          <a:cs typeface="Cambria Math"/>
                        </a:rPr>
                        <m:t>𝑦</m:t>
                      </m:r>
                      <m:r>
                        <a:rPr lang="en-US" sz="2000" b="0" i="0">
                          <a:solidFill>
                            <a:srgbClr val="002060"/>
                          </a:solidFill>
                          <a:latin typeface="Cambria Math"/>
                          <a:cs typeface="Cambria Math"/>
                        </a:rPr>
                        <m:t>=</m:t>
                      </m:r>
                      <m:sSup>
                        <m:sSupPr>
                          <m:ctrlPr>
                            <a:rPr lang="en-US" sz="2000" b="0" i="1">
                              <a:solidFill>
                                <a:srgbClr val="002060"/>
                              </a:solidFill>
                              <a:latin typeface="Cambria Math"/>
                              <a:cs typeface="Cambria Math"/>
                            </a:rPr>
                          </m:ctrlPr>
                        </m:sSupPr>
                        <m:e>
                          <m:d>
                            <m:dPr>
                              <m:ctrlPr>
                                <a:rPr lang="en-US" sz="2000" b="0" i="1">
                                  <a:solidFill>
                                    <a:srgbClr val="002060"/>
                                  </a:solidFill>
                                  <a:latin typeface="Cambria Math"/>
                                  <a:cs typeface="Cambria Math"/>
                                </a:rPr>
                              </m:ctrlPr>
                            </m:dPr>
                            <m:e>
                              <m:f>
                                <m:fPr>
                                  <m:type m:val="lin"/>
                                  <m:ctrlPr>
                                    <a:rPr lang="en-US" sz="2000" b="0" i="1">
                                      <a:solidFill>
                                        <a:srgbClr val="002060"/>
                                      </a:solidFill>
                                      <a:latin typeface="Cambria Math"/>
                                      <a:cs typeface="Cambria Math"/>
                                    </a:rPr>
                                  </m:ctrlPr>
                                </m:fPr>
                                <m:num>
                                  <m:r>
                                    <a:rPr lang="en-US" sz="2000" b="0" i="1">
                                      <a:solidFill>
                                        <a:srgbClr val="002060"/>
                                      </a:solidFill>
                                      <a:latin typeface="Cambria Math"/>
                                      <a:cs typeface="Cambria Math"/>
                                    </a:rPr>
                                    <m:t>2</m:t>
                                  </m:r>
                                  <m:r>
                                    <a:rPr lang="en-US" sz="2000" b="0" i="1">
                                      <a:solidFill>
                                        <a:srgbClr val="002060"/>
                                      </a:solidFill>
                                      <a:latin typeface="Cambria Math"/>
                                      <a:cs typeface="Cambria Math"/>
                                    </a:rPr>
                                    <m:t>𝑡</m:t>
                                  </m:r>
                                </m:num>
                                <m:den>
                                  <m:r>
                                    <a:rPr lang="en-US" sz="2000" b="0" i="1">
                                      <a:solidFill>
                                        <a:srgbClr val="002060"/>
                                      </a:solidFill>
                                      <a:latin typeface="Cambria Math"/>
                                      <a:cs typeface="Cambria Math"/>
                                    </a:rPr>
                                    <m:t>3</m:t>
                                  </m:r>
                                </m:den>
                              </m:f>
                            </m:e>
                          </m:d>
                        </m:e>
                        <m:sup>
                          <m:r>
                            <a:rPr lang="en-US" sz="2000" b="0" i="1">
                              <a:solidFill>
                                <a:srgbClr val="002060"/>
                              </a:solidFill>
                              <a:latin typeface="Cambria Math"/>
                              <a:cs typeface="Cambria Math"/>
                            </a:rPr>
                            <m:t>3</m:t>
                          </m:r>
                          <m:r>
                            <a:rPr lang="en-US" sz="2000" b="0" i="0">
                              <a:solidFill>
                                <a:srgbClr val="002060"/>
                              </a:solidFill>
                              <a:latin typeface="Cambria Math"/>
                              <a:cs typeface="Cambria Math"/>
                            </a:rPr>
                            <m:t>/</m:t>
                          </m:r>
                          <m:r>
                            <a:rPr lang="en-US" sz="2000" b="0" i="1">
                              <a:solidFill>
                                <a:srgbClr val="002060"/>
                              </a:solidFill>
                              <a:latin typeface="Cambria Math"/>
                              <a:cs typeface="Cambria Math"/>
                            </a:rPr>
                            <m:t>2</m:t>
                          </m:r>
                        </m:sup>
                      </m:sSup>
                    </m:oMath>
                  </m:oMathPara>
                </a14:m>
                <a:endParaRPr lang="en-US" sz="2000"/>
              </a:p>
            </p:txBody>
          </p:sp>
        </mc:Choice>
        <mc:Fallback xmlns="">
          <p:pic>
            <p:nvPicPr>
              <p:cNvPr id="104" name="Equation 104" descr="y^{-1/3}\,dy=dt\;\Rightarrow\;\tfrac32\,y^{2/3}=t\;\Rightarrow\;y=\left(\tfrac{2t}{3}\right)^{3/2}"/>
              <p:cNvPicPr>
                <a:picLocks noChangeAspect="1"/>
              </p:cNvPicPr>
              <p:nvPr/>
            </p:nvPicPr>
            <p:blipFill>
              <a:blip r:embed="rId4"/>
              <a:stretch>
                <a:fillRect/>
              </a:stretch>
            </p:blipFill>
            <p:spPr>
              <a:xfrm>
                <a:off x="1037844" y="4160520"/>
                <a:ext cx="4965192" cy="451104"/>
              </a:xfrm>
              <a:prstGeom prst="rect">
                <a:avLst/>
              </a:prstGeom>
            </p:spPr>
          </p:pic>
        </mc:Fallback>
      </mc:AlternateContent>
      <mc:AlternateContent xmlns:mc="http://schemas.openxmlformats.org/markup-compatibility/2006">
        <mc:Choice xmlns:a14="http://schemas.microsoft.com/office/drawing/2010/main" Requires="a14">
          <p:sp>
            <p:nvSpPr>
              <p:cNvPr id="105" name="Text"/>
              <p:cNvSpPr txBox="1"/>
              <p:nvPr/>
            </p:nvSpPr>
            <p:spPr>
              <a:xfrm>
                <a:off x="548640" y="4892040"/>
                <a:ext cx="5943600" cy="1097280"/>
              </a:xfrm>
              <a:prstGeom prst="rect">
                <a:avLst/>
              </a:prstGeom>
              <a:noFill/>
              <a:ln>
                <a:noFill/>
              </a:ln>
            </p:spPr>
            <p:txBody>
              <a:bodyPr wrap="square" lIns="73152" tIns="73152" rIns="73152" bIns="73152" rtlCol="0" anchor="t">
                <a:normAutofit/>
              </a:bodyPr>
              <a:lstStyle/>
              <a:p>
                <a:pPr algn="l">
                  <a:spcAft>
                    <a:spcPts val="600"/>
                  </a:spcAft>
                  <a:buNone/>
                </a:pPr>
                <a:r>
                  <a:rPr lang="en-US" sz="1700" b="0" i="0" dirty="0">
                    <a:solidFill>
                      <a:srgbClr val="002060"/>
                    </a:solidFill>
                    <a:latin typeface="LM Roman 10"/>
                    <a:cs typeface="LM Roman 10"/>
                  </a:rPr>
                  <a:t>Uniqueness fails because </a:t>
                </a:r>
                <a14:m>
                  <m:oMath xmlns:m="http://schemas.openxmlformats.org/officeDocument/2006/math">
                    <m:f>
                      <m:fPr>
                        <m:ctrlPr>
                          <a:rPr lang="en-US" sz="1700" b="0" i="1" smtClean="0">
                            <a:solidFill>
                              <a:srgbClr val="002060"/>
                            </a:solidFill>
                            <a:latin typeface="Cambria Math" panose="02040503050406030204" pitchFamily="18" charset="0"/>
                            <a:ea typeface="Cambria Math" panose="02040503050406030204" pitchFamily="18" charset="0"/>
                          </a:rPr>
                        </m:ctrlPr>
                      </m:fPr>
                      <m:num>
                        <m:r>
                          <a:rPr lang="en-US" sz="1700" b="0" i="1" smtClean="0">
                            <a:solidFill>
                              <a:srgbClr val="002060"/>
                            </a:solidFill>
                            <a:latin typeface="Cambria Math" panose="02040503050406030204" pitchFamily="18" charset="0"/>
                            <a:ea typeface="Cambria Math" panose="02040503050406030204" pitchFamily="18" charset="0"/>
                          </a:rPr>
                          <m:t>𝜕</m:t>
                        </m:r>
                        <m:r>
                          <a:rPr lang="en-US" sz="1700" b="0" i="1" smtClean="0">
                            <a:solidFill>
                              <a:srgbClr val="002060"/>
                            </a:solidFill>
                            <a:latin typeface="Cambria Math" panose="02040503050406030204" pitchFamily="18" charset="0"/>
                            <a:ea typeface="Cambria Math" panose="02040503050406030204" pitchFamily="18" charset="0"/>
                          </a:rPr>
                          <m:t>𝑓</m:t>
                        </m:r>
                      </m:num>
                      <m:den>
                        <m:r>
                          <a:rPr lang="en-US" sz="1700" b="0" i="1" smtClean="0">
                            <a:solidFill>
                              <a:srgbClr val="002060"/>
                            </a:solidFill>
                            <a:latin typeface="Cambria Math" panose="02040503050406030204" pitchFamily="18" charset="0"/>
                            <a:ea typeface="Cambria Math" panose="02040503050406030204" pitchFamily="18" charset="0"/>
                          </a:rPr>
                          <m:t>𝜕</m:t>
                        </m:r>
                        <m:r>
                          <a:rPr lang="en-US" sz="1700" b="0" i="1" smtClean="0">
                            <a:solidFill>
                              <a:srgbClr val="002060"/>
                            </a:solidFill>
                            <a:latin typeface="Cambria Math" panose="02040503050406030204" pitchFamily="18" charset="0"/>
                            <a:ea typeface="Cambria Math" panose="02040503050406030204" pitchFamily="18" charset="0"/>
                          </a:rPr>
                          <m:t>𝑦</m:t>
                        </m:r>
                      </m:den>
                    </m:f>
                    <m:r>
                      <a:rPr lang="en-US" sz="1700" b="0" i="1" smtClean="0">
                        <a:solidFill>
                          <a:srgbClr val="002060"/>
                        </a:solidFill>
                        <a:latin typeface="Cambria Math" panose="02040503050406030204" pitchFamily="18" charset="0"/>
                      </a:rPr>
                      <m:t>= </m:t>
                    </m:r>
                    <m:sSup>
                      <m:sSupPr>
                        <m:ctrlPr>
                          <a:rPr lang="en-US" sz="1700" b="0" i="1" smtClean="0">
                            <a:solidFill>
                              <a:srgbClr val="002060"/>
                            </a:solidFill>
                            <a:latin typeface="Cambria Math" panose="02040503050406030204" pitchFamily="18" charset="0"/>
                          </a:rPr>
                        </m:ctrlPr>
                      </m:sSupPr>
                      <m:e>
                        <m:f>
                          <m:fPr>
                            <m:ctrlPr>
                              <a:rPr lang="en-US" sz="1700" b="0" i="1" smtClean="0">
                                <a:solidFill>
                                  <a:srgbClr val="002060"/>
                                </a:solidFill>
                                <a:latin typeface="Cambria Math" panose="02040503050406030204" pitchFamily="18" charset="0"/>
                              </a:rPr>
                            </m:ctrlPr>
                          </m:fPr>
                          <m:num>
                            <m:r>
                              <a:rPr lang="en-US" sz="1700" b="0" i="1" smtClean="0">
                                <a:solidFill>
                                  <a:srgbClr val="002060"/>
                                </a:solidFill>
                                <a:latin typeface="Cambria Math" panose="02040503050406030204" pitchFamily="18" charset="0"/>
                              </a:rPr>
                              <m:t>𝑦</m:t>
                            </m:r>
                          </m:num>
                          <m:den>
                            <m:r>
                              <a:rPr lang="en-US" sz="1700" b="0" i="1" smtClean="0">
                                <a:solidFill>
                                  <a:srgbClr val="002060"/>
                                </a:solidFill>
                                <a:latin typeface="Cambria Math" panose="02040503050406030204" pitchFamily="18" charset="0"/>
                              </a:rPr>
                              <m:t>3</m:t>
                            </m:r>
                          </m:den>
                        </m:f>
                      </m:e>
                      <m:sup>
                        <m:r>
                          <a:rPr lang="en-US" sz="1700" b="0" i="1" smtClean="0">
                            <a:solidFill>
                              <a:srgbClr val="002060"/>
                            </a:solidFill>
                            <a:latin typeface="Cambria Math" panose="02040503050406030204" pitchFamily="18" charset="0"/>
                          </a:rPr>
                          <m:t>−</m:t>
                        </m:r>
                        <m:f>
                          <m:fPr>
                            <m:type m:val="skw"/>
                            <m:ctrlPr>
                              <a:rPr lang="en-US" sz="1700" b="0" i="1" smtClean="0">
                                <a:solidFill>
                                  <a:srgbClr val="002060"/>
                                </a:solidFill>
                                <a:latin typeface="Cambria Math" panose="02040503050406030204" pitchFamily="18" charset="0"/>
                              </a:rPr>
                            </m:ctrlPr>
                          </m:fPr>
                          <m:num>
                            <m:r>
                              <a:rPr lang="en-US" sz="1700" b="0" i="1" smtClean="0">
                                <a:solidFill>
                                  <a:srgbClr val="002060"/>
                                </a:solidFill>
                                <a:latin typeface="Cambria Math" panose="02040503050406030204" pitchFamily="18" charset="0"/>
                              </a:rPr>
                              <m:t>2</m:t>
                            </m:r>
                          </m:num>
                          <m:den>
                            <m:r>
                              <a:rPr lang="en-US" sz="1700" b="0" i="1" smtClean="0">
                                <a:solidFill>
                                  <a:srgbClr val="002060"/>
                                </a:solidFill>
                                <a:latin typeface="Cambria Math" panose="02040503050406030204" pitchFamily="18" charset="0"/>
                              </a:rPr>
                              <m:t>3</m:t>
                            </m:r>
                          </m:den>
                        </m:f>
                      </m:sup>
                    </m:sSup>
                  </m:oMath>
                </a14:m>
                <a:r>
                  <a:rPr lang="en-US" sz="1700" b="0" i="0" dirty="0">
                    <a:solidFill>
                      <a:srgbClr val="002060"/>
                    </a:solidFill>
                    <a:latin typeface="LM Roman 10"/>
                    <a:cs typeface="LM Roman 10"/>
                  </a:rPr>
                  <a:t> is unbounded at y = 0: the hypothesis of the theorem is violated.</a:t>
                </a:r>
                <a:endParaRPr lang="en-US" sz="1700" dirty="0"/>
              </a:p>
            </p:txBody>
          </p:sp>
        </mc:Choice>
        <mc:Fallback>
          <p:sp>
            <p:nvSpPr>
              <p:cNvPr id="105" name="Text"/>
              <p:cNvSpPr txBox="1">
                <a:spLocks noRot="1" noChangeAspect="1" noMove="1" noResize="1" noEditPoints="1" noAdjustHandles="1" noChangeArrowheads="1" noChangeShapeType="1" noTextEdit="1"/>
              </p:cNvSpPr>
              <p:nvPr/>
            </p:nvSpPr>
            <p:spPr>
              <a:xfrm>
                <a:off x="548640" y="4892040"/>
                <a:ext cx="5943600" cy="1097280"/>
              </a:xfrm>
              <a:prstGeom prst="rect">
                <a:avLst/>
              </a:prstGeom>
              <a:blipFill>
                <a:blip r:embed="rId5"/>
                <a:stretch>
                  <a:fillRect l="-923"/>
                </a:stretch>
              </a:blipFill>
              <a:ln>
                <a:noFill/>
              </a:ln>
            </p:spPr>
            <p:txBody>
              <a:bodyPr/>
              <a:lstStyle/>
              <a:p>
                <a:r>
                  <a:rPr lang="en-GB">
                    <a:noFill/>
                  </a:rPr>
                  <a:t> </a:t>
                </a:r>
              </a:p>
            </p:txBody>
          </p:sp>
        </mc:Fallback>
      </mc:AlternateContent>
      <p:pic>
        <p:nvPicPr>
          <p:cNvPr id="106" name="Figure nonunique" descr="Slope field of y' = y^(1/3) with several solutions through the origin"/>
          <p:cNvPicPr>
            <a:picLocks noChangeAspect="1"/>
          </p:cNvPicPr>
          <p:nvPr/>
        </p:nvPicPr>
        <p:blipFill>
          <a:blip r:embed="rId6"/>
          <a:stretch>
            <a:fillRect/>
          </a:stretch>
        </p:blipFill>
        <p:spPr>
          <a:xfrm>
            <a:off x="6720840" y="1654275"/>
            <a:ext cx="5029200" cy="4006649"/>
          </a:xfrm>
          <a:prstGeom prst="rect">
            <a:avLst/>
          </a:prstGeom>
        </p:spPr>
      </p:pic>
      <p:sp>
        <p:nvSpPr>
          <p:cNvPr id="3" name="TextBox 2">
            <a:extLst>
              <a:ext uri="{FF2B5EF4-FFF2-40B4-BE49-F238E27FC236}">
                <a16:creationId xmlns:a16="http://schemas.microsoft.com/office/drawing/2014/main" id="{7F33FE51-706C-C595-8DEB-F896BCA88F2F}"/>
              </a:ext>
            </a:extLst>
          </p:cNvPr>
          <p:cNvSpPr txBox="1"/>
          <p:nvPr/>
        </p:nvSpPr>
        <p:spPr>
          <a:xfrm>
            <a:off x="3643775" y="2135454"/>
            <a:ext cx="2665602" cy="369332"/>
          </a:xfrm>
          <a:prstGeom prst="rect">
            <a:avLst/>
          </a:prstGeom>
          <a:noFill/>
          <a:ln>
            <a:solidFill>
              <a:schemeClr val="tx1"/>
            </a:solidFill>
          </a:ln>
        </p:spPr>
        <p:txBody>
          <a:bodyPr wrap="none" rtlCol="0">
            <a:spAutoFit/>
          </a:bodyPr>
          <a:lstStyle/>
          <a:p>
            <a:r>
              <a:rPr lang="en-GB" dirty="0"/>
              <a:t>IVP*: Initial Value Problem</a:t>
            </a:r>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Separation of variables</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5</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492240" cy="54864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Model: </a:t>
            </a:r>
            <a:r>
              <a:rPr lang="en-US" sz="1800" b="0" i="0" dirty="0">
                <a:solidFill>
                  <a:srgbClr val="002060"/>
                </a:solidFill>
                <a:latin typeface="LM Roman 10"/>
                <a:cs typeface="LM Roman 10"/>
              </a:rPr>
              <a:t>the growth rate is proportional to the population.</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2432304" y="1682496"/>
                <a:ext cx="2724912" cy="766877"/>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f>
                        <m:fPr>
                          <m:ctrlPr>
                            <a:rPr lang="en-US" sz="2200" b="0" i="1">
                              <a:solidFill>
                                <a:srgbClr val="BF6019"/>
                              </a:solidFill>
                              <a:latin typeface="Cambria Math"/>
                              <a:cs typeface="Cambria Math"/>
                            </a:rPr>
                          </m:ctrlPr>
                        </m:fPr>
                        <m:num>
                          <m:r>
                            <a:rPr lang="en-US" sz="2200" b="0" i="1">
                              <a:solidFill>
                                <a:srgbClr val="BF6019"/>
                              </a:solidFill>
                              <a:latin typeface="Cambria Math"/>
                              <a:cs typeface="Cambria Math"/>
                            </a:rPr>
                            <m:t>𝑑𝑃</m:t>
                          </m:r>
                        </m:num>
                        <m:den>
                          <m:r>
                            <a:rPr lang="en-US" sz="2200" b="0" i="1">
                              <a:solidFill>
                                <a:srgbClr val="BF6019"/>
                              </a:solidFill>
                              <a:latin typeface="Cambria Math"/>
                              <a:cs typeface="Cambria Math"/>
                            </a:rPr>
                            <m:t>𝑑𝑡</m:t>
                          </m:r>
                        </m:den>
                      </m:f>
                      <m:r>
                        <a:rPr lang="en-US" sz="2200" b="0" i="0">
                          <a:solidFill>
                            <a:srgbClr val="BF6019"/>
                          </a:solidFill>
                          <a:latin typeface="Cambria Math"/>
                          <a:cs typeface="Cambria Math"/>
                        </a:rPr>
                        <m:t>=</m:t>
                      </m:r>
                      <m:r>
                        <a:rPr lang="en-US" sz="2200" b="0" i="1">
                          <a:solidFill>
                            <a:srgbClr val="BF6019"/>
                          </a:solidFill>
                          <a:latin typeface="Cambria Math"/>
                          <a:cs typeface="Cambria Math"/>
                        </a:rPr>
                        <m:t>𝑘</m:t>
                      </m:r>
                      <m:r>
                        <a:rPr lang="en-US" sz="2200" b="0" i="1">
                          <a:solidFill>
                            <a:srgbClr val="BF6019"/>
                          </a:solidFill>
                          <a:latin typeface="Cambria Math"/>
                          <a:cs typeface="Cambria Math"/>
                        </a:rPr>
                        <m:t> </m:t>
                      </m:r>
                      <m:r>
                        <a:rPr lang="en-US" sz="2200" b="0" i="1">
                          <a:solidFill>
                            <a:srgbClr val="BF6019"/>
                          </a:solidFill>
                          <a:latin typeface="Cambria Math"/>
                          <a:cs typeface="Cambria Math"/>
                        </a:rPr>
                        <m:t>𝑃</m:t>
                      </m:r>
                      <m:r>
                        <a:rPr lang="en-US" sz="2200" b="0" i="0">
                          <a:solidFill>
                            <a:srgbClr val="BF6019"/>
                          </a:solidFill>
                          <a:latin typeface="Cambria Math"/>
                          <a:cs typeface="Cambria Math"/>
                        </a:rPr>
                        <m:t>,</m:t>
                      </m:r>
                      <m:r>
                        <a:rPr lang="en-US" sz="2200" b="0" i="1">
                          <a:solidFill>
                            <a:srgbClr val="BF6019"/>
                          </a:solidFill>
                          <a:latin typeface="Cambria Math"/>
                          <a:cs typeface="Cambria Math"/>
                        </a:rPr>
                        <m:t>  </m:t>
                      </m:r>
                      <m:r>
                        <a:rPr lang="en-US" sz="2200" b="0" i="1">
                          <a:solidFill>
                            <a:srgbClr val="BF6019"/>
                          </a:solidFill>
                          <a:latin typeface="Cambria Math"/>
                          <a:cs typeface="Cambria Math"/>
                        </a:rPr>
                        <m:t>𝑘</m:t>
                      </m:r>
                      <m:r>
                        <a:rPr lang="en-US" sz="2200" b="0" i="0">
                          <a:solidFill>
                            <a:srgbClr val="BF6019"/>
                          </a:solidFill>
                          <a:latin typeface="Cambria Math"/>
                          <a:cs typeface="Cambria Math"/>
                        </a:rPr>
                        <m:t>&gt;</m:t>
                      </m:r>
                      <m:r>
                        <a:rPr lang="en-US" sz="2200" b="0" i="1">
                          <a:solidFill>
                            <a:srgbClr val="BF6019"/>
                          </a:solidFill>
                          <a:latin typeface="Cambria Math"/>
                          <a:cs typeface="Cambria Math"/>
                        </a:rPr>
                        <m:t>0</m:t>
                      </m:r>
                    </m:oMath>
                  </m:oMathPara>
                </a14:m>
                <a:endParaRPr lang="en-US" sz="2200"/>
              </a:p>
            </p:txBody>
          </p:sp>
        </mc:Choice>
        <mc:Fallback xmlns="">
          <p:pic>
            <p:nvPicPr>
              <p:cNvPr id="102" name="Equation 102" descr="\frac{dP}{dt}=k\,P,\qquad k&gt;0"/>
              <p:cNvPicPr>
                <a:picLocks noChangeAspect="1"/>
              </p:cNvPicPr>
              <p:nvPr/>
            </p:nvPicPr>
            <p:blipFill>
              <a:blip r:embed="rId4"/>
              <a:stretch>
                <a:fillRect/>
              </a:stretch>
            </p:blipFill>
            <p:spPr>
              <a:xfrm>
                <a:off x="2487168" y="1737360"/>
                <a:ext cx="2615184" cy="657149"/>
              </a:xfrm>
              <a:prstGeom prst="rect">
                <a:avLst/>
              </a:prstGeom>
            </p:spPr>
          </p:pic>
        </mc:Fallback>
      </mc:AlternateContent>
      <p:sp>
        <p:nvSpPr>
          <p:cNvPr id="103" name="Text"/>
          <p:cNvSpPr txBox="1"/>
          <p:nvPr/>
        </p:nvSpPr>
        <p:spPr>
          <a:xfrm>
            <a:off x="548640" y="2670048"/>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1  Separate</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2276856" y="2642616"/>
                <a:ext cx="2556510" cy="67726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𝑑𝑃</m:t>
                          </m:r>
                        </m:num>
                        <m:den>
                          <m:r>
                            <a:rPr lang="en-US" sz="1900" b="0" i="1">
                              <a:solidFill>
                                <a:srgbClr val="002060"/>
                              </a:solidFill>
                              <a:latin typeface="Cambria Math"/>
                              <a:cs typeface="Cambria Math"/>
                            </a:rPr>
                            <m:t>𝑃</m:t>
                          </m:r>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𝑘</m:t>
                      </m:r>
                      <m:r>
                        <a:rPr lang="en-US" sz="1900" b="0" i="1">
                          <a:solidFill>
                            <a:srgbClr val="002060"/>
                          </a:solidFill>
                          <a:latin typeface="Cambria Math"/>
                          <a:cs typeface="Cambria Math"/>
                        </a:rPr>
                        <m:t> </m:t>
                      </m:r>
                      <m:r>
                        <a:rPr lang="en-US" sz="1900" b="0" i="1">
                          <a:solidFill>
                            <a:srgbClr val="002060"/>
                          </a:solidFill>
                          <a:latin typeface="Cambria Math"/>
                          <a:cs typeface="Cambria Math"/>
                        </a:rPr>
                        <m:t>𝑑𝑡</m:t>
                      </m:r>
                      <m:r>
                        <a:rPr lang="en-US" sz="1900" b="0" i="1">
                          <a:solidFill>
                            <a:srgbClr val="002060"/>
                          </a:solidFill>
                          <a:latin typeface="Cambria Math"/>
                          <a:cs typeface="Cambria Math"/>
                        </a:rPr>
                        <m:t>  </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𝑃</m:t>
                          </m:r>
                          <m:r>
                            <a:rPr lang="en-US" sz="1900" b="0" i="0">
                              <a:solidFill>
                                <a:srgbClr val="002060"/>
                              </a:solidFill>
                              <a:latin typeface="Cambria Math"/>
                              <a:cs typeface="Cambria Math"/>
                            </a:rPr>
                            <m:t>≠</m:t>
                          </m:r>
                          <m:r>
                            <a:rPr lang="en-US" sz="1900" b="0" i="1">
                              <a:solidFill>
                                <a:srgbClr val="002060"/>
                              </a:solidFill>
                              <a:latin typeface="Cambria Math"/>
                              <a:cs typeface="Cambria Math"/>
                            </a:rPr>
                            <m:t>0</m:t>
                          </m:r>
                        </m:e>
                      </m:d>
                    </m:oMath>
                  </m:oMathPara>
                </a14:m>
                <a:endParaRPr lang="en-US" sz="1900"/>
              </a:p>
            </p:txBody>
          </p:sp>
        </mc:Choice>
        <mc:Fallback xmlns="">
          <p:pic>
            <p:nvPicPr>
              <p:cNvPr id="104" name="Equation 104" descr="\frac{dP}{P}=k\,dt\qquad (P\neq 0)"/>
              <p:cNvPicPr>
                <a:picLocks noChangeAspect="1"/>
              </p:cNvPicPr>
              <p:nvPr/>
            </p:nvPicPr>
            <p:blipFill>
              <a:blip r:embed="rId5"/>
              <a:stretch>
                <a:fillRect/>
              </a:stretch>
            </p:blipFill>
            <p:spPr>
              <a:xfrm>
                <a:off x="2331720" y="2697480"/>
                <a:ext cx="2446782" cy="567538"/>
              </a:xfrm>
              <a:prstGeom prst="rect">
                <a:avLst/>
              </a:prstGeom>
            </p:spPr>
          </p:pic>
        </mc:Fallback>
      </mc:AlternateContent>
      <p:sp>
        <p:nvSpPr>
          <p:cNvPr id="105" name="Text"/>
          <p:cNvSpPr txBox="1"/>
          <p:nvPr/>
        </p:nvSpPr>
        <p:spPr>
          <a:xfrm>
            <a:off x="548640" y="3438754"/>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2  Integrate</a:t>
            </a:r>
            <a:endParaRPr lang="en-US" sz="1800"/>
          </a:p>
        </p:txBody>
      </p:sp>
      <mc:AlternateContent xmlns:mc="http://schemas.openxmlformats.org/markup-compatibility/2006" xmlns:a14="http://schemas.microsoft.com/office/drawing/2010/main">
        <mc:Choice Requires="a14">
          <p:sp>
            <p:nvSpPr>
              <p:cNvPr id="106" name="Equation 106"/>
              <p:cNvSpPr txBox="1"/>
              <p:nvPr/>
            </p:nvSpPr>
            <p:spPr>
              <a:xfrm>
                <a:off x="2276856" y="3411322"/>
                <a:ext cx="3911651" cy="720700"/>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𝑑𝑃</m:t>
                          </m:r>
                        </m:num>
                        <m:den>
                          <m:r>
                            <a:rPr lang="en-US" sz="1900" b="0" i="1">
                              <a:solidFill>
                                <a:srgbClr val="002060"/>
                              </a:solidFill>
                              <a:latin typeface="Cambria Math"/>
                              <a:cs typeface="Cambria Math"/>
                            </a:rPr>
                            <m:t>𝑃</m:t>
                          </m:r>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𝑘</m:t>
                      </m:r>
                      <m:r>
                        <a:rPr lang="en-US" sz="1900" b="0" i="1">
                          <a:solidFill>
                            <a:srgbClr val="002060"/>
                          </a:solidFill>
                          <a:latin typeface="Cambria Math"/>
                          <a:cs typeface="Cambria Math"/>
                        </a:rPr>
                        <m:t> </m:t>
                      </m:r>
                      <m:r>
                        <a:rPr lang="en-US" sz="1900" b="0" i="1">
                          <a:solidFill>
                            <a:srgbClr val="002060"/>
                          </a:solidFill>
                          <a:latin typeface="Cambria Math"/>
                          <a:cs typeface="Cambria Math"/>
                        </a:rPr>
                        <m:t>𝑑𝑡</m:t>
                      </m:r>
                      <m:r>
                        <a:rPr lang="en-US" sz="1900" b="0" i="1">
                          <a:solidFill>
                            <a:srgbClr val="002060"/>
                          </a:solidFill>
                          <a:latin typeface="Cambria Math"/>
                          <a:cs typeface="Cambria Math"/>
                        </a:rPr>
                        <m:t> ⇒ </m:t>
                      </m:r>
                      <m:r>
                        <m:rPr>
                          <m:sty m:val="p"/>
                        </m:rPr>
                        <a:rPr lang="en-US" sz="1900" b="0" i="0">
                          <a:solidFill>
                            <a:srgbClr val="002060"/>
                          </a:solidFill>
                          <a:latin typeface="Cambria Math"/>
                          <a:cs typeface="Cambria Math"/>
                        </a:rPr>
                        <m:t>ln</m:t>
                      </m:r>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𝑃</m:t>
                          </m:r>
                        </m:e>
                      </m:d>
                      <m:r>
                        <a:rPr lang="en-US" sz="1900" b="0" i="0">
                          <a:solidFill>
                            <a:srgbClr val="002060"/>
                          </a:solidFill>
                          <a:latin typeface="Cambria Math"/>
                          <a:cs typeface="Cambria Math"/>
                        </a:rPr>
                        <m:t>=</m:t>
                      </m:r>
                      <m:r>
                        <a:rPr lang="en-US" sz="1900" b="0" i="1">
                          <a:solidFill>
                            <a:srgbClr val="002060"/>
                          </a:solidFill>
                          <a:latin typeface="Cambria Math"/>
                          <a:cs typeface="Cambria Math"/>
                        </a:rPr>
                        <m:t>𝑘𝑡</m:t>
                      </m:r>
                      <m:r>
                        <a:rPr lang="en-US" sz="1900" b="0" i="0">
                          <a:solidFill>
                            <a:srgbClr val="002060"/>
                          </a:solidFill>
                          <a:latin typeface="Cambria Math"/>
                          <a:cs typeface="Cambria Math"/>
                        </a:rPr>
                        <m:t>+</m:t>
                      </m:r>
                      <m:r>
                        <a:rPr lang="en-US" sz="1900" b="0" i="1">
                          <a:solidFill>
                            <a:srgbClr val="002060"/>
                          </a:solidFill>
                          <a:latin typeface="Cambria Math"/>
                          <a:cs typeface="Cambria Math"/>
                        </a:rPr>
                        <m:t>𝐶</m:t>
                      </m:r>
                    </m:oMath>
                  </m:oMathPara>
                </a14:m>
                <a:endParaRPr lang="en-US" sz="1900"/>
              </a:p>
            </p:txBody>
          </p:sp>
        </mc:Choice>
        <mc:Fallback xmlns="">
          <p:pic>
            <p:nvPicPr>
              <p:cNvPr id="106" name="Equation 106" descr="\int\frac{dP}{P}=\int k\,dt\;\Rightarrow\;\ln|P|=kt+C"/>
              <p:cNvPicPr>
                <a:picLocks noChangeAspect="1"/>
              </p:cNvPicPr>
              <p:nvPr/>
            </p:nvPicPr>
            <p:blipFill>
              <a:blip r:embed="rId6"/>
              <a:stretch>
                <a:fillRect/>
              </a:stretch>
            </p:blipFill>
            <p:spPr>
              <a:xfrm>
                <a:off x="2331720" y="3466186"/>
                <a:ext cx="3801923" cy="610972"/>
              </a:xfrm>
              <a:prstGeom prst="rect">
                <a:avLst/>
              </a:prstGeom>
            </p:spPr>
          </p:pic>
        </mc:Fallback>
      </mc:AlternateContent>
      <p:sp>
        <p:nvSpPr>
          <p:cNvPr id="107" name="Text"/>
          <p:cNvSpPr txBox="1"/>
          <p:nvPr/>
        </p:nvSpPr>
        <p:spPr>
          <a:xfrm>
            <a:off x="548640" y="4250893"/>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3  Solve</a:t>
            </a:r>
            <a:endParaRPr lang="en-US" sz="1800"/>
          </a:p>
        </p:txBody>
      </p:sp>
      <mc:AlternateContent xmlns:mc="http://schemas.openxmlformats.org/markup-compatibility/2006" xmlns:a14="http://schemas.microsoft.com/office/drawing/2010/main">
        <mc:Choice Requires="a14">
          <p:sp>
            <p:nvSpPr>
              <p:cNvPr id="108" name="Equation 108"/>
              <p:cNvSpPr txBox="1"/>
              <p:nvPr/>
            </p:nvSpPr>
            <p:spPr>
              <a:xfrm>
                <a:off x="2276856" y="4223461"/>
                <a:ext cx="2941625" cy="46009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d>
                        <m:dPr>
                          <m:begChr m:val="|"/>
                          <m:endChr m:val="|"/>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𝑃</m:t>
                          </m:r>
                        </m:e>
                      </m:d>
                      <m:r>
                        <a:rPr lang="en-US" sz="1900" b="0" i="0">
                          <a:solidFill>
                            <a:srgbClr val="002060"/>
                          </a:solidFill>
                          <a:latin typeface="Cambria Math"/>
                          <a:cs typeface="Cambria Math"/>
                        </a:rPr>
                        <m:t>=</m:t>
                      </m:r>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𝑒</m:t>
                          </m:r>
                        </m:e>
                        <m:sup>
                          <m:r>
                            <a:rPr lang="en-US" sz="1900" b="0" i="1">
                              <a:solidFill>
                                <a:srgbClr val="002060"/>
                              </a:solidFill>
                              <a:latin typeface="Cambria Math"/>
                              <a:cs typeface="Cambria Math"/>
                            </a:rPr>
                            <m:t>𝐶</m:t>
                          </m:r>
                        </m:sup>
                      </m:sSup>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𝑒</m:t>
                          </m:r>
                        </m:e>
                        <m:sup>
                          <m:r>
                            <a:rPr lang="en-US" sz="1900" b="0" i="1">
                              <a:solidFill>
                                <a:srgbClr val="002060"/>
                              </a:solidFill>
                              <a:latin typeface="Cambria Math"/>
                              <a:cs typeface="Cambria Math"/>
                            </a:rPr>
                            <m:t>𝑘𝑡</m:t>
                          </m:r>
                        </m:sup>
                      </m:sSup>
                      <m:r>
                        <a:rPr lang="en-US" sz="1900" b="0" i="1">
                          <a:solidFill>
                            <a:srgbClr val="002060"/>
                          </a:solidFill>
                          <a:latin typeface="Cambria Math"/>
                          <a:cs typeface="Cambria Math"/>
                        </a:rPr>
                        <m:t> </m:t>
                      </m:r>
                      <m:r>
                        <a:rPr lang="en-US" sz="1900" b="0" i="0">
                          <a:solidFill>
                            <a:srgbClr val="002060"/>
                          </a:solidFill>
                          <a:latin typeface="Cambria Math"/>
                          <a:cs typeface="Cambria Math"/>
                        </a:rPr>
                        <m:t>⇒</m:t>
                      </m:r>
                      <m:r>
                        <a:rPr lang="en-US" sz="1900" b="0" i="1">
                          <a:solidFill>
                            <a:srgbClr val="002060"/>
                          </a:solidFill>
                          <a:latin typeface="Cambria Math"/>
                          <a:cs typeface="Cambria Math"/>
                        </a:rPr>
                        <m:t> </m:t>
                      </m:r>
                      <m:r>
                        <a:rPr lang="en-US" sz="1900" b="0" i="1">
                          <a:solidFill>
                            <a:srgbClr val="002060"/>
                          </a:solidFill>
                          <a:latin typeface="Cambria Math"/>
                          <a:cs typeface="Cambria Math"/>
                        </a:rPr>
                        <m:t>𝑃</m:t>
                      </m:r>
                      <m:r>
                        <a:rPr lang="en-US" sz="1900" b="0" i="0">
                          <a:solidFill>
                            <a:srgbClr val="002060"/>
                          </a:solidFill>
                          <a:latin typeface="Cambria Math"/>
                          <a:cs typeface="Cambria Math"/>
                        </a:rPr>
                        <m:t>=</m:t>
                      </m:r>
                      <m:r>
                        <a:rPr lang="en-US" sz="1900" b="0" i="1">
                          <a:solidFill>
                            <a:srgbClr val="002060"/>
                          </a:solidFill>
                          <a:latin typeface="Cambria Math"/>
                          <a:cs typeface="Cambria Math"/>
                        </a:rPr>
                        <m:t>𝐴</m:t>
                      </m:r>
                      <m:r>
                        <a:rPr lang="en-US" sz="1900" b="0" i="1">
                          <a:solidFill>
                            <a:srgbClr val="002060"/>
                          </a:solidFill>
                          <a:latin typeface="Cambria Math"/>
                          <a:cs typeface="Cambria Math"/>
                        </a:rPr>
                        <m:t> </m:t>
                      </m:r>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𝑒</m:t>
                          </m:r>
                        </m:e>
                        <m:sup>
                          <m:r>
                            <a:rPr lang="en-US" sz="1900" b="0" i="1">
                              <a:solidFill>
                                <a:srgbClr val="002060"/>
                              </a:solidFill>
                              <a:latin typeface="Cambria Math"/>
                              <a:cs typeface="Cambria Math"/>
                            </a:rPr>
                            <m:t>𝑘𝑡</m:t>
                          </m:r>
                        </m:sup>
                      </m:sSup>
                    </m:oMath>
                  </m:oMathPara>
                </a14:m>
                <a:endParaRPr lang="en-US" sz="1900"/>
              </a:p>
            </p:txBody>
          </p:sp>
        </mc:Choice>
        <mc:Fallback xmlns="">
          <p:pic>
            <p:nvPicPr>
              <p:cNvPr id="108" name="Equation 108" descr="|P|=e^{C}e^{kt}\;\Rightarrow\;P=A\,e^{kt}"/>
              <p:cNvPicPr>
                <a:picLocks noChangeAspect="1"/>
              </p:cNvPicPr>
              <p:nvPr/>
            </p:nvPicPr>
            <p:blipFill>
              <a:blip r:embed="rId7"/>
              <a:stretch>
                <a:fillRect/>
              </a:stretch>
            </p:blipFill>
            <p:spPr>
              <a:xfrm>
                <a:off x="2331720" y="4278325"/>
                <a:ext cx="2831897" cy="350368"/>
              </a:xfrm>
              <a:prstGeom prst="rect">
                <a:avLst/>
              </a:prstGeom>
            </p:spPr>
          </p:pic>
        </mc:Fallback>
      </mc:AlternateContent>
      <p:sp>
        <p:nvSpPr>
          <p:cNvPr id="109" name="Text"/>
          <p:cNvSpPr txBox="1"/>
          <p:nvPr/>
        </p:nvSpPr>
        <p:spPr>
          <a:xfrm>
            <a:off x="548640" y="4836109"/>
            <a:ext cx="1737360" cy="457200"/>
          </a:xfrm>
          <a:prstGeom prst="rect">
            <a:avLst/>
          </a:prstGeom>
          <a:noFill/>
          <a:ln>
            <a:noFill/>
          </a:ln>
        </p:spPr>
        <p:txBody>
          <a:bodyPr wrap="square" lIns="73152" tIns="73152" rIns="73152" bIns="73152" rtlCol="0" anchor="t">
            <a:normAutofit/>
          </a:bodyPr>
          <a:lstStyle/>
          <a:p>
            <a:pPr algn="l">
              <a:spcAft>
                <a:spcPts val="0"/>
              </a:spcAft>
              <a:buNone/>
            </a:pPr>
            <a:r>
              <a:rPr lang="en-US" sz="1800" b="1" i="0" dirty="0">
                <a:solidFill>
                  <a:srgbClr val="BF6019"/>
                </a:solidFill>
                <a:latin typeface="LM Roman 10"/>
                <a:cs typeface="LM Roman 10"/>
              </a:rPr>
              <a:t>4  Impose</a:t>
            </a:r>
            <a:endParaRPr lang="en-US" sz="1800"/>
          </a:p>
        </p:txBody>
      </p:sp>
      <mc:AlternateContent xmlns:mc="http://schemas.openxmlformats.org/markup-compatibility/2006" xmlns:a14="http://schemas.microsoft.com/office/drawing/2010/main">
        <mc:Choice Requires="a14">
          <p:sp>
            <p:nvSpPr>
              <p:cNvPr id="110" name="Equation 110"/>
              <p:cNvSpPr txBox="1"/>
              <p:nvPr/>
            </p:nvSpPr>
            <p:spPr>
              <a:xfrm>
                <a:off x="2276856" y="4808677"/>
                <a:ext cx="2530450" cy="422453"/>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900" b="0" i="1">
                          <a:solidFill>
                            <a:srgbClr val="002060"/>
                          </a:solidFill>
                          <a:latin typeface="Cambria Math"/>
                          <a:cs typeface="Cambria Math"/>
                        </a:rPr>
                        <m:t>𝑃</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0</m:t>
                          </m:r>
                        </m:e>
                      </m:d>
                      <m:r>
                        <a:rPr lang="en-US" sz="1900" b="0" i="0">
                          <a:solidFill>
                            <a:srgbClr val="002060"/>
                          </a:solidFill>
                          <a:latin typeface="Cambria Math"/>
                          <a:cs typeface="Cambria Math"/>
                        </a:rPr>
                        <m:t>=</m:t>
                      </m:r>
                      <m:sSub>
                        <m:sSubPr>
                          <m:ctrlPr>
                            <a:rPr lang="en-US" sz="1900" b="0" i="1">
                              <a:solidFill>
                                <a:srgbClr val="002060"/>
                              </a:solidFill>
                              <a:latin typeface="Cambria Math"/>
                              <a:cs typeface="Cambria Math"/>
                            </a:rPr>
                          </m:ctrlPr>
                        </m:sSubPr>
                        <m:e>
                          <m:r>
                            <a:rPr lang="en-US" sz="1900" b="0" i="1">
                              <a:solidFill>
                                <a:srgbClr val="002060"/>
                              </a:solidFill>
                              <a:latin typeface="Cambria Math"/>
                              <a:cs typeface="Cambria Math"/>
                            </a:rPr>
                            <m:t>𝑃</m:t>
                          </m:r>
                        </m:e>
                        <m:sub>
                          <m:r>
                            <a:rPr lang="en-US" sz="1900" b="0" i="1">
                              <a:solidFill>
                                <a:srgbClr val="002060"/>
                              </a:solidFill>
                              <a:latin typeface="Cambria Math"/>
                              <a:cs typeface="Cambria Math"/>
                            </a:rPr>
                            <m:t>0</m:t>
                          </m:r>
                        </m:sub>
                      </m:sSub>
                      <m:r>
                        <a:rPr lang="en-US" sz="1900" b="0" i="1">
                          <a:solidFill>
                            <a:srgbClr val="002060"/>
                          </a:solidFill>
                          <a:latin typeface="Cambria Math"/>
                          <a:cs typeface="Cambria Math"/>
                        </a:rPr>
                        <m:t> </m:t>
                      </m:r>
                      <m:r>
                        <a:rPr lang="en-US" sz="1900" b="0" i="0">
                          <a:solidFill>
                            <a:srgbClr val="002060"/>
                          </a:solidFill>
                          <a:latin typeface="Cambria Math"/>
                          <a:cs typeface="Cambria Math"/>
                        </a:rPr>
                        <m:t>⇒</m:t>
                      </m:r>
                      <m:r>
                        <a:rPr lang="en-US" sz="1900" b="0" i="1">
                          <a:solidFill>
                            <a:srgbClr val="002060"/>
                          </a:solidFill>
                          <a:latin typeface="Cambria Math"/>
                          <a:cs typeface="Cambria Math"/>
                        </a:rPr>
                        <m:t> </m:t>
                      </m:r>
                      <m:r>
                        <a:rPr lang="en-US" sz="1900" b="0" i="1">
                          <a:solidFill>
                            <a:srgbClr val="002060"/>
                          </a:solidFill>
                          <a:latin typeface="Cambria Math"/>
                          <a:cs typeface="Cambria Math"/>
                        </a:rPr>
                        <m:t>𝐴</m:t>
                      </m:r>
                      <m:r>
                        <a:rPr lang="en-US" sz="1900" b="0" i="0">
                          <a:solidFill>
                            <a:srgbClr val="002060"/>
                          </a:solidFill>
                          <a:latin typeface="Cambria Math"/>
                          <a:cs typeface="Cambria Math"/>
                        </a:rPr>
                        <m:t>=</m:t>
                      </m:r>
                      <m:sSub>
                        <m:sSubPr>
                          <m:ctrlPr>
                            <a:rPr lang="en-US" sz="1900" b="0" i="1">
                              <a:solidFill>
                                <a:srgbClr val="002060"/>
                              </a:solidFill>
                              <a:latin typeface="Cambria Math"/>
                              <a:cs typeface="Cambria Math"/>
                            </a:rPr>
                          </m:ctrlPr>
                        </m:sSubPr>
                        <m:e>
                          <m:r>
                            <a:rPr lang="en-US" sz="1900" b="0" i="1">
                              <a:solidFill>
                                <a:srgbClr val="002060"/>
                              </a:solidFill>
                              <a:latin typeface="Cambria Math"/>
                              <a:cs typeface="Cambria Math"/>
                            </a:rPr>
                            <m:t>𝑃</m:t>
                          </m:r>
                        </m:e>
                        <m:sub>
                          <m:r>
                            <a:rPr lang="en-US" sz="1900" b="0" i="1">
                              <a:solidFill>
                                <a:srgbClr val="002060"/>
                              </a:solidFill>
                              <a:latin typeface="Cambria Math"/>
                              <a:cs typeface="Cambria Math"/>
                            </a:rPr>
                            <m:t>0</m:t>
                          </m:r>
                        </m:sub>
                      </m:sSub>
                    </m:oMath>
                  </m:oMathPara>
                </a14:m>
                <a:endParaRPr lang="en-US" sz="1900"/>
              </a:p>
            </p:txBody>
          </p:sp>
        </mc:Choice>
        <mc:Fallback xmlns="">
          <p:pic>
            <p:nvPicPr>
              <p:cNvPr id="110" name="Equation 110" descr="P(0)=P_0\;\Rightarrow\;A=P_0"/>
              <p:cNvPicPr>
                <a:picLocks noChangeAspect="1"/>
              </p:cNvPicPr>
              <p:nvPr/>
            </p:nvPicPr>
            <p:blipFill>
              <a:blip r:embed="rId8"/>
              <a:stretch>
                <a:fillRect/>
              </a:stretch>
            </p:blipFill>
            <p:spPr>
              <a:xfrm>
                <a:off x="2331720" y="4863541"/>
                <a:ext cx="2420722" cy="312725"/>
              </a:xfrm>
              <a:prstGeom prst="rect">
                <a:avLst/>
              </a:prstGeom>
            </p:spPr>
          </p:pic>
        </mc:Fallback>
      </mc:AlternateContent>
      <mc:AlternateContent xmlns:mc="http://schemas.openxmlformats.org/markup-compatibility/2006" xmlns:a14="http://schemas.microsoft.com/office/drawing/2010/main">
        <mc:Choice Requires="a14">
          <p:sp>
            <p:nvSpPr>
              <p:cNvPr id="111" name="Equation 111"/>
              <p:cNvSpPr txBox="1"/>
              <p:nvPr/>
            </p:nvSpPr>
            <p:spPr>
              <a:xfrm>
                <a:off x="2276856" y="5439613"/>
                <a:ext cx="1953158" cy="55229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400" b="0" i="1">
                          <a:solidFill>
                            <a:srgbClr val="BF6019"/>
                          </a:solidFill>
                          <a:latin typeface="Cambria Math"/>
                          <a:cs typeface="Cambria Math"/>
                        </a:rPr>
                        <m:t>𝑃</m:t>
                      </m:r>
                      <m:d>
                        <m:dPr>
                          <m:ctrlPr>
                            <a:rPr lang="en-US" sz="2400" b="0" i="1">
                              <a:solidFill>
                                <a:srgbClr val="BF6019"/>
                              </a:solidFill>
                              <a:latin typeface="Cambria Math"/>
                              <a:cs typeface="Cambria Math"/>
                            </a:rPr>
                          </m:ctrlPr>
                        </m:dPr>
                        <m:e>
                          <m:r>
                            <a:rPr lang="en-US" sz="2400" b="0" i="1">
                              <a:solidFill>
                                <a:srgbClr val="BF6019"/>
                              </a:solidFill>
                              <a:latin typeface="Cambria Math"/>
                              <a:cs typeface="Cambria Math"/>
                            </a:rPr>
                            <m:t>𝑡</m:t>
                          </m:r>
                        </m:e>
                      </m:d>
                      <m:r>
                        <a:rPr lang="en-US" sz="2400" b="0" i="0">
                          <a:solidFill>
                            <a:srgbClr val="BF6019"/>
                          </a:solidFill>
                          <a:latin typeface="Cambria Math"/>
                          <a:cs typeface="Cambria Math"/>
                        </a:rPr>
                        <m:t>=</m:t>
                      </m:r>
                      <m:sSub>
                        <m:sSubPr>
                          <m:ctrlPr>
                            <a:rPr lang="en-US" sz="2400" b="0" i="1">
                              <a:solidFill>
                                <a:srgbClr val="BF6019"/>
                              </a:solidFill>
                              <a:latin typeface="Cambria Math"/>
                              <a:cs typeface="Cambria Math"/>
                            </a:rPr>
                          </m:ctrlPr>
                        </m:sSubPr>
                        <m:e>
                          <m:r>
                            <a:rPr lang="en-US" sz="2400" b="0" i="1">
                              <a:solidFill>
                                <a:srgbClr val="BF6019"/>
                              </a:solidFill>
                              <a:latin typeface="Cambria Math"/>
                              <a:cs typeface="Cambria Math"/>
                            </a:rPr>
                            <m:t>𝑃</m:t>
                          </m:r>
                        </m:e>
                        <m:sub>
                          <m:r>
                            <a:rPr lang="en-US" sz="2400" b="0" i="1">
                              <a:solidFill>
                                <a:srgbClr val="BF6019"/>
                              </a:solidFill>
                              <a:latin typeface="Cambria Math"/>
                              <a:cs typeface="Cambria Math"/>
                            </a:rPr>
                            <m:t>0</m:t>
                          </m:r>
                        </m:sub>
                      </m:sSub>
                      <m:r>
                        <a:rPr lang="en-US" sz="2400" b="0" i="1">
                          <a:solidFill>
                            <a:srgbClr val="BF6019"/>
                          </a:solidFill>
                          <a:latin typeface="Cambria Math"/>
                          <a:cs typeface="Cambria Math"/>
                        </a:rPr>
                        <m:t> </m:t>
                      </m:r>
                      <m:sSup>
                        <m:sSupPr>
                          <m:ctrlPr>
                            <a:rPr lang="en-US" sz="2400" b="0" i="1">
                              <a:solidFill>
                                <a:srgbClr val="BF6019"/>
                              </a:solidFill>
                              <a:latin typeface="Cambria Math"/>
                              <a:cs typeface="Cambria Math"/>
                            </a:rPr>
                          </m:ctrlPr>
                        </m:sSupPr>
                        <m:e>
                          <m:r>
                            <a:rPr lang="en-US" sz="2400" b="0" i="1">
                              <a:solidFill>
                                <a:srgbClr val="BF6019"/>
                              </a:solidFill>
                              <a:latin typeface="Cambria Math"/>
                              <a:cs typeface="Cambria Math"/>
                            </a:rPr>
                            <m:t>𝑒</m:t>
                          </m:r>
                        </m:e>
                        <m:sup>
                          <m:r>
                            <a:rPr lang="en-US" sz="2400" b="0" i="1">
                              <a:solidFill>
                                <a:srgbClr val="BF6019"/>
                              </a:solidFill>
                              <a:latin typeface="Cambria Math"/>
                              <a:cs typeface="Cambria Math"/>
                            </a:rPr>
                            <m:t>𝑘𝑡</m:t>
                          </m:r>
                        </m:sup>
                      </m:sSup>
                    </m:oMath>
                  </m:oMathPara>
                </a14:m>
                <a:endParaRPr lang="en-US" sz="2400"/>
              </a:p>
            </p:txBody>
          </p:sp>
        </mc:Choice>
        <mc:Fallback xmlns="">
          <p:pic>
            <p:nvPicPr>
              <p:cNvPr id="111" name="Equation 111" descr="P(t)=P_0\,e^{kt}"/>
              <p:cNvPicPr>
                <a:picLocks noChangeAspect="1"/>
              </p:cNvPicPr>
              <p:nvPr/>
            </p:nvPicPr>
            <p:blipFill>
              <a:blip r:embed="rId9"/>
              <a:stretch>
                <a:fillRect/>
              </a:stretch>
            </p:blipFill>
            <p:spPr>
              <a:xfrm>
                <a:off x="2331720" y="5494477"/>
                <a:ext cx="1843430" cy="442570"/>
              </a:xfrm>
              <a:prstGeom prst="rect">
                <a:avLst/>
              </a:prstGeom>
            </p:spPr>
          </p:pic>
        </mc:Fallback>
      </mc:AlternateContent>
      <p:sp>
        <p:nvSpPr>
          <p:cNvPr id="112" name="Text"/>
          <p:cNvSpPr txBox="1"/>
          <p:nvPr/>
        </p:nvSpPr>
        <p:spPr>
          <a:xfrm>
            <a:off x="7315200" y="1280160"/>
            <a:ext cx="4389120" cy="4663440"/>
          </a:xfrm>
          <a:prstGeom prst="roundRect">
            <a:avLst>
              <a:gd name="adj" fmla="val 8000"/>
            </a:avLst>
          </a:prstGeom>
          <a:solidFill>
            <a:srgbClr val="EAF0F8"/>
          </a:solidFill>
          <a:ln>
            <a:noFill/>
          </a:ln>
        </p:spPr>
        <p:txBody>
          <a:bodyPr wrap="square" lIns="164592" tIns="164592" rIns="164592" bIns="164592" rtlCol="0" anchor="t">
            <a:normAutofit/>
          </a:bodyPr>
          <a:lstStyle/>
          <a:p>
            <a:pPr algn="l">
              <a:spcAft>
                <a:spcPts val="800"/>
              </a:spcAft>
              <a:buNone/>
            </a:pPr>
            <a:r>
              <a:rPr lang="en-US" sz="1900" b="1" i="0" dirty="0">
                <a:solidFill>
                  <a:srgbClr val="BF6019"/>
                </a:solidFill>
                <a:latin typeface="LM Roman 10"/>
                <a:cs typeface="LM Roman 10"/>
              </a:rPr>
              <a:t>General recipe</a:t>
            </a:r>
            <a:endParaRPr lang="en-US" sz="1900"/>
          </a:p>
          <a:p>
            <a:pPr algn="l">
              <a:spcAft>
                <a:spcPts val="400"/>
              </a:spcAft>
              <a:buNone/>
            </a:pPr>
            <a:r>
              <a:rPr lang="en-US" sz="1700" b="1" i="0" dirty="0">
                <a:solidFill>
                  <a:srgbClr val="002060"/>
                </a:solidFill>
                <a:latin typeface="LM Roman 10"/>
                <a:cs typeface="LM Roman 10"/>
              </a:rPr>
              <a:t>Separable equations </a:t>
            </a:r>
            <a:r>
              <a:rPr lang="en-US" sz="1700" b="0" i="1" dirty="0">
                <a:solidFill>
                  <a:srgbClr val="002060"/>
                </a:solidFill>
                <a:latin typeface="Cambria Math"/>
                <a:cs typeface="Cambria Math"/>
              </a:rPr>
              <a:t>y′ = g(t) h(y):</a:t>
            </a:r>
            <a:endParaRPr lang="en-US" sz="1700"/>
          </a:p>
        </p:txBody>
      </p:sp>
      <mc:AlternateContent xmlns:mc="http://schemas.openxmlformats.org/markup-compatibility/2006" xmlns:a14="http://schemas.microsoft.com/office/drawing/2010/main">
        <mc:Choice Requires="a14">
          <p:sp>
            <p:nvSpPr>
              <p:cNvPr id="113" name="Equation 113"/>
              <p:cNvSpPr txBox="1"/>
              <p:nvPr/>
            </p:nvSpPr>
            <p:spPr>
              <a:xfrm>
                <a:off x="8342376" y="2276856"/>
                <a:ext cx="2334768" cy="771144"/>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000" b="0" i="0">
                          <a:solidFill>
                            <a:srgbClr val="002060"/>
                          </a:solidFill>
                          <a:latin typeface="Cambria Math"/>
                          <a:cs typeface="Cambria Math"/>
                        </a:rPr>
                        <m:t>∫</m:t>
                      </m:r>
                      <m:f>
                        <m:fPr>
                          <m:ctrlPr>
                            <a:rPr lang="en-US" sz="2000" b="0" i="1">
                              <a:solidFill>
                                <a:srgbClr val="002060"/>
                              </a:solidFill>
                              <a:latin typeface="Cambria Math"/>
                              <a:cs typeface="Cambria Math"/>
                            </a:rPr>
                          </m:ctrlPr>
                        </m:fPr>
                        <m:num>
                          <m:r>
                            <a:rPr lang="en-US" sz="2000" b="0" i="1">
                              <a:solidFill>
                                <a:srgbClr val="002060"/>
                              </a:solidFill>
                              <a:latin typeface="Cambria Math"/>
                              <a:cs typeface="Cambria Math"/>
                            </a:rPr>
                            <m:t>𝑑𝑦</m:t>
                          </m:r>
                        </m:num>
                        <m:den>
                          <m:r>
                            <a:rPr lang="en-US" sz="2000" b="0" i="1">
                              <a:solidFill>
                                <a:srgbClr val="002060"/>
                              </a:solidFill>
                              <a:latin typeface="Cambria Math"/>
                              <a:cs typeface="Cambria Math"/>
                            </a:rPr>
                            <m:t>ℎ</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𝑦</m:t>
                              </m:r>
                            </m:e>
                          </m:d>
                        </m:den>
                      </m:f>
                      <m:r>
                        <a:rPr lang="en-US" sz="2000" b="0" i="0">
                          <a:solidFill>
                            <a:srgbClr val="002060"/>
                          </a:solidFill>
                          <a:latin typeface="Cambria Math"/>
                          <a:cs typeface="Cambria Math"/>
                        </a:rPr>
                        <m:t>=∫</m:t>
                      </m:r>
                      <m:r>
                        <a:rPr lang="en-US" sz="2000" b="0" i="1">
                          <a:solidFill>
                            <a:srgbClr val="002060"/>
                          </a:solidFill>
                          <a:latin typeface="Cambria Math"/>
                          <a:cs typeface="Cambria Math"/>
                        </a:rPr>
                        <m:t>𝑔</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𝑡</m:t>
                          </m:r>
                        </m:e>
                      </m:d>
                      <m:r>
                        <a:rPr lang="en-US" sz="2000" b="0" i="1">
                          <a:solidFill>
                            <a:srgbClr val="002060"/>
                          </a:solidFill>
                          <a:latin typeface="Cambria Math"/>
                          <a:cs typeface="Cambria Math"/>
                        </a:rPr>
                        <m:t> </m:t>
                      </m:r>
                      <m:r>
                        <a:rPr lang="en-US" sz="2000" b="0" i="1">
                          <a:solidFill>
                            <a:srgbClr val="002060"/>
                          </a:solidFill>
                          <a:latin typeface="Cambria Math"/>
                          <a:cs typeface="Cambria Math"/>
                        </a:rPr>
                        <m:t>𝑑𝑡</m:t>
                      </m:r>
                    </m:oMath>
                  </m:oMathPara>
                </a14:m>
                <a:endParaRPr lang="en-US" sz="2000"/>
              </a:p>
            </p:txBody>
          </p:sp>
        </mc:Choice>
        <mc:Fallback xmlns="">
          <p:pic>
            <p:nvPicPr>
              <p:cNvPr id="113" name="Equation 113" descr="\int\frac{dy}{h(y)}=\int g(t)\,dt"/>
              <p:cNvPicPr>
                <a:picLocks noChangeAspect="1"/>
              </p:cNvPicPr>
              <p:nvPr/>
            </p:nvPicPr>
            <p:blipFill>
              <a:blip r:embed="rId10"/>
              <a:stretch>
                <a:fillRect/>
              </a:stretch>
            </p:blipFill>
            <p:spPr>
              <a:xfrm>
                <a:off x="8397240" y="2331720"/>
                <a:ext cx="2225040" cy="661416"/>
              </a:xfrm>
              <a:prstGeom prst="rect">
                <a:avLst/>
              </a:prstGeom>
            </p:spPr>
          </p:pic>
        </mc:Fallback>
      </mc:AlternateContent>
      <p:sp>
        <p:nvSpPr>
          <p:cNvPr id="114" name="Text"/>
          <p:cNvSpPr txBox="1"/>
          <p:nvPr/>
        </p:nvSpPr>
        <p:spPr>
          <a:xfrm>
            <a:off x="7479792" y="3154680"/>
            <a:ext cx="4114800" cy="2651760"/>
          </a:xfrm>
          <a:prstGeom prst="rect">
            <a:avLst/>
          </a:prstGeom>
          <a:noFill/>
          <a:ln>
            <a:noFill/>
          </a:ln>
        </p:spPr>
        <p:txBody>
          <a:bodyPr wrap="square" lIns="73152" tIns="73152" rIns="73152" bIns="73152" rtlCol="0" anchor="t">
            <a:normAutofit/>
          </a:bodyPr>
          <a:lstStyle/>
          <a:p>
            <a:pPr marL="274320" indent="-274320" algn="l">
              <a:spcAft>
                <a:spcPts val="800"/>
              </a:spcAft>
              <a:buClr>
                <a:srgbClr val="BF6019"/>
              </a:buClr>
              <a:buSzPct val="100000"/>
              <a:buFont typeface="Arial"/>
              <a:buChar char="•"/>
            </a:pPr>
            <a:r>
              <a:rPr lang="en-US" sz="1600" b="0" i="0" dirty="0">
                <a:solidFill>
                  <a:srgbClr val="002060"/>
                </a:solidFill>
                <a:latin typeface="LM Roman 10"/>
                <a:cs typeface="LM Roman 10"/>
              </a:rPr>
              <a:t>Dividing by h(y) loses the constant solutions h(y) = 0 — here P ≡ 0.</a:t>
            </a:r>
            <a:endParaRPr lang="en-US" sz="1600"/>
          </a:p>
          <a:p>
            <a:pPr marL="274320" indent="-274320" algn="l">
              <a:spcAft>
                <a:spcPts val="800"/>
              </a:spcAft>
              <a:buClr>
                <a:srgbClr val="BF6019"/>
              </a:buClr>
              <a:buSzPct val="100000"/>
              <a:buFont typeface="Arial"/>
              <a:buChar char="•"/>
            </a:pPr>
            <a:r>
              <a:rPr lang="en-US" sz="1600" b="1" i="0" dirty="0">
                <a:solidFill>
                  <a:srgbClr val="002060"/>
                </a:solidFill>
                <a:latin typeface="LM Roman 10"/>
                <a:cs typeface="LM Roman 10"/>
              </a:rPr>
              <a:t>Check: </a:t>
            </a:r>
            <a:r>
              <a:rPr lang="en-US" sz="1600" b="0" i="0" dirty="0">
                <a:solidFill>
                  <a:srgbClr val="002060"/>
                </a:solidFill>
                <a:latin typeface="LM Roman 10"/>
                <a:cs typeface="LM Roman 10"/>
              </a:rPr>
              <a:t>P′ = k P</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e</a:t>
            </a:r>
            <a:r>
              <a:rPr lang="en-US" sz="1600" b="0" i="0" baseline="30000" dirty="0">
                <a:solidFill>
                  <a:srgbClr val="002060"/>
                </a:solidFill>
                <a:latin typeface="LM Roman 10"/>
                <a:cs typeface="LM Roman 10"/>
              </a:rPr>
              <a:t>kt</a:t>
            </a:r>
            <a:r>
              <a:rPr lang="en-US" sz="1600" b="0" i="0" dirty="0">
                <a:solidFill>
                  <a:srgbClr val="002060"/>
                </a:solidFill>
                <a:latin typeface="LM Roman 10"/>
                <a:cs typeface="LM Roman 10"/>
              </a:rPr>
              <a:t> = k P.</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Same steps for decay (k &lt; 0) and for the logistic equation.</a:t>
            </a:r>
            <a:endParaRPr lang="en-US" sz="16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Exponential growth</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6</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188720"/>
            <a:ext cx="621792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Sample problem 1</a:t>
            </a:r>
            <a:endParaRPr lang="en-US" sz="1800"/>
          </a:p>
        </p:txBody>
      </p:sp>
      <p:sp>
        <p:nvSpPr>
          <p:cNvPr id="102" name="Text"/>
          <p:cNvSpPr txBox="1"/>
          <p:nvPr/>
        </p:nvSpPr>
        <p:spPr>
          <a:xfrm>
            <a:off x="548640" y="1645920"/>
            <a:ext cx="6217920" cy="109728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A colony has 100 bacteria at t = 0 and 200 bacteria at t = 10 s. How many bacteria are there at t = 60 s?</a:t>
            </a:r>
            <a:endParaRPr lang="en-US" sz="1800"/>
          </a:p>
          <a:p>
            <a:pPr algn="l">
              <a:spcAft>
                <a:spcPts val="600"/>
              </a:spcAft>
              <a:buNone/>
            </a:pPr>
            <a:r>
              <a:rPr lang="en-US" sz="1400" b="0" i="1" dirty="0">
                <a:solidFill>
                  <a:srgbClr val="5D6675"/>
                </a:solidFill>
                <a:latin typeface="LM Roman 10"/>
                <a:cs typeface="LM Roman 10"/>
              </a:rPr>
              <a:t>(Lebl, Notes on Diffy Qs, Example 0.2.1)</a:t>
            </a:r>
            <a:endParaRPr lang="en-US" sz="1400"/>
          </a:p>
        </p:txBody>
      </p:sp>
      <mc:AlternateContent xmlns:mc="http://schemas.openxmlformats.org/markup-compatibility/2006" xmlns:a14="http://schemas.microsoft.com/office/drawing/2010/main">
        <mc:Choice Requires="a14">
          <p:sp>
            <p:nvSpPr>
              <p:cNvPr id="103" name="Equation 103"/>
              <p:cNvSpPr txBox="1"/>
              <p:nvPr/>
            </p:nvSpPr>
            <p:spPr>
              <a:xfrm>
                <a:off x="493776" y="2871216"/>
                <a:ext cx="3733800" cy="47853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002060"/>
                          </a:solidFill>
                          <a:latin typeface="Cambria Math"/>
                          <a:cs typeface="Cambria Math"/>
                        </a:rPr>
                        <m:t>𝑃</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𝑡</m:t>
                          </m:r>
                        </m:e>
                      </m:d>
                      <m:r>
                        <a:rPr lang="en-US" sz="2000" b="0" i="0">
                          <a:solidFill>
                            <a:srgbClr val="002060"/>
                          </a:solidFill>
                          <a:latin typeface="Cambria Math"/>
                          <a:cs typeface="Cambria Math"/>
                        </a:rPr>
                        <m:t>=</m:t>
                      </m:r>
                      <m:r>
                        <a:rPr lang="en-US" sz="2000" b="0" i="1">
                          <a:solidFill>
                            <a:srgbClr val="002060"/>
                          </a:solidFill>
                          <a:latin typeface="Cambria Math"/>
                          <a:cs typeface="Cambria Math"/>
                        </a:rPr>
                        <m:t>100 </m:t>
                      </m:r>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𝑒</m:t>
                          </m:r>
                        </m:e>
                        <m:sup>
                          <m:r>
                            <a:rPr lang="en-US" sz="2000" b="0" i="1">
                              <a:solidFill>
                                <a:srgbClr val="002060"/>
                              </a:solidFill>
                              <a:latin typeface="Cambria Math"/>
                              <a:cs typeface="Cambria Math"/>
                            </a:rPr>
                            <m:t>𝑘𝑡</m:t>
                          </m:r>
                        </m:sup>
                      </m:sSup>
                      <m:r>
                        <a:rPr lang="en-US" sz="2000" b="0" i="0">
                          <a:solidFill>
                            <a:srgbClr val="002060"/>
                          </a:solidFill>
                          <a:latin typeface="Cambria Math"/>
                          <a:cs typeface="Cambria Math"/>
                        </a:rPr>
                        <m:t>,</m:t>
                      </m:r>
                      <m:r>
                        <a:rPr lang="en-US" sz="2000" b="0" i="1">
                          <a:solidFill>
                            <a:srgbClr val="002060"/>
                          </a:solidFill>
                          <a:latin typeface="Cambria Math"/>
                          <a:cs typeface="Cambria Math"/>
                        </a:rPr>
                        <m:t>  </m:t>
                      </m:r>
                      <m:r>
                        <a:rPr lang="en-US" sz="2000" b="0" i="1">
                          <a:solidFill>
                            <a:srgbClr val="002060"/>
                          </a:solidFill>
                          <a:latin typeface="Cambria Math"/>
                          <a:cs typeface="Cambria Math"/>
                        </a:rPr>
                        <m:t>𝑃</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10</m:t>
                          </m:r>
                        </m:e>
                      </m:d>
                      <m:r>
                        <a:rPr lang="en-US" sz="2000" b="0" i="0">
                          <a:solidFill>
                            <a:srgbClr val="002060"/>
                          </a:solidFill>
                          <a:latin typeface="Cambria Math"/>
                          <a:cs typeface="Cambria Math"/>
                        </a:rPr>
                        <m:t>=</m:t>
                      </m:r>
                      <m:r>
                        <a:rPr lang="en-US" sz="2000" b="0" i="1">
                          <a:solidFill>
                            <a:srgbClr val="002060"/>
                          </a:solidFill>
                          <a:latin typeface="Cambria Math"/>
                          <a:cs typeface="Cambria Math"/>
                        </a:rPr>
                        <m:t>200</m:t>
                      </m:r>
                    </m:oMath>
                  </m:oMathPara>
                </a14:m>
                <a:endParaRPr lang="en-US" sz="2000"/>
              </a:p>
            </p:txBody>
          </p:sp>
        </mc:Choice>
        <mc:Fallback xmlns="">
          <p:pic>
            <p:nvPicPr>
              <p:cNvPr id="103" name="Equation 103" descr="P(t)=100\,e^{kt},\qquad P(10)=200"/>
              <p:cNvPicPr>
                <a:picLocks noChangeAspect="1"/>
              </p:cNvPicPr>
              <p:nvPr/>
            </p:nvPicPr>
            <p:blipFill>
              <a:blip r:embed="rId4"/>
              <a:stretch>
                <a:fillRect/>
              </a:stretch>
            </p:blipFill>
            <p:spPr>
              <a:xfrm>
                <a:off x="548640" y="2926080"/>
                <a:ext cx="3624072" cy="368808"/>
              </a:xfrm>
              <a:prstGeom prst="rect">
                <a:avLst/>
              </a:prstGeom>
            </p:spPr>
          </p:pic>
        </mc:Fallback>
      </mc:AlternateContent>
      <mc:AlternateContent xmlns:mc="http://schemas.openxmlformats.org/markup-compatibility/2006" xmlns:a14="http://schemas.microsoft.com/office/drawing/2010/main">
        <mc:Choice Requires="a14">
          <p:sp>
            <p:nvSpPr>
              <p:cNvPr id="104" name="Equation 104"/>
              <p:cNvSpPr txBox="1"/>
              <p:nvPr/>
            </p:nvSpPr>
            <p:spPr>
              <a:xfrm>
                <a:off x="493776" y="3511296"/>
                <a:ext cx="4718304" cy="70713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002060"/>
                          </a:solidFill>
                          <a:latin typeface="Cambria Math"/>
                          <a:cs typeface="Cambria Math"/>
                        </a:rPr>
                        <m:t>200</m:t>
                      </m:r>
                      <m:r>
                        <a:rPr lang="en-US" sz="2000" b="0" i="0">
                          <a:solidFill>
                            <a:srgbClr val="002060"/>
                          </a:solidFill>
                          <a:latin typeface="Cambria Math"/>
                          <a:cs typeface="Cambria Math"/>
                        </a:rPr>
                        <m:t>=</m:t>
                      </m:r>
                      <m:r>
                        <a:rPr lang="en-US" sz="2000" b="0" i="1">
                          <a:solidFill>
                            <a:srgbClr val="002060"/>
                          </a:solidFill>
                          <a:latin typeface="Cambria Math"/>
                          <a:cs typeface="Cambria Math"/>
                        </a:rPr>
                        <m:t>100 </m:t>
                      </m:r>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𝑒</m:t>
                          </m:r>
                        </m:e>
                        <m:sup>
                          <m:r>
                            <a:rPr lang="en-US" sz="2000" b="0" i="1">
                              <a:solidFill>
                                <a:srgbClr val="002060"/>
                              </a:solidFill>
                              <a:latin typeface="Cambria Math"/>
                              <a:cs typeface="Cambria Math"/>
                            </a:rPr>
                            <m:t>10</m:t>
                          </m:r>
                          <m:r>
                            <a:rPr lang="en-US" sz="2000" b="0" i="1">
                              <a:solidFill>
                                <a:srgbClr val="002060"/>
                              </a:solidFill>
                              <a:latin typeface="Cambria Math"/>
                              <a:cs typeface="Cambria Math"/>
                            </a:rPr>
                            <m:t>𝑘</m:t>
                          </m:r>
                        </m:sup>
                      </m:sSup>
                      <m:r>
                        <a:rPr lang="en-US" sz="2000" b="0" i="1">
                          <a:solidFill>
                            <a:srgbClr val="002060"/>
                          </a:solidFill>
                          <a:latin typeface="Cambria Math"/>
                          <a:cs typeface="Cambria Math"/>
                        </a:rPr>
                        <m:t> </m:t>
                      </m:r>
                      <m:r>
                        <a:rPr lang="en-US" sz="2000" b="0" i="0">
                          <a:solidFill>
                            <a:srgbClr val="002060"/>
                          </a:solidFill>
                          <a:latin typeface="Cambria Math"/>
                          <a:cs typeface="Cambria Math"/>
                        </a:rPr>
                        <m:t>⇒</m:t>
                      </m:r>
                      <m:r>
                        <a:rPr lang="en-US" sz="2000" b="0" i="1">
                          <a:solidFill>
                            <a:srgbClr val="002060"/>
                          </a:solidFill>
                          <a:latin typeface="Cambria Math"/>
                          <a:cs typeface="Cambria Math"/>
                        </a:rPr>
                        <m:t> </m:t>
                      </m:r>
                      <m:r>
                        <a:rPr lang="en-US" sz="2000" b="0" i="1">
                          <a:solidFill>
                            <a:srgbClr val="002060"/>
                          </a:solidFill>
                          <a:latin typeface="Cambria Math"/>
                          <a:cs typeface="Cambria Math"/>
                        </a:rPr>
                        <m:t>𝑘</m:t>
                      </m:r>
                      <m:r>
                        <a:rPr lang="en-US" sz="2000" b="0" i="0">
                          <a:solidFill>
                            <a:srgbClr val="002060"/>
                          </a:solidFill>
                          <a:latin typeface="Cambria Math"/>
                          <a:cs typeface="Cambria Math"/>
                        </a:rPr>
                        <m:t>=</m:t>
                      </m:r>
                      <m:f>
                        <m:fPr>
                          <m:ctrlPr>
                            <a:rPr lang="en-US" sz="2000" b="0" i="0">
                              <a:solidFill>
                                <a:srgbClr val="002060"/>
                              </a:solidFill>
                              <a:latin typeface="Cambria Math"/>
                              <a:cs typeface="Cambria Math"/>
                            </a:rPr>
                          </m:ctrlPr>
                        </m:fPr>
                        <m:num>
                          <m:r>
                            <m:rPr>
                              <m:sty m:val="p"/>
                            </m:rPr>
                            <a:rPr lang="en-US" sz="2000" b="0" i="0">
                              <a:solidFill>
                                <a:srgbClr val="002060"/>
                              </a:solidFill>
                              <a:latin typeface="Cambria Math"/>
                              <a:cs typeface="Cambria Math"/>
                            </a:rPr>
                            <m:t>ln</m:t>
                          </m:r>
                          <m:r>
                            <a:rPr lang="en-US" sz="2000" b="0" i="1">
                              <a:solidFill>
                                <a:srgbClr val="002060"/>
                              </a:solidFill>
                              <a:latin typeface="Cambria Math"/>
                              <a:cs typeface="Cambria Math"/>
                            </a:rPr>
                            <m:t>2</m:t>
                          </m:r>
                        </m:num>
                        <m:den>
                          <m:r>
                            <a:rPr lang="en-US" sz="2000" b="0" i="1">
                              <a:solidFill>
                                <a:srgbClr val="002060"/>
                              </a:solidFill>
                              <a:latin typeface="Cambria Math"/>
                              <a:cs typeface="Cambria Math"/>
                            </a:rPr>
                            <m:t>10</m:t>
                          </m:r>
                        </m:den>
                      </m:f>
                      <m:r>
                        <a:rPr lang="en-US" sz="2000" b="0" i="0">
                          <a:solidFill>
                            <a:srgbClr val="002060"/>
                          </a:solidFill>
                          <a:latin typeface="Cambria Math"/>
                          <a:cs typeface="Cambria Math"/>
                        </a:rPr>
                        <m:t>≈</m:t>
                      </m:r>
                      <m:r>
                        <a:rPr lang="en-US" sz="2000" b="0" i="1">
                          <a:solidFill>
                            <a:srgbClr val="002060"/>
                          </a:solidFill>
                          <a:latin typeface="Cambria Math"/>
                          <a:cs typeface="Cambria Math"/>
                        </a:rPr>
                        <m:t>0.0693 </m:t>
                      </m:r>
                      <m:sSup>
                        <m:sSupPr>
                          <m:ctrlPr>
                            <a:rPr lang="en-US" sz="2000" b="0" i="0">
                              <a:solidFill>
                                <a:srgbClr val="002060"/>
                              </a:solidFill>
                              <a:latin typeface="Cambria Math"/>
                              <a:cs typeface="Cambria Math"/>
                            </a:rPr>
                          </m:ctrlPr>
                        </m:sSupPr>
                        <m:e>
                          <m:r>
                            <m:rPr>
                              <m:sty m:val="p"/>
                            </m:rPr>
                            <a:rPr lang="en-US" sz="2000" b="0" i="0">
                              <a:solidFill>
                                <a:srgbClr val="002060"/>
                              </a:solidFill>
                              <a:latin typeface="Cambria Math"/>
                              <a:cs typeface="Cambria Math"/>
                            </a:rPr>
                            <m:t>s</m:t>
                          </m:r>
                        </m:e>
                        <m:sup>
                          <m:r>
                            <a:rPr lang="en-US" sz="2000" b="0" i="0">
                              <a:solidFill>
                                <a:srgbClr val="002060"/>
                              </a:solidFill>
                              <a:latin typeface="Cambria Math"/>
                              <a:cs typeface="Cambria Math"/>
                            </a:rPr>
                            <m:t>−</m:t>
                          </m:r>
                          <m:r>
                            <a:rPr lang="en-US" sz="2000" b="0" i="1">
                              <a:solidFill>
                                <a:srgbClr val="002060"/>
                              </a:solidFill>
                              <a:latin typeface="Cambria Math"/>
                              <a:cs typeface="Cambria Math"/>
                            </a:rPr>
                            <m:t>1</m:t>
                          </m:r>
                        </m:sup>
                      </m:sSup>
                    </m:oMath>
                  </m:oMathPara>
                </a14:m>
                <a:endParaRPr lang="en-US" sz="2000"/>
              </a:p>
            </p:txBody>
          </p:sp>
        </mc:Choice>
        <mc:Fallback xmlns="">
          <p:pic>
            <p:nvPicPr>
              <p:cNvPr id="104" name="Equation 104" descr="200=100\,e^{10k}\;\Rightarrow\;k=\frac{\ln 2}{10}\approx 0.0693\ \mathrm{s}^{-1}"/>
              <p:cNvPicPr>
                <a:picLocks noChangeAspect="1"/>
              </p:cNvPicPr>
              <p:nvPr/>
            </p:nvPicPr>
            <p:blipFill>
              <a:blip r:embed="rId5"/>
              <a:stretch>
                <a:fillRect/>
              </a:stretch>
            </p:blipFill>
            <p:spPr>
              <a:xfrm>
                <a:off x="548640" y="3566160"/>
                <a:ext cx="4608576" cy="597408"/>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493776" y="4379976"/>
                <a:ext cx="4148328" cy="47853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BF6019"/>
                          </a:solidFill>
                          <a:latin typeface="Cambria Math"/>
                          <a:cs typeface="Cambria Math"/>
                        </a:rPr>
                        <m:t>𝑃</m:t>
                      </m:r>
                      <m:d>
                        <m:dPr>
                          <m:ctrlPr>
                            <a:rPr lang="en-US" sz="2000" b="0" i="1">
                              <a:solidFill>
                                <a:srgbClr val="BF6019"/>
                              </a:solidFill>
                              <a:latin typeface="Cambria Math"/>
                              <a:cs typeface="Cambria Math"/>
                            </a:rPr>
                          </m:ctrlPr>
                        </m:dPr>
                        <m:e>
                          <m:r>
                            <a:rPr lang="en-US" sz="2000" b="0" i="1">
                              <a:solidFill>
                                <a:srgbClr val="BF6019"/>
                              </a:solidFill>
                              <a:latin typeface="Cambria Math"/>
                              <a:cs typeface="Cambria Math"/>
                            </a:rPr>
                            <m:t>60</m:t>
                          </m:r>
                        </m:e>
                      </m:d>
                      <m:r>
                        <a:rPr lang="en-US" sz="2000" b="0" i="0">
                          <a:solidFill>
                            <a:srgbClr val="BF6019"/>
                          </a:solidFill>
                          <a:latin typeface="Cambria Math"/>
                          <a:cs typeface="Cambria Math"/>
                        </a:rPr>
                        <m:t>=</m:t>
                      </m:r>
                      <m:r>
                        <a:rPr lang="en-US" sz="2000" b="0" i="1">
                          <a:solidFill>
                            <a:srgbClr val="BF6019"/>
                          </a:solidFill>
                          <a:latin typeface="Cambria Math"/>
                          <a:cs typeface="Cambria Math"/>
                        </a:rPr>
                        <m:t>100 </m:t>
                      </m:r>
                      <m:sSup>
                        <m:sSupPr>
                          <m:ctrlPr>
                            <a:rPr lang="en-US" sz="2000" b="0" i="1">
                              <a:solidFill>
                                <a:srgbClr val="BF6019"/>
                              </a:solidFill>
                              <a:latin typeface="Cambria Math"/>
                              <a:cs typeface="Cambria Math"/>
                            </a:rPr>
                          </m:ctrlPr>
                        </m:sSupPr>
                        <m:e>
                          <m:r>
                            <a:rPr lang="en-US" sz="2000" b="0" i="1">
                              <a:solidFill>
                                <a:srgbClr val="BF6019"/>
                              </a:solidFill>
                              <a:latin typeface="Cambria Math"/>
                              <a:cs typeface="Cambria Math"/>
                            </a:rPr>
                            <m:t>𝑒</m:t>
                          </m:r>
                        </m:e>
                        <m:sup>
                          <m:r>
                            <a:rPr lang="en-US" sz="2000" b="0" i="1">
                              <a:solidFill>
                                <a:srgbClr val="BF6019"/>
                              </a:solidFill>
                              <a:latin typeface="Cambria Math"/>
                              <a:cs typeface="Cambria Math"/>
                            </a:rPr>
                            <m:t>6</m:t>
                          </m:r>
                          <m:r>
                            <m:rPr>
                              <m:sty m:val="p"/>
                            </m:rPr>
                            <a:rPr lang="en-US" sz="2000" b="0" i="0">
                              <a:solidFill>
                                <a:srgbClr val="BF6019"/>
                              </a:solidFill>
                              <a:latin typeface="Cambria Math"/>
                              <a:cs typeface="Cambria Math"/>
                            </a:rPr>
                            <m:t>ln</m:t>
                          </m:r>
                          <m:r>
                            <a:rPr lang="en-US" sz="2000" b="0" i="1">
                              <a:solidFill>
                                <a:srgbClr val="BF6019"/>
                              </a:solidFill>
                              <a:latin typeface="Cambria Math"/>
                              <a:cs typeface="Cambria Math"/>
                            </a:rPr>
                            <m:t>2</m:t>
                          </m:r>
                        </m:sup>
                      </m:sSup>
                      <m:r>
                        <a:rPr lang="en-US" sz="2000" b="0" i="0">
                          <a:solidFill>
                            <a:srgbClr val="BF6019"/>
                          </a:solidFill>
                          <a:latin typeface="Cambria Math"/>
                          <a:cs typeface="Cambria Math"/>
                        </a:rPr>
                        <m:t>=</m:t>
                      </m:r>
                      <m:r>
                        <a:rPr lang="en-US" sz="2000" b="0" i="1">
                          <a:solidFill>
                            <a:srgbClr val="BF6019"/>
                          </a:solidFill>
                          <a:latin typeface="Cambria Math"/>
                          <a:cs typeface="Cambria Math"/>
                        </a:rPr>
                        <m:t>100</m:t>
                      </m:r>
                      <m:r>
                        <a:rPr lang="en-US" sz="2000" b="0" i="0">
                          <a:solidFill>
                            <a:srgbClr val="BF6019"/>
                          </a:solidFill>
                          <a:latin typeface="Cambria Math"/>
                          <a:cs typeface="Cambria Math"/>
                        </a:rPr>
                        <m:t>⋅</m:t>
                      </m:r>
                      <m:sSup>
                        <m:sSupPr>
                          <m:ctrlPr>
                            <a:rPr lang="en-US" sz="2000" b="0" i="1">
                              <a:solidFill>
                                <a:srgbClr val="BF6019"/>
                              </a:solidFill>
                              <a:latin typeface="Cambria Math"/>
                              <a:cs typeface="Cambria Math"/>
                            </a:rPr>
                          </m:ctrlPr>
                        </m:sSupPr>
                        <m:e>
                          <m:r>
                            <a:rPr lang="en-US" sz="2000" b="0" i="1">
                              <a:solidFill>
                                <a:srgbClr val="BF6019"/>
                              </a:solidFill>
                              <a:latin typeface="Cambria Math"/>
                              <a:cs typeface="Cambria Math"/>
                            </a:rPr>
                            <m:t>2</m:t>
                          </m:r>
                        </m:e>
                        <m:sup>
                          <m:r>
                            <a:rPr lang="en-US" sz="2000" b="0" i="1">
                              <a:solidFill>
                                <a:srgbClr val="BF6019"/>
                              </a:solidFill>
                              <a:latin typeface="Cambria Math"/>
                              <a:cs typeface="Cambria Math"/>
                            </a:rPr>
                            <m:t>6</m:t>
                          </m:r>
                        </m:sup>
                      </m:sSup>
                      <m:r>
                        <a:rPr lang="en-US" sz="2000" b="0" i="0">
                          <a:solidFill>
                            <a:srgbClr val="BF6019"/>
                          </a:solidFill>
                          <a:latin typeface="Cambria Math"/>
                          <a:cs typeface="Cambria Math"/>
                        </a:rPr>
                        <m:t>=</m:t>
                      </m:r>
                      <m:r>
                        <a:rPr lang="en-US" sz="2000" b="0" i="1">
                          <a:solidFill>
                            <a:srgbClr val="BF6019"/>
                          </a:solidFill>
                          <a:latin typeface="Cambria Math"/>
                          <a:cs typeface="Cambria Math"/>
                        </a:rPr>
                        <m:t>6400</m:t>
                      </m:r>
                    </m:oMath>
                  </m:oMathPara>
                </a14:m>
                <a:endParaRPr lang="en-US" sz="2000"/>
              </a:p>
            </p:txBody>
          </p:sp>
        </mc:Choice>
        <mc:Fallback xmlns="">
          <p:pic>
            <p:nvPicPr>
              <p:cNvPr id="105" name="Equation 105" descr="P(60)=100\,e^{6\ln 2}=100\cdot 2^{6}=6400"/>
              <p:cNvPicPr>
                <a:picLocks noChangeAspect="1"/>
              </p:cNvPicPr>
              <p:nvPr/>
            </p:nvPicPr>
            <p:blipFill>
              <a:blip r:embed="rId6"/>
              <a:stretch>
                <a:fillRect/>
              </a:stretch>
            </p:blipFill>
            <p:spPr>
              <a:xfrm>
                <a:off x="548640" y="4434840"/>
                <a:ext cx="4038600" cy="368808"/>
              </a:xfrm>
              <a:prstGeom prst="rect">
                <a:avLst/>
              </a:prstGeom>
            </p:spPr>
          </p:pic>
        </mc:Fallback>
      </mc:AlternateContent>
      <p:sp>
        <p:nvSpPr>
          <p:cNvPr id="106" name="Text"/>
          <p:cNvSpPr txBox="1"/>
          <p:nvPr/>
        </p:nvSpPr>
        <p:spPr>
          <a:xfrm>
            <a:off x="548640" y="5074920"/>
            <a:ext cx="6217920" cy="914400"/>
          </a:xfrm>
          <a:prstGeom prst="rect">
            <a:avLst/>
          </a:prstGeom>
          <a:noFill/>
          <a:ln>
            <a:noFill/>
          </a:ln>
        </p:spPr>
        <p:txBody>
          <a:bodyPr wrap="square" lIns="73152" tIns="73152" rIns="73152" bIns="73152" rtlCol="0" anchor="t">
            <a:normAutofit/>
          </a:bodyPr>
          <a:lstStyle/>
          <a:p>
            <a:pPr algn="l">
              <a:spcAft>
                <a:spcPts val="600"/>
              </a:spcAft>
              <a:buNone/>
            </a:pPr>
            <a:r>
              <a:rPr lang="en-US" sz="1700" b="1" i="0" dirty="0">
                <a:solidFill>
                  <a:srgbClr val="002060"/>
                </a:solidFill>
                <a:latin typeface="LM Roman 10"/>
                <a:cs typeface="LM Roman 10"/>
              </a:rPr>
              <a:t>Doubling time </a:t>
            </a:r>
            <a:r>
              <a:rPr lang="en-US" sz="1700" b="0" i="1" dirty="0">
                <a:solidFill>
                  <a:srgbClr val="002060"/>
                </a:solidFill>
                <a:latin typeface="Cambria Math"/>
                <a:cs typeface="Cambria Math"/>
              </a:rPr>
              <a:t>T</a:t>
            </a:r>
            <a:r>
              <a:rPr lang="en-US" sz="1700" b="0" i="1" baseline="-25000" dirty="0">
                <a:solidFill>
                  <a:srgbClr val="002060"/>
                </a:solidFill>
                <a:latin typeface="Cambria Math"/>
                <a:cs typeface="Cambria Math"/>
              </a:rPr>
              <a:t>d</a:t>
            </a:r>
            <a:r>
              <a:rPr lang="en-US" sz="1700" b="0" i="1" dirty="0">
                <a:solidFill>
                  <a:srgbClr val="002060"/>
                </a:solidFill>
                <a:latin typeface="Cambria Math"/>
                <a:cs typeface="Cambria Math"/>
              </a:rPr>
              <a:t> = ln 2 / k = 10 s</a:t>
            </a:r>
            <a:r>
              <a:rPr lang="en-US" sz="1700" b="0" i="0" dirty="0">
                <a:solidFill>
                  <a:srgbClr val="002060"/>
                </a:solidFill>
                <a:latin typeface="LM Roman 10"/>
                <a:cs typeface="LM Roman 10"/>
              </a:rPr>
              <a:t>: the population doubles every 10 s, whatever its size.</a:t>
            </a:r>
            <a:endParaRPr lang="en-US" sz="1700"/>
          </a:p>
        </p:txBody>
      </p:sp>
      <p:pic>
        <p:nvPicPr>
          <p:cNvPr id="107" name="Figure bacteria" descr="Exponential growth through the three data points"/>
          <p:cNvPicPr>
            <a:picLocks noChangeAspect="1"/>
          </p:cNvPicPr>
          <p:nvPr/>
        </p:nvPicPr>
        <p:blipFill>
          <a:blip r:embed="rId7"/>
          <a:stretch>
            <a:fillRect/>
          </a:stretch>
        </p:blipFill>
        <p:spPr>
          <a:xfrm>
            <a:off x="6903720" y="1913384"/>
            <a:ext cx="4846320" cy="3488432"/>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Radioactive decay and half-life</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7</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30936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Each nucleus decays independently, with probability </a:t>
            </a:r>
            <a:r>
              <a:rPr lang="en-US" sz="1800" b="0" i="1" dirty="0">
                <a:solidFill>
                  <a:srgbClr val="002060"/>
                </a:solidFill>
                <a:latin typeface="Cambria Math"/>
                <a:cs typeface="Cambria Math"/>
              </a:rPr>
              <a:t>λ</a:t>
            </a:r>
            <a:r>
              <a:rPr lang="en-US" sz="1800" b="0" i="0" dirty="0">
                <a:solidFill>
                  <a:srgbClr val="002060"/>
                </a:solidFill>
                <a:latin typeface="LM Roman 10"/>
                <a:cs typeface="LM Roman 10"/>
              </a:rPr>
              <a:t> per unit time:</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1797025" y="1956816"/>
                <a:ext cx="3812591" cy="49697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002060"/>
                          </a:solidFill>
                          <a:latin typeface="Cambria Math"/>
                          <a:cs typeface="Cambria Math"/>
                        </a:rPr>
                        <m:t>𝑁</m:t>
                      </m:r>
                      <m:r>
                        <a:rPr lang="en-US" sz="2100" b="0" i="0">
                          <a:solidFill>
                            <a:srgbClr val="002060"/>
                          </a:solidFill>
                          <a:latin typeface="Cambria Math"/>
                          <a:cs typeface="Cambria Math"/>
                        </a:rPr>
                        <m:t>′=−</m:t>
                      </m:r>
                      <m:r>
                        <a:rPr lang="en-US" sz="2100" b="0" i="1">
                          <a:solidFill>
                            <a:srgbClr val="002060"/>
                          </a:solidFill>
                          <a:latin typeface="Cambria Math"/>
                          <a:cs typeface="Cambria Math"/>
                        </a:rPr>
                        <m:t>𝜆</m:t>
                      </m:r>
                      <m:r>
                        <a:rPr lang="en-US" sz="2100" b="0" i="1">
                          <a:solidFill>
                            <a:srgbClr val="002060"/>
                          </a:solidFill>
                          <a:latin typeface="Cambria Math"/>
                          <a:cs typeface="Cambria Math"/>
                        </a:rPr>
                        <m:t>𝑁</m:t>
                      </m:r>
                      <m:r>
                        <a:rPr lang="en-US" sz="2100" b="0" i="1">
                          <a:solidFill>
                            <a:srgbClr val="002060"/>
                          </a:solidFill>
                          <a:latin typeface="Cambria Math"/>
                          <a:cs typeface="Cambria Math"/>
                        </a:rPr>
                        <m:t> ⇒ </m:t>
                      </m:r>
                      <m:r>
                        <a:rPr lang="en-US" sz="2100" b="0" i="1">
                          <a:solidFill>
                            <a:srgbClr val="002060"/>
                          </a:solidFill>
                          <a:latin typeface="Cambria Math"/>
                          <a:cs typeface="Cambria Math"/>
                        </a:rPr>
                        <m:t>𝑁</m:t>
                      </m:r>
                      <m:d>
                        <m:dPr>
                          <m:ctrlPr>
                            <a:rPr lang="en-US" sz="2100" b="0" i="1">
                              <a:solidFill>
                                <a:srgbClr val="002060"/>
                              </a:solidFill>
                              <a:latin typeface="Cambria Math"/>
                              <a:cs typeface="Cambria Math"/>
                            </a:rPr>
                          </m:ctrlPr>
                        </m:dPr>
                        <m:e>
                          <m:r>
                            <a:rPr lang="en-US" sz="2100" b="0" i="1">
                              <a:solidFill>
                                <a:srgbClr val="002060"/>
                              </a:solidFill>
                              <a:latin typeface="Cambria Math"/>
                              <a:cs typeface="Cambria Math"/>
                            </a:rPr>
                            <m:t>𝑡</m:t>
                          </m:r>
                        </m:e>
                      </m:d>
                      <m:r>
                        <a:rPr lang="en-US" sz="2100" b="0" i="0">
                          <a:solidFill>
                            <a:srgbClr val="002060"/>
                          </a:solidFill>
                          <a:latin typeface="Cambria Math"/>
                          <a:cs typeface="Cambria Math"/>
                        </a:rPr>
                        <m:t>=</m:t>
                      </m:r>
                      <m:sSub>
                        <m:sSubPr>
                          <m:ctrlPr>
                            <a:rPr lang="en-US" sz="2100" b="0" i="1">
                              <a:solidFill>
                                <a:srgbClr val="002060"/>
                              </a:solidFill>
                              <a:latin typeface="Cambria Math"/>
                              <a:cs typeface="Cambria Math"/>
                            </a:rPr>
                          </m:ctrlPr>
                        </m:sSubPr>
                        <m:e>
                          <m:r>
                            <a:rPr lang="en-US" sz="2100" b="0" i="1">
                              <a:solidFill>
                                <a:srgbClr val="002060"/>
                              </a:solidFill>
                              <a:latin typeface="Cambria Math"/>
                              <a:cs typeface="Cambria Math"/>
                            </a:rPr>
                            <m:t>𝑁</m:t>
                          </m:r>
                        </m:e>
                        <m:sub>
                          <m:r>
                            <a:rPr lang="en-US" sz="2100" b="0" i="1">
                              <a:solidFill>
                                <a:srgbClr val="002060"/>
                              </a:solidFill>
                              <a:latin typeface="Cambria Math"/>
                              <a:cs typeface="Cambria Math"/>
                            </a:rPr>
                            <m:t>0</m:t>
                          </m:r>
                        </m:sub>
                      </m:sSub>
                      <m:r>
                        <a:rPr lang="en-US" sz="2100" b="0" i="1">
                          <a:solidFill>
                            <a:srgbClr val="002060"/>
                          </a:solidFill>
                          <a:latin typeface="Cambria Math"/>
                          <a:cs typeface="Cambria Math"/>
                        </a:rPr>
                        <m:t> </m:t>
                      </m:r>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𝑒</m:t>
                          </m:r>
                        </m:e>
                        <m:sup>
                          <m:r>
                            <a:rPr lang="en-US" sz="2100" b="0" i="0">
                              <a:solidFill>
                                <a:srgbClr val="002060"/>
                              </a:solidFill>
                              <a:latin typeface="Cambria Math"/>
                              <a:cs typeface="Cambria Math"/>
                            </a:rPr>
                            <m:t>−</m:t>
                          </m:r>
                          <m:r>
                            <a:rPr lang="en-US" sz="2100" b="0" i="1">
                              <a:solidFill>
                                <a:srgbClr val="002060"/>
                              </a:solidFill>
                              <a:latin typeface="Cambria Math"/>
                              <a:cs typeface="Cambria Math"/>
                            </a:rPr>
                            <m:t>𝜆</m:t>
                          </m:r>
                          <m:r>
                            <a:rPr lang="en-US" sz="2100" b="0" i="1">
                              <a:solidFill>
                                <a:srgbClr val="002060"/>
                              </a:solidFill>
                              <a:latin typeface="Cambria Math"/>
                              <a:cs typeface="Cambria Math"/>
                            </a:rPr>
                            <m:t>𝑡</m:t>
                          </m:r>
                        </m:sup>
                      </m:sSup>
                    </m:oMath>
                  </m:oMathPara>
                </a14:m>
                <a:endParaRPr lang="en-US" sz="2100"/>
              </a:p>
            </p:txBody>
          </p:sp>
        </mc:Choice>
        <mc:Fallback xmlns="">
          <p:pic>
            <p:nvPicPr>
              <p:cNvPr id="102" name="Equation 102" descr="N'=-\lambda N\;\Rightarrow\;N(t)=N_0\,e^{-\lambda t}"/>
              <p:cNvPicPr>
                <a:picLocks noChangeAspect="1"/>
              </p:cNvPicPr>
              <p:nvPr/>
            </p:nvPicPr>
            <p:blipFill>
              <a:blip r:embed="rId4"/>
              <a:stretch>
                <a:fillRect/>
              </a:stretch>
            </p:blipFill>
            <p:spPr>
              <a:xfrm>
                <a:off x="1851889" y="2011680"/>
                <a:ext cx="3702863" cy="387248"/>
              </a:xfrm>
              <a:prstGeom prst="rect">
                <a:avLst/>
              </a:prstGeom>
            </p:spPr>
          </p:pic>
        </mc:Fallback>
      </mc:AlternateContent>
      <p:sp>
        <p:nvSpPr>
          <p:cNvPr id="103" name="Text"/>
          <p:cNvSpPr txBox="1"/>
          <p:nvPr/>
        </p:nvSpPr>
        <p:spPr>
          <a:xfrm>
            <a:off x="548640" y="2697480"/>
            <a:ext cx="630936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Half-life </a:t>
            </a:r>
            <a:r>
              <a:rPr lang="en-US" sz="1800" b="0" i="1" dirty="0">
                <a:solidFill>
                  <a:srgbClr val="002060"/>
                </a:solidFill>
                <a:latin typeface="Cambria Math"/>
                <a:cs typeface="Cambria Math"/>
              </a:rPr>
              <a:t>T: N(T) = N</a:t>
            </a:r>
            <a:r>
              <a:rPr lang="en-US" sz="1800" b="0" i="1" baseline="-25000" dirty="0">
                <a:solidFill>
                  <a:srgbClr val="002060"/>
                </a:solidFill>
                <a:latin typeface="Cambria Math"/>
                <a:cs typeface="Cambria Math"/>
              </a:rPr>
              <a:t>0</a:t>
            </a:r>
            <a:r>
              <a:rPr lang="en-US" sz="1800" b="0" i="1" dirty="0">
                <a:solidFill>
                  <a:srgbClr val="002060"/>
                </a:solidFill>
                <a:latin typeface="Cambria Math"/>
                <a:cs typeface="Cambria Math"/>
              </a:rPr>
              <a:t>/2</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964692" y="3099816"/>
                <a:ext cx="5477256" cy="70713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2000" b="0" i="1">
                              <a:solidFill>
                                <a:srgbClr val="BF6019"/>
                              </a:solidFill>
                              <a:latin typeface="Cambria Math"/>
                              <a:cs typeface="Cambria Math"/>
                            </a:rPr>
                          </m:ctrlPr>
                        </m:sSupPr>
                        <m:e>
                          <m:r>
                            <a:rPr lang="en-US" sz="2000" b="0" i="1">
                              <a:solidFill>
                                <a:srgbClr val="BF6019"/>
                              </a:solidFill>
                              <a:latin typeface="Cambria Math"/>
                              <a:cs typeface="Cambria Math"/>
                            </a:rPr>
                            <m:t>𝑒</m:t>
                          </m:r>
                        </m:e>
                        <m:sup>
                          <m:r>
                            <a:rPr lang="en-US" sz="2000" b="0" i="0">
                              <a:solidFill>
                                <a:srgbClr val="BF6019"/>
                              </a:solidFill>
                              <a:latin typeface="Cambria Math"/>
                              <a:cs typeface="Cambria Math"/>
                            </a:rPr>
                            <m:t>−</m:t>
                          </m:r>
                          <m:r>
                            <a:rPr lang="en-US" sz="2000" b="0" i="1">
                              <a:solidFill>
                                <a:srgbClr val="BF6019"/>
                              </a:solidFill>
                              <a:latin typeface="Cambria Math"/>
                              <a:cs typeface="Cambria Math"/>
                            </a:rPr>
                            <m:t>𝜆</m:t>
                          </m:r>
                          <m:r>
                            <a:rPr lang="en-US" sz="2000" b="0" i="1">
                              <a:solidFill>
                                <a:srgbClr val="BF6019"/>
                              </a:solidFill>
                              <a:latin typeface="Cambria Math"/>
                              <a:cs typeface="Cambria Math"/>
                            </a:rPr>
                            <m:t>𝑇</m:t>
                          </m:r>
                        </m:sup>
                      </m:sSup>
                      <m:r>
                        <a:rPr lang="en-US" sz="2000" b="0" i="0">
                          <a:solidFill>
                            <a:srgbClr val="BF6019"/>
                          </a:solidFill>
                          <a:latin typeface="Cambria Math"/>
                          <a:cs typeface="Cambria Math"/>
                        </a:rPr>
                        <m:t>=</m:t>
                      </m:r>
                      <m:f>
                        <m:fPr>
                          <m:type m:val="lin"/>
                          <m:ctrlPr>
                            <a:rPr lang="en-US" sz="2000" b="0" i="1">
                              <a:solidFill>
                                <a:srgbClr val="BF6019"/>
                              </a:solidFill>
                              <a:latin typeface="Cambria Math"/>
                              <a:cs typeface="Cambria Math"/>
                            </a:rPr>
                          </m:ctrlPr>
                        </m:fPr>
                        <m:num>
                          <m:r>
                            <a:rPr lang="en-US" sz="2000" b="0" i="1">
                              <a:solidFill>
                                <a:srgbClr val="BF6019"/>
                              </a:solidFill>
                              <a:latin typeface="Cambria Math"/>
                              <a:cs typeface="Cambria Math"/>
                            </a:rPr>
                            <m:t>1</m:t>
                          </m:r>
                        </m:num>
                        <m:den>
                          <m:r>
                            <a:rPr lang="en-US" sz="2000" b="0" i="1">
                              <a:solidFill>
                                <a:srgbClr val="BF6019"/>
                              </a:solidFill>
                              <a:latin typeface="Cambria Math"/>
                              <a:cs typeface="Cambria Math"/>
                            </a:rPr>
                            <m:t>2</m:t>
                          </m:r>
                        </m:den>
                      </m:f>
                      <m:r>
                        <a:rPr lang="en-US" sz="2000" b="0" i="1">
                          <a:solidFill>
                            <a:srgbClr val="BF6019"/>
                          </a:solidFill>
                          <a:latin typeface="Cambria Math"/>
                          <a:cs typeface="Cambria Math"/>
                        </a:rPr>
                        <m:t> </m:t>
                      </m:r>
                      <m:r>
                        <a:rPr lang="en-US" sz="2000" b="0" i="0">
                          <a:solidFill>
                            <a:srgbClr val="BF6019"/>
                          </a:solidFill>
                          <a:latin typeface="Cambria Math"/>
                          <a:cs typeface="Cambria Math"/>
                        </a:rPr>
                        <m:t>⇒</m:t>
                      </m:r>
                      <m:r>
                        <a:rPr lang="en-US" sz="2000" b="0" i="1">
                          <a:solidFill>
                            <a:srgbClr val="BF6019"/>
                          </a:solidFill>
                          <a:latin typeface="Cambria Math"/>
                          <a:cs typeface="Cambria Math"/>
                        </a:rPr>
                        <m:t> </m:t>
                      </m:r>
                      <m:r>
                        <a:rPr lang="en-US" sz="2000" b="0" i="1">
                          <a:solidFill>
                            <a:srgbClr val="BF6019"/>
                          </a:solidFill>
                          <a:latin typeface="Cambria Math"/>
                          <a:cs typeface="Cambria Math"/>
                        </a:rPr>
                        <m:t>𝑇</m:t>
                      </m:r>
                      <m:r>
                        <a:rPr lang="en-US" sz="2000" b="0" i="0">
                          <a:solidFill>
                            <a:srgbClr val="BF6019"/>
                          </a:solidFill>
                          <a:latin typeface="Cambria Math"/>
                          <a:cs typeface="Cambria Math"/>
                        </a:rPr>
                        <m:t>=</m:t>
                      </m:r>
                      <m:f>
                        <m:fPr>
                          <m:ctrlPr>
                            <a:rPr lang="en-US" sz="2000" b="0" i="0">
                              <a:solidFill>
                                <a:srgbClr val="BF6019"/>
                              </a:solidFill>
                              <a:latin typeface="Cambria Math"/>
                              <a:cs typeface="Cambria Math"/>
                            </a:rPr>
                          </m:ctrlPr>
                        </m:fPr>
                        <m:num>
                          <m:r>
                            <m:rPr>
                              <m:sty m:val="p"/>
                            </m:rPr>
                            <a:rPr lang="en-US" sz="2000" b="0" i="0">
                              <a:solidFill>
                                <a:srgbClr val="BF6019"/>
                              </a:solidFill>
                              <a:latin typeface="Cambria Math"/>
                              <a:cs typeface="Cambria Math"/>
                            </a:rPr>
                            <m:t>ln</m:t>
                          </m:r>
                          <m:r>
                            <a:rPr lang="en-US" sz="2000" b="0" i="1">
                              <a:solidFill>
                                <a:srgbClr val="BF6019"/>
                              </a:solidFill>
                              <a:latin typeface="Cambria Math"/>
                              <a:cs typeface="Cambria Math"/>
                            </a:rPr>
                            <m:t>2</m:t>
                          </m:r>
                        </m:num>
                        <m:den>
                          <m:r>
                            <a:rPr lang="en-US" sz="2000" b="0" i="1">
                              <a:solidFill>
                                <a:srgbClr val="BF6019"/>
                              </a:solidFill>
                              <a:latin typeface="Cambria Math"/>
                              <a:cs typeface="Cambria Math"/>
                            </a:rPr>
                            <m:t>𝜆</m:t>
                          </m:r>
                        </m:den>
                      </m:f>
                      <m:r>
                        <a:rPr lang="en-US" sz="2000" b="0" i="1">
                          <a:solidFill>
                            <a:srgbClr val="BF6019"/>
                          </a:solidFill>
                          <a:latin typeface="Cambria Math"/>
                          <a:cs typeface="Cambria Math"/>
                        </a:rPr>
                        <m:t>  </m:t>
                      </m:r>
                      <m:d>
                        <m:dPr>
                          <m:ctrlPr>
                            <a:rPr lang="en-US" sz="2000" b="0" i="0">
                              <a:solidFill>
                                <a:srgbClr val="BF6019"/>
                              </a:solidFill>
                              <a:latin typeface="Cambria Math"/>
                              <a:cs typeface="Cambria Math"/>
                            </a:rPr>
                          </m:ctrlPr>
                        </m:dPr>
                        <m:e>
                          <m:r>
                            <m:rPr>
                              <m:nor/>
                            </m:rPr>
                            <a:rPr lang="en-US" sz="2000" b="0" i="0">
                              <a:solidFill>
                                <a:srgbClr val="BF6019"/>
                              </a:solidFill>
                              <a:latin typeface="Cambria Math"/>
                              <a:cs typeface="Cambria Math"/>
                            </a:rPr>
                            <m:t>independent of </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𝑁</m:t>
                              </m:r>
                            </m:e>
                            <m:sub>
                              <m:r>
                                <a:rPr lang="en-US" sz="2000" b="0" i="1">
                                  <a:solidFill>
                                    <a:srgbClr val="BF6019"/>
                                  </a:solidFill>
                                  <a:latin typeface="Cambria Math"/>
                                  <a:cs typeface="Cambria Math"/>
                                </a:rPr>
                                <m:t>0</m:t>
                              </m:r>
                            </m:sub>
                          </m:sSub>
                        </m:e>
                      </m:d>
                    </m:oMath>
                  </m:oMathPara>
                </a14:m>
                <a:endParaRPr lang="en-US" sz="2000"/>
              </a:p>
            </p:txBody>
          </p:sp>
        </mc:Choice>
        <mc:Fallback xmlns="">
          <p:pic>
            <p:nvPicPr>
              <p:cNvPr id="104" name="Equation 104" descr="e^{-\lambda T}=\tfrac12\;\Rightarrow\;T=\frac{\ln 2}{\lambda}\qquad(\text{independent of }N_0)"/>
              <p:cNvPicPr>
                <a:picLocks noChangeAspect="1"/>
              </p:cNvPicPr>
              <p:nvPr/>
            </p:nvPicPr>
            <p:blipFill>
              <a:blip r:embed="rId5"/>
              <a:stretch>
                <a:fillRect/>
              </a:stretch>
            </p:blipFill>
            <p:spPr>
              <a:xfrm>
                <a:off x="1019556" y="3154680"/>
                <a:ext cx="5367528" cy="597408"/>
              </a:xfrm>
              <a:prstGeom prst="rect">
                <a:avLst/>
              </a:prstGeom>
            </p:spPr>
          </p:pic>
        </mc:Fallback>
      </mc:AlternateContent>
      <p:sp>
        <p:nvSpPr>
          <p:cNvPr id="105" name="Text"/>
          <p:cNvSpPr txBox="1"/>
          <p:nvPr/>
        </p:nvSpPr>
        <p:spPr>
          <a:xfrm>
            <a:off x="548640" y="3931920"/>
            <a:ext cx="6309360" cy="1097280"/>
          </a:xfrm>
          <a:prstGeom prst="rect">
            <a:avLst/>
          </a:prstGeom>
          <a:noFill/>
          <a:ln>
            <a:noFill/>
          </a:ln>
        </p:spPr>
        <p:txBody>
          <a:bodyPr wrap="square" lIns="73152" tIns="73152" rIns="73152" bIns="73152" rtlCol="0" anchor="t">
            <a:normAutofit/>
          </a:bodyPr>
          <a:lstStyle/>
          <a:p>
            <a:pPr algn="l">
              <a:spcAft>
                <a:spcPts val="400"/>
              </a:spcAft>
              <a:buNone/>
            </a:pPr>
            <a:r>
              <a:rPr lang="en-US" sz="1800" b="1" i="0" dirty="0">
                <a:solidFill>
                  <a:srgbClr val="BF6019"/>
                </a:solidFill>
                <a:latin typeface="LM Roman 10"/>
                <a:cs typeface="LM Roman 10"/>
              </a:rPr>
              <a:t>Sample problem 2: radiocarbon dating</a:t>
            </a:r>
            <a:endParaRPr lang="en-US" sz="1800"/>
          </a:p>
          <a:p>
            <a:pPr algn="l">
              <a:spcAft>
                <a:spcPts val="600"/>
              </a:spcAft>
              <a:buNone/>
            </a:pPr>
            <a:r>
              <a:rPr lang="en-US" sz="1700" b="0" i="0" dirty="0">
                <a:solidFill>
                  <a:srgbClr val="002060"/>
                </a:solidFill>
                <a:latin typeface="LM Roman 10"/>
                <a:cs typeface="LM Roman 10"/>
              </a:rPr>
              <a:t>A bone contains 75 % of the ¹⁴C of living tissue; T = 5730 years. How old is it?  (Adkins–Davidson, Example 8)</a:t>
            </a:r>
            <a:endParaRPr lang="en-US" sz="1700"/>
          </a:p>
        </p:txBody>
      </p:sp>
      <mc:AlternateContent xmlns:mc="http://schemas.openxmlformats.org/markup-compatibility/2006" xmlns:a14="http://schemas.microsoft.com/office/drawing/2010/main">
        <mc:Choice Requires="a14">
          <p:sp>
            <p:nvSpPr>
              <p:cNvPr id="106" name="Equation 106"/>
              <p:cNvSpPr txBox="1"/>
              <p:nvPr/>
            </p:nvSpPr>
            <p:spPr>
              <a:xfrm>
                <a:off x="1139952" y="5111496"/>
                <a:ext cx="5126736" cy="722376"/>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2000" b="0" i="1">
                              <a:solidFill>
                                <a:srgbClr val="002060"/>
                              </a:solidFill>
                              <a:latin typeface="Cambria Math"/>
                              <a:cs typeface="Cambria Math"/>
                            </a:rPr>
                          </m:ctrlPr>
                        </m:sSupPr>
                        <m:e>
                          <m:r>
                            <a:rPr lang="en-US" sz="2000" b="0" i="1">
                              <a:solidFill>
                                <a:srgbClr val="002060"/>
                              </a:solidFill>
                              <a:latin typeface="Cambria Math"/>
                              <a:cs typeface="Cambria Math"/>
                            </a:rPr>
                            <m:t>2</m:t>
                          </m:r>
                        </m:e>
                        <m:sup>
                          <m:r>
                            <a:rPr lang="en-US" sz="2000" b="0" i="0">
                              <a:solidFill>
                                <a:srgbClr val="002060"/>
                              </a:solidFill>
                              <a:latin typeface="Cambria Math"/>
                              <a:cs typeface="Cambria Math"/>
                            </a:rPr>
                            <m:t>−</m:t>
                          </m:r>
                          <m:r>
                            <a:rPr lang="en-US" sz="2000" b="0" i="1">
                              <a:solidFill>
                                <a:srgbClr val="002060"/>
                              </a:solidFill>
                              <a:latin typeface="Cambria Math"/>
                              <a:cs typeface="Cambria Math"/>
                            </a:rPr>
                            <m:t>𝑡</m:t>
                          </m:r>
                          <m:r>
                            <a:rPr lang="en-US" sz="2000" b="0" i="0">
                              <a:solidFill>
                                <a:srgbClr val="002060"/>
                              </a:solidFill>
                              <a:latin typeface="Cambria Math"/>
                              <a:cs typeface="Cambria Math"/>
                            </a:rPr>
                            <m:t>/</m:t>
                          </m:r>
                          <m:r>
                            <a:rPr lang="en-US" sz="2000" b="0" i="1">
                              <a:solidFill>
                                <a:srgbClr val="002060"/>
                              </a:solidFill>
                              <a:latin typeface="Cambria Math"/>
                              <a:cs typeface="Cambria Math"/>
                            </a:rPr>
                            <m:t>𝑇</m:t>
                          </m:r>
                        </m:sup>
                      </m:sSup>
                      <m:r>
                        <a:rPr lang="en-US" sz="2000" b="0" i="0">
                          <a:solidFill>
                            <a:srgbClr val="002060"/>
                          </a:solidFill>
                          <a:latin typeface="Cambria Math"/>
                          <a:cs typeface="Cambria Math"/>
                        </a:rPr>
                        <m:t>=</m:t>
                      </m:r>
                      <m:r>
                        <a:rPr lang="en-US" sz="2000" b="0" i="1">
                          <a:solidFill>
                            <a:srgbClr val="002060"/>
                          </a:solidFill>
                          <a:latin typeface="Cambria Math"/>
                          <a:cs typeface="Cambria Math"/>
                        </a:rPr>
                        <m:t>0.75 </m:t>
                      </m:r>
                      <m:r>
                        <a:rPr lang="en-US" sz="2000" b="0" i="0">
                          <a:solidFill>
                            <a:srgbClr val="002060"/>
                          </a:solidFill>
                          <a:latin typeface="Cambria Math"/>
                          <a:cs typeface="Cambria Math"/>
                        </a:rPr>
                        <m:t>⇒</m:t>
                      </m:r>
                      <m:r>
                        <a:rPr lang="en-US" sz="2000" b="0" i="1">
                          <a:solidFill>
                            <a:srgbClr val="002060"/>
                          </a:solidFill>
                          <a:latin typeface="Cambria Math"/>
                          <a:cs typeface="Cambria Math"/>
                        </a:rPr>
                        <m:t> </m:t>
                      </m:r>
                      <m:r>
                        <a:rPr lang="en-US" sz="2000" b="0" i="1">
                          <a:solidFill>
                            <a:srgbClr val="002060"/>
                          </a:solidFill>
                          <a:latin typeface="Cambria Math"/>
                          <a:cs typeface="Cambria Math"/>
                        </a:rPr>
                        <m:t>𝑡</m:t>
                      </m:r>
                      <m:r>
                        <a:rPr lang="en-US" sz="2000" b="0" i="0">
                          <a:solidFill>
                            <a:srgbClr val="002060"/>
                          </a:solidFill>
                          <a:latin typeface="Cambria Math"/>
                          <a:cs typeface="Cambria Math"/>
                        </a:rPr>
                        <m:t>=</m:t>
                      </m:r>
                      <m:r>
                        <a:rPr lang="en-US" sz="2000" b="0" i="1">
                          <a:solidFill>
                            <a:srgbClr val="002060"/>
                          </a:solidFill>
                          <a:latin typeface="Cambria Math"/>
                          <a:cs typeface="Cambria Math"/>
                        </a:rPr>
                        <m:t>𝑇</m:t>
                      </m:r>
                      <m:r>
                        <a:rPr lang="en-US" sz="2000" b="0" i="1">
                          <a:solidFill>
                            <a:srgbClr val="002060"/>
                          </a:solidFill>
                          <a:latin typeface="Cambria Math"/>
                          <a:cs typeface="Cambria Math"/>
                        </a:rPr>
                        <m:t> </m:t>
                      </m:r>
                      <m:f>
                        <m:fPr>
                          <m:ctrlPr>
                            <a:rPr lang="en-US" sz="2000" b="0" i="0">
                              <a:solidFill>
                                <a:srgbClr val="002060"/>
                              </a:solidFill>
                              <a:latin typeface="Cambria Math"/>
                              <a:cs typeface="Cambria Math"/>
                            </a:rPr>
                          </m:ctrlPr>
                        </m:fPr>
                        <m:num>
                          <m:r>
                            <m:rPr>
                              <m:sty m:val="p"/>
                            </m:rPr>
                            <a:rPr lang="en-US" sz="2000" b="0" i="0">
                              <a:solidFill>
                                <a:srgbClr val="002060"/>
                              </a:solidFill>
                              <a:latin typeface="Cambria Math"/>
                              <a:cs typeface="Cambria Math"/>
                            </a:rPr>
                            <m:t>ln</m:t>
                          </m:r>
                          <m:d>
                            <m:dPr>
                              <m:ctrlPr>
                                <a:rPr lang="en-US" sz="2000" b="0" i="1">
                                  <a:solidFill>
                                    <a:srgbClr val="002060"/>
                                  </a:solidFill>
                                  <a:latin typeface="Cambria Math"/>
                                  <a:cs typeface="Cambria Math"/>
                                </a:rPr>
                              </m:ctrlPr>
                            </m:dPr>
                            <m:e>
                              <m:r>
                                <a:rPr lang="en-US" sz="2000" b="0" i="1">
                                  <a:solidFill>
                                    <a:srgbClr val="002060"/>
                                  </a:solidFill>
                                  <a:latin typeface="Cambria Math"/>
                                  <a:cs typeface="Cambria Math"/>
                                </a:rPr>
                                <m:t>4</m:t>
                              </m:r>
                              <m:r>
                                <a:rPr lang="en-US" sz="2000" b="0" i="0">
                                  <a:solidFill>
                                    <a:srgbClr val="002060"/>
                                  </a:solidFill>
                                  <a:latin typeface="Cambria Math"/>
                                  <a:cs typeface="Cambria Math"/>
                                </a:rPr>
                                <m:t>/</m:t>
                              </m:r>
                              <m:r>
                                <a:rPr lang="en-US" sz="2000" b="0" i="1">
                                  <a:solidFill>
                                    <a:srgbClr val="002060"/>
                                  </a:solidFill>
                                  <a:latin typeface="Cambria Math"/>
                                  <a:cs typeface="Cambria Math"/>
                                </a:rPr>
                                <m:t>3</m:t>
                              </m:r>
                            </m:e>
                          </m:d>
                        </m:num>
                        <m:den>
                          <m:r>
                            <m:rPr>
                              <m:sty m:val="p"/>
                            </m:rPr>
                            <a:rPr lang="en-US" sz="2000" b="0" i="0">
                              <a:solidFill>
                                <a:srgbClr val="002060"/>
                              </a:solidFill>
                              <a:latin typeface="Cambria Math"/>
                              <a:cs typeface="Cambria Math"/>
                            </a:rPr>
                            <m:t>ln</m:t>
                          </m:r>
                          <m:r>
                            <a:rPr lang="en-US" sz="2000" b="0" i="1">
                              <a:solidFill>
                                <a:srgbClr val="002060"/>
                              </a:solidFill>
                              <a:latin typeface="Cambria Math"/>
                              <a:cs typeface="Cambria Math"/>
                            </a:rPr>
                            <m:t>2</m:t>
                          </m:r>
                        </m:den>
                      </m:f>
                      <m:r>
                        <a:rPr lang="en-US" sz="2000" b="0" i="0">
                          <a:solidFill>
                            <a:srgbClr val="002060"/>
                          </a:solidFill>
                          <a:latin typeface="Cambria Math"/>
                          <a:cs typeface="Cambria Math"/>
                        </a:rPr>
                        <m:t>≈</m:t>
                      </m:r>
                      <m:r>
                        <a:rPr lang="en-US" sz="2000" b="0" i="1">
                          <a:solidFill>
                            <a:srgbClr val="002060"/>
                          </a:solidFill>
                          <a:latin typeface="Cambria Math"/>
                          <a:cs typeface="Cambria Math"/>
                        </a:rPr>
                        <m:t>2378 </m:t>
                      </m:r>
                      <m:r>
                        <m:rPr>
                          <m:nor/>
                        </m:rPr>
                        <a:rPr lang="en-US" sz="2000" b="0" i="0">
                          <a:solidFill>
                            <a:srgbClr val="002060"/>
                          </a:solidFill>
                          <a:latin typeface="Cambria Math"/>
                          <a:cs typeface="Cambria Math"/>
                        </a:rPr>
                        <m:t>years</m:t>
                      </m:r>
                    </m:oMath>
                  </m:oMathPara>
                </a14:m>
                <a:endParaRPr lang="en-US" sz="2000"/>
              </a:p>
            </p:txBody>
          </p:sp>
        </mc:Choice>
        <mc:Fallback xmlns="">
          <p:pic>
            <p:nvPicPr>
              <p:cNvPr id="106" name="Equation 106" descr="2^{-t/T}=0.75\;\Rightarrow\;t=T\,\frac{\ln(4/3)}{\ln 2}\approx 2378\ \text{years}"/>
              <p:cNvPicPr>
                <a:picLocks noChangeAspect="1"/>
              </p:cNvPicPr>
              <p:nvPr/>
            </p:nvPicPr>
            <p:blipFill>
              <a:blip r:embed="rId6"/>
              <a:stretch>
                <a:fillRect/>
              </a:stretch>
            </p:blipFill>
            <p:spPr>
              <a:xfrm>
                <a:off x="1194816" y="5166360"/>
                <a:ext cx="5017008" cy="612648"/>
              </a:xfrm>
              <a:prstGeom prst="rect">
                <a:avLst/>
              </a:prstGeom>
            </p:spPr>
          </p:pic>
        </mc:Fallback>
      </mc:AlternateContent>
      <p:pic>
        <p:nvPicPr>
          <p:cNvPr id="107" name="Figure decay" descr="Exponential decay with half-lives marked"/>
          <p:cNvPicPr>
            <a:picLocks noChangeAspect="1"/>
          </p:cNvPicPr>
          <p:nvPr/>
        </p:nvPicPr>
        <p:blipFill>
          <a:blip r:embed="rId7"/>
          <a:stretch>
            <a:fillRect/>
          </a:stretch>
        </p:blipFill>
        <p:spPr>
          <a:xfrm>
            <a:off x="7040880" y="1930184"/>
            <a:ext cx="4663440" cy="3454832"/>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The logistic equation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8</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67512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Verhulst (1838): </a:t>
            </a:r>
            <a:r>
              <a:rPr lang="en-US" sz="1800" b="0" i="0" dirty="0">
                <a:solidFill>
                  <a:srgbClr val="002060"/>
                </a:solidFill>
                <a:latin typeface="LM Roman 10"/>
                <a:cs typeface="LM Roman 10"/>
              </a:rPr>
              <a:t>growth slows as the population approaches the carrying capacity M.</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1890065" y="1956816"/>
                <a:ext cx="3992270" cy="488594"/>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200" b="0" i="1">
                          <a:solidFill>
                            <a:srgbClr val="BF6019"/>
                          </a:solidFill>
                          <a:latin typeface="Cambria Math"/>
                          <a:cs typeface="Cambria Math"/>
                        </a:rPr>
                        <m:t>𝑥</m:t>
                      </m:r>
                      <m:r>
                        <a:rPr lang="en-US" sz="2200" b="0" i="0">
                          <a:solidFill>
                            <a:srgbClr val="BF6019"/>
                          </a:solidFill>
                          <a:latin typeface="Cambria Math"/>
                          <a:cs typeface="Cambria Math"/>
                        </a:rPr>
                        <m:t>′=</m:t>
                      </m:r>
                      <m:r>
                        <a:rPr lang="en-US" sz="2200" b="0" i="1">
                          <a:solidFill>
                            <a:srgbClr val="BF6019"/>
                          </a:solidFill>
                          <a:latin typeface="Cambria Math"/>
                          <a:cs typeface="Cambria Math"/>
                        </a:rPr>
                        <m:t>𝑘</m:t>
                      </m:r>
                      <m:r>
                        <a:rPr lang="en-US" sz="2200" b="0" i="1">
                          <a:solidFill>
                            <a:srgbClr val="BF6019"/>
                          </a:solidFill>
                          <a:latin typeface="Cambria Math"/>
                          <a:cs typeface="Cambria Math"/>
                        </a:rPr>
                        <m:t> </m:t>
                      </m:r>
                      <m:r>
                        <a:rPr lang="en-US" sz="2200" b="0" i="1">
                          <a:solidFill>
                            <a:srgbClr val="BF6019"/>
                          </a:solidFill>
                          <a:latin typeface="Cambria Math"/>
                          <a:cs typeface="Cambria Math"/>
                        </a:rPr>
                        <m:t>𝑥</m:t>
                      </m:r>
                      <m:r>
                        <a:rPr lang="en-US" sz="2200" b="0" i="1">
                          <a:solidFill>
                            <a:srgbClr val="BF6019"/>
                          </a:solidFill>
                          <a:latin typeface="Cambria Math"/>
                          <a:cs typeface="Cambria Math"/>
                        </a:rPr>
                        <m:t> </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𝑀</m:t>
                          </m:r>
                          <m:r>
                            <a:rPr lang="en-US" sz="2200" b="0" i="0">
                              <a:solidFill>
                                <a:srgbClr val="BF6019"/>
                              </a:solidFill>
                              <a:latin typeface="Cambria Math"/>
                              <a:cs typeface="Cambria Math"/>
                            </a:rPr>
                            <m:t>−</m:t>
                          </m:r>
                          <m:r>
                            <a:rPr lang="en-US" sz="2200" b="0" i="1">
                              <a:solidFill>
                                <a:srgbClr val="BF6019"/>
                              </a:solidFill>
                              <a:latin typeface="Cambria Math"/>
                              <a:cs typeface="Cambria Math"/>
                            </a:rPr>
                            <m:t>𝑥</m:t>
                          </m:r>
                        </m:e>
                      </m:d>
                      <m:r>
                        <a:rPr lang="en-US" sz="2200" b="0" i="0">
                          <a:solidFill>
                            <a:srgbClr val="BF6019"/>
                          </a:solidFill>
                          <a:latin typeface="Cambria Math"/>
                          <a:cs typeface="Cambria Math"/>
                        </a:rPr>
                        <m:t>,</m:t>
                      </m:r>
                      <m:r>
                        <a:rPr lang="en-US" sz="2200" b="0" i="1">
                          <a:solidFill>
                            <a:srgbClr val="BF6019"/>
                          </a:solidFill>
                          <a:latin typeface="Cambria Math"/>
                          <a:cs typeface="Cambria Math"/>
                        </a:rPr>
                        <m:t>  </m:t>
                      </m:r>
                      <m:r>
                        <a:rPr lang="en-US" sz="2200" b="0" i="1">
                          <a:solidFill>
                            <a:srgbClr val="BF6019"/>
                          </a:solidFill>
                          <a:latin typeface="Cambria Math"/>
                          <a:cs typeface="Cambria Math"/>
                        </a:rPr>
                        <m:t>𝑘</m:t>
                      </m:r>
                      <m:r>
                        <a:rPr lang="en-US" sz="2200" b="0" i="0">
                          <a:solidFill>
                            <a:srgbClr val="BF6019"/>
                          </a:solidFill>
                          <a:latin typeface="Cambria Math"/>
                          <a:cs typeface="Cambria Math"/>
                        </a:rPr>
                        <m:t>,</m:t>
                      </m:r>
                      <m:r>
                        <a:rPr lang="en-US" sz="2200" b="0" i="1">
                          <a:solidFill>
                            <a:srgbClr val="BF6019"/>
                          </a:solidFill>
                          <a:latin typeface="Cambria Math"/>
                          <a:cs typeface="Cambria Math"/>
                        </a:rPr>
                        <m:t>𝑀</m:t>
                      </m:r>
                      <m:r>
                        <a:rPr lang="en-US" sz="2200" b="0" i="0">
                          <a:solidFill>
                            <a:srgbClr val="BF6019"/>
                          </a:solidFill>
                          <a:latin typeface="Cambria Math"/>
                          <a:cs typeface="Cambria Math"/>
                        </a:rPr>
                        <m:t>&gt;</m:t>
                      </m:r>
                      <m:r>
                        <a:rPr lang="en-US" sz="2200" b="0" i="1">
                          <a:solidFill>
                            <a:srgbClr val="BF6019"/>
                          </a:solidFill>
                          <a:latin typeface="Cambria Math"/>
                          <a:cs typeface="Cambria Math"/>
                        </a:rPr>
                        <m:t>0</m:t>
                      </m:r>
                    </m:oMath>
                  </m:oMathPara>
                </a14:m>
                <a:endParaRPr lang="en-US" sz="2200"/>
              </a:p>
            </p:txBody>
          </p:sp>
        </mc:Choice>
        <mc:Fallback xmlns="">
          <p:pic>
            <p:nvPicPr>
              <p:cNvPr id="102" name="Equation 102" descr="x'=k\,x\,(M-x),\qquad k,M&gt;0"/>
              <p:cNvPicPr>
                <a:picLocks noChangeAspect="1"/>
              </p:cNvPicPr>
              <p:nvPr/>
            </p:nvPicPr>
            <p:blipFill>
              <a:blip r:embed="rId4"/>
              <a:stretch>
                <a:fillRect/>
              </a:stretch>
            </p:blipFill>
            <p:spPr>
              <a:xfrm>
                <a:off x="1944929" y="2011680"/>
                <a:ext cx="3882542" cy="378866"/>
              </a:xfrm>
              <a:prstGeom prst="rect">
                <a:avLst/>
              </a:prstGeom>
            </p:spPr>
          </p:pic>
        </mc:Fallback>
      </mc:AlternateContent>
      <p:sp>
        <p:nvSpPr>
          <p:cNvPr id="103" name="Text"/>
          <p:cNvSpPr txBox="1"/>
          <p:nvPr/>
        </p:nvSpPr>
        <p:spPr>
          <a:xfrm>
            <a:off x="548640" y="2697480"/>
            <a:ext cx="667512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Separable — pen and paper with partial fractions:</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768096" y="3145536"/>
                <a:ext cx="3523640" cy="76123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𝑥</m:t>
                          </m:r>
                          <m:d>
                            <m:dPr>
                              <m:ctrlPr>
                                <a:rPr lang="en-US" sz="1900" b="0" i="1">
                                  <a:solidFill>
                                    <a:srgbClr val="002060"/>
                                  </a:solidFill>
                                  <a:latin typeface="Cambria Math"/>
                                  <a:cs typeface="Cambria Math"/>
                                </a:rPr>
                              </m:ctrlPr>
                            </m:dPr>
                            <m:e>
                              <m:r>
                                <a:rPr lang="en-US" sz="1900" b="0" i="1">
                                  <a:solidFill>
                                    <a:srgbClr val="002060"/>
                                  </a:solidFill>
                                  <a:latin typeface="Cambria Math"/>
                                  <a:cs typeface="Cambria Math"/>
                                </a:rPr>
                                <m:t>𝑀</m:t>
                              </m:r>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e>
                          </m:d>
                        </m:den>
                      </m:f>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𝑀</m:t>
                          </m:r>
                        </m:den>
                      </m:f>
                      <m:d>
                        <m:dPr>
                          <m:ctrlPr>
                            <a:rPr lang="en-US" sz="1900" b="0" i="1">
                              <a:solidFill>
                                <a:srgbClr val="002060"/>
                              </a:solidFill>
                              <a:latin typeface="Cambria Math"/>
                              <a:cs typeface="Cambria Math"/>
                            </a:rPr>
                          </m:ctrlPr>
                        </m:dPr>
                        <m:e>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𝑥</m:t>
                              </m:r>
                            </m:den>
                          </m:f>
                          <m:r>
                            <a:rPr lang="en-US" sz="1900" b="0" i="0">
                              <a:solidFill>
                                <a:srgbClr val="002060"/>
                              </a:solidFill>
                              <a:latin typeface="Cambria Math"/>
                              <a:cs typeface="Cambria Math"/>
                            </a:rPr>
                            <m:t>+</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𝑀</m:t>
                              </m:r>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den>
                          </m:f>
                        </m:e>
                      </m:d>
                    </m:oMath>
                  </m:oMathPara>
                </a14:m>
                <a:endParaRPr lang="en-US" sz="1900"/>
              </a:p>
            </p:txBody>
          </p:sp>
        </mc:Choice>
        <mc:Fallback xmlns="">
          <p:pic>
            <p:nvPicPr>
              <p:cNvPr id="104" name="Equation 104" descr="\frac{1}{x(M-x)}=\frac{1}{M}\left(\frac{1}{x}+\frac{1}{M-x}\right)"/>
              <p:cNvPicPr>
                <a:picLocks noChangeAspect="1"/>
              </p:cNvPicPr>
              <p:nvPr/>
            </p:nvPicPr>
            <p:blipFill>
              <a:blip r:embed="rId5"/>
              <a:stretch>
                <a:fillRect/>
              </a:stretch>
            </p:blipFill>
            <p:spPr>
              <a:xfrm>
                <a:off x="822960" y="3200400"/>
                <a:ext cx="3413912" cy="651510"/>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768096" y="4014216"/>
                <a:ext cx="2712872" cy="76123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𝑀</m:t>
                          </m:r>
                        </m:den>
                      </m:f>
                      <m:r>
                        <m:rPr>
                          <m:sty m:val="p"/>
                        </m:rPr>
                        <a:rPr lang="en-US" sz="1900" b="0" i="0">
                          <a:solidFill>
                            <a:srgbClr val="002060"/>
                          </a:solidFill>
                          <a:latin typeface="Cambria Math"/>
                          <a:cs typeface="Cambria Math"/>
                        </a:rPr>
                        <m:t>ln</m:t>
                      </m:r>
                      <m:d>
                        <m:dPr>
                          <m:begChr m:val="|"/>
                          <m:endChr m:val="|"/>
                          <m:ctrlPr>
                            <a:rPr lang="en-US" sz="1900" b="0" i="1">
                              <a:solidFill>
                                <a:srgbClr val="002060"/>
                              </a:solidFill>
                              <a:latin typeface="Cambria Math"/>
                              <a:cs typeface="Cambria Math"/>
                            </a:rPr>
                          </m:ctrlPr>
                        </m:dPr>
                        <m:e>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𝑥</m:t>
                              </m:r>
                            </m:num>
                            <m:den>
                              <m:r>
                                <a:rPr lang="en-US" sz="1900" b="0" i="1">
                                  <a:solidFill>
                                    <a:srgbClr val="002060"/>
                                  </a:solidFill>
                                  <a:latin typeface="Cambria Math"/>
                                  <a:cs typeface="Cambria Math"/>
                                </a:rPr>
                                <m:t>𝑀</m:t>
                              </m:r>
                              <m:r>
                                <a:rPr lang="en-US" sz="1900" b="0" i="0">
                                  <a:solidFill>
                                    <a:srgbClr val="002060"/>
                                  </a:solidFill>
                                  <a:latin typeface="Cambria Math"/>
                                  <a:cs typeface="Cambria Math"/>
                                </a:rPr>
                                <m:t>−</m:t>
                              </m:r>
                              <m:r>
                                <a:rPr lang="en-US" sz="1900" b="0" i="1">
                                  <a:solidFill>
                                    <a:srgbClr val="002060"/>
                                  </a:solidFill>
                                  <a:latin typeface="Cambria Math"/>
                                  <a:cs typeface="Cambria Math"/>
                                </a:rPr>
                                <m:t>𝑥</m:t>
                              </m:r>
                            </m:den>
                          </m:f>
                        </m:e>
                      </m:d>
                      <m:r>
                        <a:rPr lang="en-US" sz="1900" b="0" i="0">
                          <a:solidFill>
                            <a:srgbClr val="002060"/>
                          </a:solidFill>
                          <a:latin typeface="Cambria Math"/>
                          <a:cs typeface="Cambria Math"/>
                        </a:rPr>
                        <m:t>=</m:t>
                      </m:r>
                      <m:r>
                        <a:rPr lang="en-US" sz="1900" b="0" i="1">
                          <a:solidFill>
                            <a:srgbClr val="002060"/>
                          </a:solidFill>
                          <a:latin typeface="Cambria Math"/>
                          <a:cs typeface="Cambria Math"/>
                        </a:rPr>
                        <m:t>𝑘𝑡</m:t>
                      </m:r>
                      <m:r>
                        <a:rPr lang="en-US" sz="1900" b="0" i="0">
                          <a:solidFill>
                            <a:srgbClr val="002060"/>
                          </a:solidFill>
                          <a:latin typeface="Cambria Math"/>
                          <a:cs typeface="Cambria Math"/>
                        </a:rPr>
                        <m:t>+</m:t>
                      </m:r>
                      <m:r>
                        <a:rPr lang="en-US" sz="1900" b="0" i="1">
                          <a:solidFill>
                            <a:srgbClr val="002060"/>
                          </a:solidFill>
                          <a:latin typeface="Cambria Math"/>
                          <a:cs typeface="Cambria Math"/>
                        </a:rPr>
                        <m:t>𝐶</m:t>
                      </m:r>
                    </m:oMath>
                  </m:oMathPara>
                </a14:m>
                <a:endParaRPr lang="en-US" sz="1900"/>
              </a:p>
            </p:txBody>
          </p:sp>
        </mc:Choice>
        <mc:Fallback xmlns="">
          <p:pic>
            <p:nvPicPr>
              <p:cNvPr id="105" name="Equation 105" descr="\frac{1}{M}\ln\left|\frac{x}{M-x}\right|=kt+C"/>
              <p:cNvPicPr>
                <a:picLocks noChangeAspect="1"/>
              </p:cNvPicPr>
              <p:nvPr/>
            </p:nvPicPr>
            <p:blipFill>
              <a:blip r:embed="rId6"/>
              <a:stretch>
                <a:fillRect/>
              </a:stretch>
            </p:blipFill>
            <p:spPr>
              <a:xfrm>
                <a:off x="822960" y="4069080"/>
                <a:ext cx="2603144" cy="651510"/>
              </a:xfrm>
              <a:prstGeom prst="rect">
                <a:avLst/>
              </a:prstGeom>
            </p:spPr>
          </p:pic>
        </mc:Fallback>
      </mc:AlternateContent>
      <mc:AlternateContent xmlns:mc="http://schemas.openxmlformats.org/markup-compatibility/2006" xmlns:a14="http://schemas.microsoft.com/office/drawing/2010/main">
        <mc:Choice Requires="a14">
          <p:sp>
            <p:nvSpPr>
              <p:cNvPr id="106" name="Equation 106"/>
              <p:cNvSpPr txBox="1"/>
              <p:nvPr/>
            </p:nvSpPr>
            <p:spPr>
              <a:xfrm>
                <a:off x="768096" y="4791456"/>
                <a:ext cx="3677107" cy="833933"/>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200" b="0" i="1">
                          <a:solidFill>
                            <a:srgbClr val="BF6019"/>
                          </a:solidFill>
                          <a:latin typeface="Cambria Math"/>
                          <a:cs typeface="Cambria Math"/>
                        </a:rPr>
                        <m:t>𝑥</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e>
                      </m:d>
                      <m:r>
                        <a:rPr lang="en-US" sz="2200" b="0" i="0">
                          <a:solidFill>
                            <a:srgbClr val="BF6019"/>
                          </a:solidFill>
                          <a:latin typeface="Cambria Math"/>
                          <a:cs typeface="Cambria Math"/>
                        </a:rPr>
                        <m:t>=</m:t>
                      </m:r>
                      <m:f>
                        <m:fPr>
                          <m:ctrlPr>
                            <a:rPr lang="en-US" sz="2200" b="0" i="1">
                              <a:solidFill>
                                <a:srgbClr val="BF6019"/>
                              </a:solidFill>
                              <a:latin typeface="Cambria Math"/>
                              <a:cs typeface="Cambria Math"/>
                            </a:rPr>
                          </m:ctrlPr>
                        </m:fPr>
                        <m:num>
                          <m:r>
                            <a:rPr lang="en-US" sz="2200" b="0" i="1">
                              <a:solidFill>
                                <a:srgbClr val="BF6019"/>
                              </a:solidFill>
                              <a:latin typeface="Cambria Math"/>
                              <a:cs typeface="Cambria Math"/>
                            </a:rPr>
                            <m:t>𝑀</m:t>
                          </m:r>
                          <m:r>
                            <a:rPr lang="en-US" sz="2200" b="0" i="1">
                              <a:solidFill>
                                <a:srgbClr val="BF6019"/>
                              </a:solidFill>
                              <a:latin typeface="Cambria Math"/>
                              <a:cs typeface="Cambria Math"/>
                            </a:rPr>
                            <m:t> </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𝑥</m:t>
                              </m:r>
                            </m:e>
                            <m:sub>
                              <m:r>
                                <a:rPr lang="en-US" sz="2200" b="0" i="1">
                                  <a:solidFill>
                                    <a:srgbClr val="BF6019"/>
                                  </a:solidFill>
                                  <a:latin typeface="Cambria Math"/>
                                  <a:cs typeface="Cambria Math"/>
                                </a:rPr>
                                <m:t>0</m:t>
                              </m:r>
                            </m:sub>
                          </m:sSub>
                        </m:num>
                        <m:den>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𝑥</m:t>
                              </m:r>
                            </m:e>
                            <m:sub>
                              <m:r>
                                <a:rPr lang="en-US" sz="2200" b="0" i="1">
                                  <a:solidFill>
                                    <a:srgbClr val="BF6019"/>
                                  </a:solidFill>
                                  <a:latin typeface="Cambria Math"/>
                                  <a:cs typeface="Cambria Math"/>
                                </a:rPr>
                                <m:t>0</m:t>
                              </m:r>
                            </m:sub>
                          </m:sSub>
                          <m:r>
                            <a:rPr lang="en-US" sz="2200" b="0" i="0">
                              <a:solidFill>
                                <a:srgbClr val="BF6019"/>
                              </a:solidFill>
                              <a:latin typeface="Cambria Math"/>
                              <a:cs typeface="Cambria Math"/>
                            </a:rPr>
                            <m:t>+</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𝑀</m:t>
                              </m:r>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𝑥</m:t>
                                  </m:r>
                                </m:e>
                                <m:sub>
                                  <m:r>
                                    <a:rPr lang="en-US" sz="2200" b="0" i="1">
                                      <a:solidFill>
                                        <a:srgbClr val="BF6019"/>
                                      </a:solidFill>
                                      <a:latin typeface="Cambria Math"/>
                                      <a:cs typeface="Cambria Math"/>
                                    </a:rPr>
                                    <m:t>0</m:t>
                                  </m:r>
                                </m:sub>
                              </m:sSub>
                            </m:e>
                          </m:d>
                          <m:r>
                            <a:rPr lang="en-US" sz="2200" b="0" i="1">
                              <a:solidFill>
                                <a:srgbClr val="BF6019"/>
                              </a:solidFill>
                              <a:latin typeface="Cambria Math"/>
                              <a:cs typeface="Cambria Math"/>
                            </a:rPr>
                            <m:t> </m:t>
                          </m:r>
                          <m:sSup>
                            <m:sSupPr>
                              <m:ctrlPr>
                                <a:rPr lang="en-US" sz="2200" b="0" i="1">
                                  <a:solidFill>
                                    <a:srgbClr val="BF6019"/>
                                  </a:solidFill>
                                  <a:latin typeface="Cambria Math"/>
                                  <a:cs typeface="Cambria Math"/>
                                </a:rPr>
                              </m:ctrlPr>
                            </m:sSupPr>
                            <m:e>
                              <m:r>
                                <a:rPr lang="en-US" sz="2200" b="0" i="1">
                                  <a:solidFill>
                                    <a:srgbClr val="BF6019"/>
                                  </a:solidFill>
                                  <a:latin typeface="Cambria Math"/>
                                  <a:cs typeface="Cambria Math"/>
                                </a:rPr>
                                <m:t>𝑒</m:t>
                              </m:r>
                            </m:e>
                            <m:sup>
                              <m:r>
                                <a:rPr lang="en-US" sz="2200" b="0" i="0">
                                  <a:solidFill>
                                    <a:srgbClr val="BF6019"/>
                                  </a:solidFill>
                                  <a:latin typeface="Cambria Math"/>
                                  <a:cs typeface="Cambria Math"/>
                                </a:rPr>
                                <m:t>−</m:t>
                              </m:r>
                              <m:r>
                                <a:rPr lang="en-US" sz="2200" b="0" i="1">
                                  <a:solidFill>
                                    <a:srgbClr val="BF6019"/>
                                  </a:solidFill>
                                  <a:latin typeface="Cambria Math"/>
                                  <a:cs typeface="Cambria Math"/>
                                </a:rPr>
                                <m:t>𝑘𝑀𝑡</m:t>
                              </m:r>
                            </m:sup>
                          </m:sSup>
                        </m:den>
                      </m:f>
                    </m:oMath>
                  </m:oMathPara>
                </a14:m>
                <a:endParaRPr lang="en-US" sz="2200"/>
              </a:p>
            </p:txBody>
          </p:sp>
        </mc:Choice>
        <mc:Fallback xmlns="">
          <p:pic>
            <p:nvPicPr>
              <p:cNvPr id="106" name="Equation 106" descr="x(t)=\frac{M\,x_0}{x_0+(M-x_0)\,e^{-kMt}}"/>
              <p:cNvPicPr>
                <a:picLocks noChangeAspect="1"/>
              </p:cNvPicPr>
              <p:nvPr/>
            </p:nvPicPr>
            <p:blipFill>
              <a:blip r:embed="rId7"/>
              <a:stretch>
                <a:fillRect/>
              </a:stretch>
            </p:blipFill>
            <p:spPr>
              <a:xfrm>
                <a:off x="822960" y="4846320"/>
                <a:ext cx="3567379" cy="724205"/>
              </a:xfrm>
              <a:prstGeom prst="rect">
                <a:avLst/>
              </a:prstGeom>
            </p:spPr>
          </p:pic>
        </mc:Fallback>
      </mc:AlternateContent>
      <p:sp>
        <p:nvSpPr>
          <p:cNvPr id="107" name="Text"/>
          <p:cNvSpPr txBox="1"/>
          <p:nvPr/>
        </p:nvSpPr>
        <p:spPr>
          <a:xfrm>
            <a:off x="7498080" y="1325880"/>
            <a:ext cx="4206240" cy="4572000"/>
          </a:xfrm>
          <a:prstGeom prst="roundRect">
            <a:avLst>
              <a:gd name="adj" fmla="val 8000"/>
            </a:avLst>
          </a:prstGeom>
          <a:solidFill>
            <a:srgbClr val="EAF0F8"/>
          </a:solidFill>
          <a:ln>
            <a:noFill/>
          </a:ln>
        </p:spPr>
        <p:txBody>
          <a:bodyPr wrap="square" lIns="164592" tIns="164592" rIns="164592" bIns="164592" rtlCol="0" anchor="t">
            <a:normAutofit/>
          </a:bodyPr>
          <a:lstStyle/>
          <a:p>
            <a:pPr algn="l">
              <a:spcAft>
                <a:spcPts val="1000"/>
              </a:spcAft>
              <a:buNone/>
            </a:pPr>
            <a:r>
              <a:rPr lang="en-US" sz="1900" b="1" i="0" dirty="0">
                <a:solidFill>
                  <a:srgbClr val="BF6019"/>
                </a:solidFill>
                <a:latin typeface="LM Roman 10"/>
                <a:cs typeface="LM Roman 10"/>
              </a:rPr>
              <a:t>Check the answer</a:t>
            </a:r>
            <a:endParaRPr lang="en-US" sz="1900"/>
          </a:p>
          <a:p>
            <a:pPr marL="274320" indent="-274320" algn="l">
              <a:spcAft>
                <a:spcPts val="800"/>
              </a:spcAft>
              <a:buClr>
                <a:srgbClr val="BF6019"/>
              </a:buClr>
              <a:buSzPct val="100000"/>
              <a:buFont typeface="Arial"/>
              <a:buChar char="•"/>
            </a:pPr>
            <a:r>
              <a:rPr lang="en-US" sz="1700" b="1" i="0" dirty="0">
                <a:solidFill>
                  <a:srgbClr val="002060"/>
                </a:solidFill>
                <a:latin typeface="LM Roman 10"/>
                <a:cs typeface="LM Roman 10"/>
              </a:rPr>
              <a:t>t = 0: </a:t>
            </a:r>
            <a:r>
              <a:rPr lang="en-US" sz="1700" b="0" i="0" dirty="0">
                <a:solidFill>
                  <a:srgbClr val="002060"/>
                </a:solidFill>
                <a:latin typeface="LM Roman 10"/>
                <a:cs typeface="LM Roman 10"/>
              </a:rPr>
              <a:t>x(0) = x</a:t>
            </a:r>
            <a:r>
              <a:rPr lang="en-US" sz="1700" b="0" i="0" baseline="-25000" dirty="0">
                <a:solidFill>
                  <a:srgbClr val="002060"/>
                </a:solidFill>
                <a:latin typeface="LM Roman 10"/>
                <a:cs typeface="LM Roman 10"/>
              </a:rPr>
              <a:t>0</a:t>
            </a:r>
            <a:endParaRPr lang="en-US" sz="1700"/>
          </a:p>
          <a:p>
            <a:pPr marL="274320" indent="-274320" algn="l">
              <a:spcAft>
                <a:spcPts val="800"/>
              </a:spcAft>
              <a:buClr>
                <a:srgbClr val="BF6019"/>
              </a:buClr>
              <a:buSzPct val="100000"/>
              <a:buFont typeface="Arial"/>
              <a:buChar char="•"/>
            </a:pPr>
            <a:r>
              <a:rPr lang="en-US" sz="1700" b="1" i="0" dirty="0">
                <a:solidFill>
                  <a:srgbClr val="002060"/>
                </a:solidFill>
                <a:latin typeface="LM Roman 10"/>
                <a:cs typeface="LM Roman 10"/>
              </a:rPr>
              <a:t>x</a:t>
            </a:r>
            <a:r>
              <a:rPr lang="en-US" sz="1700" b="1" i="0" baseline="-25000" dirty="0">
                <a:solidFill>
                  <a:srgbClr val="002060"/>
                </a:solidFill>
                <a:latin typeface="LM Roman 10"/>
                <a:cs typeface="LM Roman 10"/>
              </a:rPr>
              <a:t>0</a:t>
            </a:r>
            <a:r>
              <a:rPr lang="en-US" sz="1700" b="1" i="0" dirty="0">
                <a:solidFill>
                  <a:srgbClr val="002060"/>
                </a:solidFill>
                <a:latin typeface="LM Roman 10"/>
                <a:cs typeface="LM Roman 10"/>
              </a:rPr>
              <a:t> = M: </a:t>
            </a:r>
            <a:r>
              <a:rPr lang="en-US" sz="1700" b="0" i="0" dirty="0">
                <a:solidFill>
                  <a:srgbClr val="002060"/>
                </a:solidFill>
                <a:latin typeface="LM Roman 10"/>
                <a:cs typeface="LM Roman 10"/>
              </a:rPr>
              <a:t>x ≡ M, an equilibrium</a:t>
            </a:r>
            <a:endParaRPr lang="en-US" sz="1700"/>
          </a:p>
          <a:p>
            <a:pPr marL="274320" indent="-274320" algn="l">
              <a:spcAft>
                <a:spcPts val="800"/>
              </a:spcAft>
              <a:buClr>
                <a:srgbClr val="BF6019"/>
              </a:buClr>
              <a:buSzPct val="100000"/>
              <a:buFont typeface="Arial"/>
              <a:buChar char="•"/>
            </a:pPr>
            <a:r>
              <a:rPr lang="en-US" sz="1700" b="1" i="0" dirty="0">
                <a:solidFill>
                  <a:srgbClr val="002060"/>
                </a:solidFill>
                <a:latin typeface="LM Roman 10"/>
                <a:cs typeface="LM Roman 10"/>
              </a:rPr>
              <a:t>t → ∞: </a:t>
            </a:r>
            <a:r>
              <a:rPr lang="en-US" sz="1700" b="0" i="0" dirty="0">
                <a:solidFill>
                  <a:srgbClr val="002060"/>
                </a:solidFill>
                <a:latin typeface="LM Roman 10"/>
                <a:cs typeface="LM Roman 10"/>
              </a:rPr>
              <a:t>x → M for every x</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&gt; 0</a:t>
            </a:r>
            <a:endParaRPr lang="en-US" sz="1700"/>
          </a:p>
          <a:p>
            <a:pPr marL="274320" indent="-274320" algn="l">
              <a:spcAft>
                <a:spcPts val="800"/>
              </a:spcAft>
              <a:buClr>
                <a:srgbClr val="BF6019"/>
              </a:buClr>
              <a:buSzPct val="100000"/>
              <a:buFont typeface="Arial"/>
              <a:buChar char="•"/>
            </a:pPr>
            <a:r>
              <a:rPr lang="en-US" sz="1700" b="1" i="0" dirty="0">
                <a:solidFill>
                  <a:srgbClr val="002060"/>
                </a:solidFill>
                <a:latin typeface="LM Roman 10"/>
                <a:cs typeface="LM Roman 10"/>
              </a:rPr>
              <a:t>x small: </a:t>
            </a:r>
            <a:r>
              <a:rPr lang="en-US" sz="1700" b="0" i="0" dirty="0">
                <a:solidFill>
                  <a:srgbClr val="002060"/>
                </a:solidFill>
                <a:latin typeface="LM Roman 10"/>
                <a:cs typeface="LM Roman 10"/>
              </a:rPr>
              <a:t>x′ ≈ kMx, exponential growth with rate kM</a:t>
            </a:r>
            <a:endParaRPr lang="en-US" sz="1700"/>
          </a:p>
          <a:p>
            <a:pPr algn="l">
              <a:spcAft>
                <a:spcPts val="600"/>
              </a:spcAft>
              <a:buNone/>
            </a:pPr>
            <a:r>
              <a:rPr lang="en-US" sz="1400" b="0" i="1" dirty="0">
                <a:solidFill>
                  <a:srgbClr val="5D6675"/>
                </a:solidFill>
                <a:latin typeface="LM Roman 10"/>
                <a:cs typeface="LM Roman 10"/>
              </a:rPr>
              <a:t>Lebl §1.6, Adkins–Davidson §1.4</a:t>
            </a:r>
            <a:endParaRPr lang="en-US" sz="14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Equilibria and stability</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9</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585216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We can understand x′ = f(x) without solving it.</a:t>
            </a:r>
            <a:endParaRPr lang="en-US" sz="1800"/>
          </a:p>
        </p:txBody>
      </p:sp>
      <p:sp>
        <p:nvSpPr>
          <p:cNvPr id="102" name="Text"/>
          <p:cNvSpPr txBox="1"/>
          <p:nvPr/>
        </p:nvSpPr>
        <p:spPr>
          <a:xfrm>
            <a:off x="548640" y="1783080"/>
            <a:ext cx="5852160" cy="146304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800" b="1" i="0" dirty="0">
                <a:solidFill>
                  <a:srgbClr val="002060"/>
                </a:solidFill>
                <a:latin typeface="LM Roman 10"/>
                <a:cs typeface="LM Roman 10"/>
              </a:rPr>
              <a:t>Equilibria: </a:t>
            </a:r>
            <a:r>
              <a:rPr lang="en-US" sz="1800" b="0" i="0" dirty="0">
                <a:solidFill>
                  <a:srgbClr val="002060"/>
                </a:solidFill>
                <a:latin typeface="LM Roman 10"/>
                <a:cs typeface="LM Roman 10"/>
              </a:rPr>
              <a:t>f(x*) = 0  →  x* = 0 and x* = M.</a:t>
            </a:r>
            <a:endParaRPr lang="en-US" sz="1800"/>
          </a:p>
          <a:p>
            <a:pPr marL="274320" indent="-274320" algn="l">
              <a:spcAft>
                <a:spcPts val="600"/>
              </a:spcAft>
              <a:buClr>
                <a:srgbClr val="BF6019"/>
              </a:buClr>
              <a:buSzPct val="100000"/>
              <a:buFont typeface="Arial"/>
              <a:buChar char="•"/>
            </a:pPr>
            <a:r>
              <a:rPr lang="en-US" sz="1800" b="1" i="0" dirty="0">
                <a:solidFill>
                  <a:srgbClr val="002060"/>
                </a:solidFill>
                <a:latin typeface="LM Roman 10"/>
                <a:cs typeface="LM Roman 10"/>
              </a:rPr>
              <a:t>Stability: </a:t>
            </a:r>
            <a:r>
              <a:rPr lang="en-US" sz="1800" b="0" i="0" dirty="0">
                <a:solidFill>
                  <a:srgbClr val="002060"/>
                </a:solidFill>
                <a:latin typeface="LM Roman 10"/>
                <a:cs typeface="LM Roman 10"/>
              </a:rPr>
              <a:t>f′(x*) &lt; 0 stable, f′(x*) &gt; 0 unstable.</a:t>
            </a:r>
            <a:endParaRPr lang="en-US" sz="1800"/>
          </a:p>
        </p:txBody>
      </p:sp>
      <mc:AlternateContent xmlns:mc="http://schemas.openxmlformats.org/markup-compatibility/2006" xmlns:a14="http://schemas.microsoft.com/office/drawing/2010/main">
        <mc:Choice Requires="a14">
          <p:sp>
            <p:nvSpPr>
              <p:cNvPr id="103" name="Equation 103"/>
              <p:cNvSpPr txBox="1"/>
              <p:nvPr/>
            </p:nvSpPr>
            <p:spPr>
              <a:xfrm>
                <a:off x="493776" y="2962656"/>
                <a:ext cx="5598566" cy="385267"/>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600" b="0" i="1">
                          <a:solidFill>
                            <a:srgbClr val="002060"/>
                          </a:solidFill>
                          <a:latin typeface="Cambria Math"/>
                          <a:cs typeface="Cambria Math"/>
                        </a:rPr>
                        <m:t>𝑓</m:t>
                      </m:r>
                      <m:r>
                        <a:rPr lang="en-US" sz="1600" b="0" i="0">
                          <a:solidFill>
                            <a:srgbClr val="002060"/>
                          </a:solidFill>
                          <a:latin typeface="Cambria Math"/>
                          <a:cs typeface="Cambria Math"/>
                        </a:rPr>
                        <m:t>′</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𝑥</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𝑘</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𝑀</m:t>
                          </m:r>
                          <m:r>
                            <a:rPr lang="en-US" sz="1600" b="0" i="0">
                              <a:solidFill>
                                <a:srgbClr val="002060"/>
                              </a:solidFill>
                              <a:latin typeface="Cambria Math"/>
                              <a:cs typeface="Cambria Math"/>
                            </a:rPr>
                            <m:t>−</m:t>
                          </m:r>
                          <m:r>
                            <a:rPr lang="en-US" sz="1600" b="0" i="1">
                              <a:solidFill>
                                <a:srgbClr val="002060"/>
                              </a:solidFill>
                              <a:latin typeface="Cambria Math"/>
                              <a:cs typeface="Cambria Math"/>
                            </a:rPr>
                            <m:t>2</m:t>
                          </m:r>
                          <m:r>
                            <a:rPr lang="en-US" sz="1600" b="0" i="1">
                              <a:solidFill>
                                <a:srgbClr val="002060"/>
                              </a:solidFill>
                              <a:latin typeface="Cambria Math"/>
                              <a:cs typeface="Cambria Math"/>
                            </a:rPr>
                            <m:t>𝑥</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 </m:t>
                      </m:r>
                      <m:r>
                        <a:rPr lang="en-US" sz="1600" b="0" i="1">
                          <a:solidFill>
                            <a:srgbClr val="002060"/>
                          </a:solidFill>
                          <a:latin typeface="Cambria Math"/>
                          <a:cs typeface="Cambria Math"/>
                        </a:rPr>
                        <m:t>𝑓</m:t>
                      </m:r>
                      <m:r>
                        <a:rPr lang="en-US" sz="1600" b="0" i="0">
                          <a:solidFill>
                            <a:srgbClr val="002060"/>
                          </a:solidFill>
                          <a:latin typeface="Cambria Math"/>
                          <a:cs typeface="Cambria Math"/>
                        </a:rPr>
                        <m:t>′</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0</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𝑘𝑀</m:t>
                      </m:r>
                      <m:r>
                        <a:rPr lang="en-US" sz="1600" b="0" i="0">
                          <a:solidFill>
                            <a:srgbClr val="002060"/>
                          </a:solidFill>
                          <a:latin typeface="Cambria Math"/>
                          <a:cs typeface="Cambria Math"/>
                        </a:rPr>
                        <m:t>&gt;</m:t>
                      </m:r>
                      <m:r>
                        <a:rPr lang="en-US" sz="1600" b="0" i="1">
                          <a:solidFill>
                            <a:srgbClr val="002060"/>
                          </a:solidFill>
                          <a:latin typeface="Cambria Math"/>
                          <a:cs typeface="Cambria Math"/>
                        </a:rPr>
                        <m:t>0</m:t>
                      </m:r>
                      <m:r>
                        <a:rPr lang="en-US" sz="1600" b="0" i="0">
                          <a:solidFill>
                            <a:srgbClr val="002060"/>
                          </a:solidFill>
                          <a:latin typeface="Cambria Math"/>
                          <a:cs typeface="Cambria Math"/>
                        </a:rPr>
                        <m:t>,</m:t>
                      </m:r>
                      <m:r>
                        <a:rPr lang="en-US" sz="1600" b="0" i="1">
                          <a:solidFill>
                            <a:srgbClr val="002060"/>
                          </a:solidFill>
                          <a:latin typeface="Cambria Math"/>
                          <a:cs typeface="Cambria Math"/>
                        </a:rPr>
                        <m:t> </m:t>
                      </m:r>
                      <m:r>
                        <a:rPr lang="en-US" sz="1600" b="0" i="1">
                          <a:solidFill>
                            <a:srgbClr val="002060"/>
                          </a:solidFill>
                          <a:latin typeface="Cambria Math"/>
                          <a:cs typeface="Cambria Math"/>
                        </a:rPr>
                        <m:t>𝑓</m:t>
                      </m:r>
                      <m:r>
                        <a:rPr lang="en-US" sz="1600" b="0" i="0">
                          <a:solidFill>
                            <a:srgbClr val="002060"/>
                          </a:solidFill>
                          <a:latin typeface="Cambria Math"/>
                          <a:cs typeface="Cambria Math"/>
                        </a:rPr>
                        <m:t>′</m:t>
                      </m:r>
                      <m:d>
                        <m:dPr>
                          <m:ctrlPr>
                            <a:rPr lang="en-US" sz="1600" b="0" i="1">
                              <a:solidFill>
                                <a:srgbClr val="002060"/>
                              </a:solidFill>
                              <a:latin typeface="Cambria Math"/>
                              <a:cs typeface="Cambria Math"/>
                            </a:rPr>
                          </m:ctrlPr>
                        </m:dPr>
                        <m:e>
                          <m:r>
                            <a:rPr lang="en-US" sz="1600" b="0" i="1">
                              <a:solidFill>
                                <a:srgbClr val="002060"/>
                              </a:solidFill>
                              <a:latin typeface="Cambria Math"/>
                              <a:cs typeface="Cambria Math"/>
                            </a:rPr>
                            <m:t>𝑀</m:t>
                          </m:r>
                        </m:e>
                      </m:d>
                      <m:r>
                        <a:rPr lang="en-US" sz="1600" b="0" i="0">
                          <a:solidFill>
                            <a:srgbClr val="002060"/>
                          </a:solidFill>
                          <a:latin typeface="Cambria Math"/>
                          <a:cs typeface="Cambria Math"/>
                        </a:rPr>
                        <m:t>=−</m:t>
                      </m:r>
                      <m:r>
                        <a:rPr lang="en-US" sz="1600" b="0" i="1">
                          <a:solidFill>
                            <a:srgbClr val="002060"/>
                          </a:solidFill>
                          <a:latin typeface="Cambria Math"/>
                          <a:cs typeface="Cambria Math"/>
                        </a:rPr>
                        <m:t>𝑘𝑀</m:t>
                      </m:r>
                      <m:r>
                        <a:rPr lang="en-US" sz="1600" b="0" i="0">
                          <a:solidFill>
                            <a:srgbClr val="002060"/>
                          </a:solidFill>
                          <a:latin typeface="Cambria Math"/>
                          <a:cs typeface="Cambria Math"/>
                        </a:rPr>
                        <m:t>&lt;</m:t>
                      </m:r>
                      <m:r>
                        <a:rPr lang="en-US" sz="1600" b="0" i="1">
                          <a:solidFill>
                            <a:srgbClr val="002060"/>
                          </a:solidFill>
                          <a:latin typeface="Cambria Math"/>
                          <a:cs typeface="Cambria Math"/>
                        </a:rPr>
                        <m:t>0</m:t>
                      </m:r>
                    </m:oMath>
                  </m:oMathPara>
                </a14:m>
                <a:endParaRPr lang="en-US" sz="1600"/>
              </a:p>
            </p:txBody>
          </p:sp>
        </mc:Choice>
        <mc:Fallback xmlns="">
          <p:pic>
            <p:nvPicPr>
              <p:cNvPr id="103" name="Equation 103" descr="f'(x)=k(M-2x):\quad f'(0)=kM&gt;0,\quad f'(M)=-kM&lt;0"/>
              <p:cNvPicPr>
                <a:picLocks noChangeAspect="1"/>
              </p:cNvPicPr>
              <p:nvPr/>
            </p:nvPicPr>
            <p:blipFill>
              <a:blip r:embed="rId4"/>
              <a:stretch>
                <a:fillRect/>
              </a:stretch>
            </p:blipFill>
            <p:spPr>
              <a:xfrm>
                <a:off x="548640" y="3017520"/>
                <a:ext cx="5488838" cy="275539"/>
              </a:xfrm>
              <a:prstGeom prst="rect">
                <a:avLst/>
              </a:prstGeom>
            </p:spPr>
          </p:pic>
        </mc:Fallback>
      </mc:AlternateContent>
      <p:sp>
        <p:nvSpPr>
          <p:cNvPr id="104" name="Text"/>
          <p:cNvSpPr txBox="1"/>
          <p:nvPr/>
        </p:nvSpPr>
        <p:spPr>
          <a:xfrm>
            <a:off x="548640" y="3794760"/>
            <a:ext cx="5852160" cy="1920240"/>
          </a:xfrm>
          <a:prstGeom prst="roundRect">
            <a:avLst>
              <a:gd name="adj" fmla="val 8000"/>
            </a:avLst>
          </a:prstGeom>
          <a:solidFill>
            <a:srgbClr val="FDF0E6"/>
          </a:solidFill>
          <a:ln>
            <a:noFill/>
          </a:ln>
        </p:spPr>
        <p:txBody>
          <a:bodyPr wrap="square" lIns="137160" tIns="137160" rIns="137160" bIns="137160" rtlCol="0" anchor="t">
            <a:normAutofit/>
          </a:bodyPr>
          <a:lstStyle/>
          <a:p>
            <a:pPr algn="l">
              <a:spcAft>
                <a:spcPts val="600"/>
              </a:spcAft>
              <a:buNone/>
            </a:pPr>
            <a:r>
              <a:rPr lang="en-US" sz="1800" b="1" i="0" dirty="0">
                <a:solidFill>
                  <a:srgbClr val="BF6019"/>
                </a:solidFill>
                <a:latin typeface="LM Roman 10"/>
                <a:cs typeface="LM Roman 10"/>
              </a:rPr>
              <a:t>Harvesting: </a:t>
            </a:r>
            <a:r>
              <a:rPr lang="en-US" sz="1800" b="0" i="1" dirty="0">
                <a:solidFill>
                  <a:srgbClr val="002060"/>
                </a:solidFill>
                <a:latin typeface="Cambria Math"/>
                <a:cs typeface="Cambria Math"/>
              </a:rPr>
              <a:t>x′ = k x (M − x) − h</a:t>
            </a:r>
            <a:endParaRPr lang="en-US" sz="1800"/>
          </a:p>
          <a:p>
            <a:pPr algn="l">
              <a:spcAft>
                <a:spcPts val="600"/>
              </a:spcAft>
              <a:buNone/>
            </a:pPr>
            <a:r>
              <a:rPr lang="en-US" sz="1700" b="0" i="0" dirty="0">
                <a:solidFill>
                  <a:srgbClr val="002060"/>
                </a:solidFill>
                <a:latin typeface="LM Roman 10"/>
                <a:cs typeface="LM Roman 10"/>
              </a:rPr>
              <a:t>The two equilibria merge and disappear when h = kM²/4 (a saddle-node bifurcation): over-harvesting leads to extinction.</a:t>
            </a:r>
            <a:endParaRPr lang="en-US" sz="1700"/>
          </a:p>
          <a:p>
            <a:pPr algn="l">
              <a:spcAft>
                <a:spcPts val="600"/>
              </a:spcAft>
              <a:buNone/>
            </a:pPr>
            <a:r>
              <a:rPr lang="en-US" sz="1400" b="0" i="1" dirty="0">
                <a:solidFill>
                  <a:srgbClr val="5D6675"/>
                </a:solidFill>
                <a:latin typeface="LM Roman 10"/>
                <a:cs typeface="LM Roman 10"/>
              </a:rPr>
              <a:t>Lebl §1.6: M = 8, k = 0.1 → critical h = 1.6</a:t>
            </a:r>
            <a:endParaRPr lang="en-US" sz="1400"/>
          </a:p>
        </p:txBody>
      </p:sp>
      <p:pic>
        <p:nvPicPr>
          <p:cNvPr id="105" name="Figure logistic" descr="Logistic solutions with the phase line"/>
          <p:cNvPicPr>
            <a:picLocks noChangeAspect="1"/>
          </p:cNvPicPr>
          <p:nvPr/>
        </p:nvPicPr>
        <p:blipFill>
          <a:blip r:embed="rId5"/>
          <a:stretch>
            <a:fillRect/>
          </a:stretch>
        </p:blipFill>
        <p:spPr>
          <a:xfrm>
            <a:off x="6537960" y="1827432"/>
            <a:ext cx="5212080" cy="3660335"/>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Numerical solution: Euler’s method</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10</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035040" cy="822960"/>
          </a:xfrm>
          <a:prstGeom prst="rect">
            <a:avLst/>
          </a:prstGeom>
          <a:noFill/>
          <a:ln>
            <a:noFill/>
          </a:ln>
        </p:spPr>
        <p:txBody>
          <a:bodyPr wrap="square" lIns="73152" tIns="73152" rIns="73152" bIns="73152" rtlCol="0" anchor="t">
            <a:normAutofit/>
          </a:bodyPr>
          <a:lstStyle/>
          <a:p>
            <a:pPr algn="l">
              <a:spcAft>
                <a:spcPts val="600"/>
              </a:spcAft>
              <a:buNone/>
            </a:pPr>
            <a:r>
              <a:rPr lang="en-US" sz="1800" b="0" i="0" dirty="0">
                <a:solidFill>
                  <a:srgbClr val="002060"/>
                </a:solidFill>
                <a:latin typeface="LM Roman 10"/>
                <a:cs typeface="LM Roman 10"/>
              </a:rPr>
              <a:t>Most ODEs have no closed-form solution. Follow the tangent line for a step h:</a:t>
            </a:r>
            <a:endParaRPr lang="en-US" sz="1800"/>
          </a:p>
        </p:txBody>
      </p:sp>
      <mc:AlternateContent xmlns:mc="http://schemas.openxmlformats.org/markup-compatibility/2006" xmlns:a14="http://schemas.microsoft.com/office/drawing/2010/main">
        <mc:Choice Requires="a14">
          <p:sp>
            <p:nvSpPr>
              <p:cNvPr id="102" name="Equation 102"/>
              <p:cNvSpPr txBox="1"/>
              <p:nvPr/>
            </p:nvSpPr>
            <p:spPr>
              <a:xfrm>
                <a:off x="2057857" y="2002536"/>
                <a:ext cx="3016606" cy="471830"/>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𝑛</m:t>
                          </m:r>
                          <m:r>
                            <a:rPr lang="en-US" sz="2200" b="0" i="0">
                              <a:solidFill>
                                <a:srgbClr val="BF6019"/>
                              </a:solidFill>
                              <a:latin typeface="Cambria Math"/>
                              <a:cs typeface="Cambria Math"/>
                            </a:rPr>
                            <m:t>+</m:t>
                          </m:r>
                          <m:r>
                            <a:rPr lang="en-US" sz="2200" b="0" i="1">
                              <a:solidFill>
                                <a:srgbClr val="BF6019"/>
                              </a:solidFill>
                              <a:latin typeface="Cambria Math"/>
                              <a:cs typeface="Cambria Math"/>
                            </a:rPr>
                            <m:t>1</m:t>
                          </m:r>
                        </m:sub>
                      </m:sSub>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𝑛</m:t>
                          </m:r>
                        </m:sub>
                      </m:sSub>
                      <m:r>
                        <a:rPr lang="en-US" sz="2200" b="0" i="0">
                          <a:solidFill>
                            <a:srgbClr val="BF6019"/>
                          </a:solidFill>
                          <a:latin typeface="Cambria Math"/>
                          <a:cs typeface="Cambria Math"/>
                        </a:rPr>
                        <m:t>+</m:t>
                      </m:r>
                      <m:r>
                        <a:rPr lang="en-US" sz="2200" b="0" i="1">
                          <a:solidFill>
                            <a:srgbClr val="BF6019"/>
                          </a:solidFill>
                          <a:latin typeface="Cambria Math"/>
                          <a:cs typeface="Cambria Math"/>
                        </a:rPr>
                        <m:t>ℎ</m:t>
                      </m:r>
                      <m:r>
                        <a:rPr lang="en-US" sz="2200" b="0" i="1">
                          <a:solidFill>
                            <a:srgbClr val="BF6019"/>
                          </a:solidFill>
                          <a:latin typeface="Cambria Math"/>
                          <a:cs typeface="Cambria Math"/>
                        </a:rPr>
                        <m:t> </m:t>
                      </m:r>
                      <m:r>
                        <a:rPr lang="en-US" sz="2200" b="0" i="1">
                          <a:solidFill>
                            <a:srgbClr val="BF6019"/>
                          </a:solidFill>
                          <a:latin typeface="Cambria Math"/>
                          <a:cs typeface="Cambria Math"/>
                        </a:rPr>
                        <m:t>𝑓</m:t>
                      </m:r>
                      <m:d>
                        <m:dPr>
                          <m:ctrlPr>
                            <a:rPr lang="en-US" sz="2200" b="0" i="1">
                              <a:solidFill>
                                <a:srgbClr val="BF6019"/>
                              </a:solidFill>
                              <a:latin typeface="Cambria Math"/>
                              <a:cs typeface="Cambria Math"/>
                            </a:rPr>
                          </m:ctrlPr>
                        </m:dPr>
                        <m:e>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𝑡</m:t>
                              </m:r>
                            </m:e>
                            <m:sub>
                              <m:r>
                                <a:rPr lang="en-US" sz="2200" b="0" i="1">
                                  <a:solidFill>
                                    <a:srgbClr val="BF6019"/>
                                  </a:solidFill>
                                  <a:latin typeface="Cambria Math"/>
                                  <a:cs typeface="Cambria Math"/>
                                </a:rPr>
                                <m:t>𝑛</m:t>
                              </m:r>
                            </m:sub>
                          </m:sSub>
                          <m:r>
                            <a:rPr lang="en-US" sz="2200" b="0" i="0">
                              <a:solidFill>
                                <a:srgbClr val="BF6019"/>
                              </a:solidFill>
                              <a:latin typeface="Cambria Math"/>
                              <a:cs typeface="Cambria Math"/>
                            </a:rPr>
                            <m:t>,</m:t>
                          </m:r>
                          <m:sSub>
                            <m:sSubPr>
                              <m:ctrlPr>
                                <a:rPr lang="en-US" sz="2200" b="0" i="1">
                                  <a:solidFill>
                                    <a:srgbClr val="BF6019"/>
                                  </a:solidFill>
                                  <a:latin typeface="Cambria Math"/>
                                  <a:cs typeface="Cambria Math"/>
                                </a:rPr>
                              </m:ctrlPr>
                            </m:sSubPr>
                            <m:e>
                              <m:r>
                                <a:rPr lang="en-US" sz="2200" b="0" i="1">
                                  <a:solidFill>
                                    <a:srgbClr val="BF6019"/>
                                  </a:solidFill>
                                  <a:latin typeface="Cambria Math"/>
                                  <a:cs typeface="Cambria Math"/>
                                </a:rPr>
                                <m:t>𝑦</m:t>
                              </m:r>
                            </m:e>
                            <m:sub>
                              <m:r>
                                <a:rPr lang="en-US" sz="2200" b="0" i="1">
                                  <a:solidFill>
                                    <a:srgbClr val="BF6019"/>
                                  </a:solidFill>
                                  <a:latin typeface="Cambria Math"/>
                                  <a:cs typeface="Cambria Math"/>
                                </a:rPr>
                                <m:t>𝑛</m:t>
                              </m:r>
                            </m:sub>
                          </m:sSub>
                        </m:e>
                      </m:d>
                    </m:oMath>
                  </m:oMathPara>
                </a14:m>
                <a:endParaRPr lang="en-US" sz="2200"/>
              </a:p>
            </p:txBody>
          </p:sp>
        </mc:Choice>
        <mc:Fallback xmlns="">
          <p:pic>
            <p:nvPicPr>
              <p:cNvPr id="102" name="Equation 102" descr="y_{n+1}=y_n+h\,f(t_n,y_n)"/>
              <p:cNvPicPr>
                <a:picLocks noChangeAspect="1"/>
              </p:cNvPicPr>
              <p:nvPr/>
            </p:nvPicPr>
            <p:blipFill>
              <a:blip r:embed="rId4"/>
              <a:stretch>
                <a:fillRect/>
              </a:stretch>
            </p:blipFill>
            <p:spPr>
              <a:xfrm>
                <a:off x="2112721" y="2057400"/>
                <a:ext cx="2906878" cy="362102"/>
              </a:xfrm>
              <a:prstGeom prst="rect">
                <a:avLst/>
              </a:prstGeom>
            </p:spPr>
          </p:pic>
        </mc:Fallback>
      </mc:AlternateContent>
      <p:sp>
        <p:nvSpPr>
          <p:cNvPr id="103" name="Text"/>
          <p:cNvSpPr txBox="1"/>
          <p:nvPr/>
        </p:nvSpPr>
        <p:spPr>
          <a:xfrm>
            <a:off x="548640" y="2651760"/>
            <a:ext cx="6035040" cy="777240"/>
          </a:xfrm>
          <a:prstGeom prst="rect">
            <a:avLst/>
          </a:prstGeom>
          <a:noFill/>
          <a:ln>
            <a:noFill/>
          </a:ln>
        </p:spPr>
        <p:txBody>
          <a:bodyPr wrap="square" lIns="73152" tIns="73152" rIns="73152" bIns="73152" rtlCol="0" anchor="t">
            <a:normAutofit/>
          </a:bodyPr>
          <a:lstStyle/>
          <a:p>
            <a:pPr algn="l">
              <a:spcAft>
                <a:spcPts val="600"/>
              </a:spcAft>
              <a:buNone/>
            </a:pPr>
            <a:r>
              <a:rPr lang="en-US" sz="1700" b="0" i="0" dirty="0">
                <a:solidFill>
                  <a:srgbClr val="002060"/>
                </a:solidFill>
                <a:latin typeface="LM Roman 10"/>
                <a:cs typeface="LM Roman 10"/>
              </a:rPr>
              <a:t>Error O(h²) per step × (b − a)/h steps  ⇒  global error O(h): a first-order method.</a:t>
            </a:r>
            <a:endParaRPr lang="en-US" sz="1700"/>
          </a:p>
        </p:txBody>
      </p:sp>
      <p:graphicFrame>
        <p:nvGraphicFramePr>
          <p:cNvPr id="104" name="Table"/>
          <p:cNvGraphicFramePr>
            <a:graphicFrameLocks noGrp="1"/>
          </p:cNvGraphicFramePr>
          <p:nvPr/>
        </p:nvGraphicFramePr>
        <p:xfrm>
          <a:off x="685800" y="3474720"/>
          <a:ext cx="5760720" cy="182880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65760">
                <a:tc>
                  <a:txBody>
                    <a:bodyPr/>
                    <a:lstStyle/>
                    <a:p>
                      <a:pPr algn="l">
                        <a:spcAft>
                          <a:spcPts val="0"/>
                        </a:spcAft>
                        <a:buNone/>
                      </a:pPr>
                      <a:r>
                        <a:rPr lang="en-US" sz="1500" b="1" i="0" dirty="0">
                          <a:solidFill>
                            <a:srgbClr val="FFFFFF"/>
                          </a:solidFill>
                          <a:latin typeface="LM Roman 10"/>
                          <a:cs typeface="LM Roman 10"/>
                        </a:rPr>
                        <a:t>h</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Euler y(2)</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error</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500" b="1" i="0" dirty="0">
                          <a:solidFill>
                            <a:srgbClr val="FFFFFF"/>
                          </a:solidFill>
                          <a:latin typeface="LM Roman 10"/>
                          <a:cs typeface="LM Roman 10"/>
                        </a:rPr>
                        <a:t>ratio</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extLst>
                  <a:ext uri="{0D108BD9-81ED-4DB2-BD59-A6C34878D82A}">
                    <a16:rowId xmlns:a16="http://schemas.microsoft.com/office/drawing/2014/main" val="10000"/>
                  </a:ext>
                </a:extLst>
              </a:tr>
              <a:tr h="365760">
                <a:tc>
                  <a:txBody>
                    <a:bodyPr/>
                    <a:lstStyle/>
                    <a:p>
                      <a:pPr algn="l">
                        <a:spcAft>
                          <a:spcPts val="0"/>
                        </a:spcAft>
                        <a:buNone/>
                      </a:pPr>
                      <a:r>
                        <a:rPr lang="en-US" sz="1500" b="0" i="0" dirty="0">
                          <a:solidFill>
                            <a:srgbClr val="002060"/>
                          </a:solidFill>
                          <a:latin typeface="LM Roman 10"/>
                          <a:cs typeface="LM Roman 10"/>
                        </a:rPr>
                        <a:t>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1.92593</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1.0741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1"/>
                  </a:ext>
                </a:extLst>
              </a:tr>
              <a:tr h="365760">
                <a:tc>
                  <a:txBody>
                    <a:bodyPr/>
                    <a:lstStyle/>
                    <a:p>
                      <a:pPr algn="l">
                        <a:spcAft>
                          <a:spcPts val="0"/>
                        </a:spcAft>
                        <a:buNone/>
                      </a:pPr>
                      <a:r>
                        <a:rPr lang="en-US" sz="1500" b="0" i="0" dirty="0">
                          <a:solidFill>
                            <a:srgbClr val="002060"/>
                          </a:solidFill>
                          <a:latin typeface="LM Roman 10"/>
                          <a:cs typeface="LM Roman 10"/>
                        </a:rPr>
                        <a:t>0.5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2.20861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0.7914</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0.74</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2"/>
                  </a:ext>
                </a:extLst>
              </a:tr>
              <a:tr h="365760">
                <a:tc>
                  <a:txBody>
                    <a:bodyPr/>
                    <a:lstStyle/>
                    <a:p>
                      <a:pPr algn="l">
                        <a:spcAft>
                          <a:spcPts val="0"/>
                        </a:spcAft>
                        <a:buNone/>
                      </a:pPr>
                      <a:r>
                        <a:rPr lang="en-US" sz="1500" b="0" i="0" dirty="0">
                          <a:solidFill>
                            <a:srgbClr val="002060"/>
                          </a:solidFill>
                          <a:latin typeface="LM Roman 10"/>
                          <a:cs typeface="LM Roman 10"/>
                        </a:rPr>
                        <a:t>0.25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2.47249</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0.5275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500" b="0" i="0" dirty="0">
                          <a:solidFill>
                            <a:srgbClr val="002060"/>
                          </a:solidFill>
                          <a:latin typeface="LM Roman 10"/>
                          <a:cs typeface="LM Roman 10"/>
                        </a:rPr>
                        <a:t>0.67</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3"/>
                  </a:ext>
                </a:extLst>
              </a:tr>
              <a:tr h="365760">
                <a:tc>
                  <a:txBody>
                    <a:bodyPr/>
                    <a:lstStyle/>
                    <a:p>
                      <a:pPr algn="l">
                        <a:spcAft>
                          <a:spcPts val="0"/>
                        </a:spcAft>
                        <a:buNone/>
                      </a:pPr>
                      <a:r>
                        <a:rPr lang="en-US" sz="1500" b="0" i="0" dirty="0">
                          <a:solidFill>
                            <a:srgbClr val="002060"/>
                          </a:solidFill>
                          <a:latin typeface="LM Roman 10"/>
                          <a:cs typeface="LM Roman 10"/>
                        </a:rPr>
                        <a:t>0.125</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2.68034</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0.3197</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500" b="0" i="0" dirty="0">
                          <a:solidFill>
                            <a:srgbClr val="002060"/>
                          </a:solidFill>
                          <a:latin typeface="LM Roman 10"/>
                          <a:cs typeface="LM Roman 10"/>
                        </a:rPr>
                        <a:t>0.61</a:t>
                      </a:r>
                      <a:endParaRPr lang="en-US" sz="15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4"/>
                  </a:ext>
                </a:extLst>
              </a:tr>
            </a:tbl>
          </a:graphicData>
        </a:graphic>
      </p:graphicFrame>
      <p:sp>
        <p:nvSpPr>
          <p:cNvPr id="105" name="Text"/>
          <p:cNvSpPr txBox="1"/>
          <p:nvPr/>
        </p:nvSpPr>
        <p:spPr>
          <a:xfrm>
            <a:off x="548640" y="5349240"/>
            <a:ext cx="6035040" cy="731520"/>
          </a:xfrm>
          <a:prstGeom prst="rect">
            <a:avLst/>
          </a:prstGeom>
          <a:noFill/>
          <a:ln>
            <a:noFill/>
          </a:ln>
        </p:spPr>
        <p:txBody>
          <a:bodyPr wrap="square" lIns="73152" tIns="73152" rIns="73152" bIns="73152" rtlCol="0" anchor="t">
            <a:normAutofit/>
          </a:bodyPr>
          <a:lstStyle/>
          <a:p>
            <a:pPr algn="l">
              <a:spcAft>
                <a:spcPts val="600"/>
              </a:spcAft>
              <a:buNone/>
            </a:pPr>
            <a:r>
              <a:rPr lang="en-US" sz="1400" b="0" i="1" dirty="0">
                <a:solidFill>
                  <a:srgbClr val="5D6675"/>
                </a:solidFill>
                <a:latin typeface="LM Roman 10"/>
                <a:cs typeface="LM Roman 10"/>
              </a:rPr>
              <a:t>y′ = y²/3, y(0) = 1, exact y(2) = 3 (Lebl, Table 1.7.1). Better: Heun (order 2), Runge–Kutta (order 4).</a:t>
            </a:r>
            <a:endParaRPr lang="en-US" sz="1400"/>
          </a:p>
        </p:txBody>
      </p:sp>
      <p:pic>
        <p:nvPicPr>
          <p:cNvPr id="106" name="Figure euler" descr="Euler polygons for three step sizes and the exact solution"/>
          <p:cNvPicPr>
            <a:picLocks noChangeAspect="1"/>
          </p:cNvPicPr>
          <p:nvPr/>
        </p:nvPicPr>
        <p:blipFill>
          <a:blip r:embed="rId5"/>
          <a:stretch>
            <a:fillRect/>
          </a:stretch>
        </p:blipFill>
        <p:spPr>
          <a:xfrm>
            <a:off x="6766560" y="1814436"/>
            <a:ext cx="4937760" cy="3686328"/>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Second order: the Wronskian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11</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01" name="Equation 101"/>
              <p:cNvSpPr txBox="1"/>
              <p:nvPr/>
            </p:nvSpPr>
            <p:spPr>
              <a:xfrm>
                <a:off x="493776" y="1225296"/>
                <a:ext cx="3046781" cy="488594"/>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𝑝</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e>
                      </m:d>
                      <m:r>
                        <a:rPr lang="en-US" sz="2200" b="0" i="1">
                          <a:solidFill>
                            <a:srgbClr val="BF6019"/>
                          </a:solidFill>
                          <a:latin typeface="Cambria Math"/>
                          <a:cs typeface="Cambria Math"/>
                        </a:rPr>
                        <m:t> </m:t>
                      </m:r>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𝑞</m:t>
                      </m:r>
                      <m:d>
                        <m:dPr>
                          <m:ctrlPr>
                            <a:rPr lang="en-US" sz="2200" b="0" i="1">
                              <a:solidFill>
                                <a:srgbClr val="BF6019"/>
                              </a:solidFill>
                              <a:latin typeface="Cambria Math"/>
                              <a:cs typeface="Cambria Math"/>
                            </a:rPr>
                          </m:ctrlPr>
                        </m:dPr>
                        <m:e>
                          <m:r>
                            <a:rPr lang="en-US" sz="2200" b="0" i="1">
                              <a:solidFill>
                                <a:srgbClr val="BF6019"/>
                              </a:solidFill>
                              <a:latin typeface="Cambria Math"/>
                              <a:cs typeface="Cambria Math"/>
                            </a:rPr>
                            <m:t>𝑡</m:t>
                          </m:r>
                        </m:e>
                      </m:d>
                      <m:r>
                        <a:rPr lang="en-US" sz="2200" b="0" i="1">
                          <a:solidFill>
                            <a:srgbClr val="BF6019"/>
                          </a:solidFill>
                          <a:latin typeface="Cambria Math"/>
                          <a:cs typeface="Cambria Math"/>
                        </a:rPr>
                        <m:t> </m:t>
                      </m:r>
                      <m:r>
                        <a:rPr lang="en-US" sz="2200" b="0" i="1">
                          <a:solidFill>
                            <a:srgbClr val="BF6019"/>
                          </a:solidFill>
                          <a:latin typeface="Cambria Math"/>
                          <a:cs typeface="Cambria Math"/>
                        </a:rPr>
                        <m:t>𝑦</m:t>
                      </m:r>
                      <m:r>
                        <a:rPr lang="en-US" sz="2200" b="0" i="0">
                          <a:solidFill>
                            <a:srgbClr val="BF6019"/>
                          </a:solidFill>
                          <a:latin typeface="Cambria Math"/>
                          <a:cs typeface="Cambria Math"/>
                        </a:rPr>
                        <m:t>=</m:t>
                      </m:r>
                      <m:r>
                        <a:rPr lang="en-US" sz="2200" b="0" i="1">
                          <a:solidFill>
                            <a:srgbClr val="BF6019"/>
                          </a:solidFill>
                          <a:latin typeface="Cambria Math"/>
                          <a:cs typeface="Cambria Math"/>
                        </a:rPr>
                        <m:t>0</m:t>
                      </m:r>
                    </m:oMath>
                  </m:oMathPara>
                </a14:m>
                <a:endParaRPr lang="en-US" sz="2200"/>
              </a:p>
            </p:txBody>
          </p:sp>
        </mc:Choice>
        <mc:Fallback xmlns="">
          <p:pic>
            <p:nvPicPr>
              <p:cNvPr id="101" name="Equation 101" descr="y''+p(t)\,y'+q(t)\,y=0"/>
              <p:cNvPicPr>
                <a:picLocks noChangeAspect="1"/>
              </p:cNvPicPr>
              <p:nvPr/>
            </p:nvPicPr>
            <p:blipFill>
              <a:blip r:embed="rId4"/>
              <a:stretch>
                <a:fillRect/>
              </a:stretch>
            </p:blipFill>
            <p:spPr>
              <a:xfrm>
                <a:off x="548640" y="1280160"/>
                <a:ext cx="2937053" cy="378866"/>
              </a:xfrm>
              <a:prstGeom prst="rect">
                <a:avLst/>
              </a:prstGeom>
            </p:spPr>
          </p:pic>
        </mc:Fallback>
      </mc:AlternateContent>
      <p:sp>
        <p:nvSpPr>
          <p:cNvPr id="102" name="Text"/>
          <p:cNvSpPr txBox="1"/>
          <p:nvPr/>
        </p:nvSpPr>
        <p:spPr>
          <a:xfrm>
            <a:off x="548640" y="1828800"/>
            <a:ext cx="6126480" cy="914400"/>
          </a:xfrm>
          <a:prstGeom prst="rect">
            <a:avLst/>
          </a:prstGeom>
          <a:noFill/>
          <a:ln>
            <a:noFill/>
          </a:ln>
        </p:spPr>
        <p:txBody>
          <a:bodyPr wrap="square" lIns="73152" tIns="73152" rIns="73152" bIns="73152" rtlCol="0" anchor="t">
            <a:normAutofit/>
          </a:bodyPr>
          <a:lstStyle/>
          <a:p>
            <a:pPr algn="l">
              <a:spcAft>
                <a:spcPts val="600"/>
              </a:spcAft>
              <a:buNone/>
            </a:pPr>
            <a:r>
              <a:rPr lang="en-US" sz="1700" b="1" i="0" dirty="0">
                <a:solidFill>
                  <a:srgbClr val="002060"/>
                </a:solidFill>
                <a:latin typeface="LM Roman 10"/>
                <a:cs typeface="LM Roman 10"/>
              </a:rPr>
              <a:t>Superposition: </a:t>
            </a:r>
            <a:r>
              <a:rPr lang="en-US" sz="1700" b="0" i="0" dirty="0">
                <a:solidFill>
                  <a:srgbClr val="002060"/>
                </a:solidFill>
                <a:latin typeface="LM Roman 10"/>
                <a:cs typeface="LM Roman 10"/>
              </a:rPr>
              <a:t>if y</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y</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are solutions, so is C</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y</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 C</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y</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Are these all the solutions?</a:t>
            </a:r>
            <a:endParaRPr lang="en-US" sz="1700"/>
          </a:p>
        </p:txBody>
      </p:sp>
      <p:sp>
        <p:nvSpPr>
          <p:cNvPr id="103" name="Text"/>
          <p:cNvSpPr txBox="1"/>
          <p:nvPr/>
        </p:nvSpPr>
        <p:spPr>
          <a:xfrm>
            <a:off x="548640" y="2697480"/>
            <a:ext cx="6126480" cy="457200"/>
          </a:xfrm>
          <a:prstGeom prst="rect">
            <a:avLst/>
          </a:prstGeom>
          <a:noFill/>
          <a:ln>
            <a:noFill/>
          </a:ln>
        </p:spPr>
        <p:txBody>
          <a:bodyPr wrap="square" lIns="73152" tIns="73152" rIns="73152" bIns="73152" rtlCol="0" anchor="t">
            <a:normAutofit/>
          </a:bodyPr>
          <a:lstStyle/>
          <a:p>
            <a:pPr algn="l">
              <a:spcAft>
                <a:spcPts val="600"/>
              </a:spcAft>
              <a:buNone/>
            </a:pPr>
            <a:r>
              <a:rPr lang="en-US" sz="1700" b="0" i="0" dirty="0">
                <a:solidFill>
                  <a:srgbClr val="002060"/>
                </a:solidFill>
                <a:latin typeface="LM Roman 10"/>
                <a:cs typeface="LM Roman 10"/>
              </a:rPr>
              <a:t>Impose y(t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 b</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y′(t</a:t>
            </a:r>
            <a:r>
              <a:rPr lang="en-US" sz="1700" b="0" i="0" baseline="-25000" dirty="0">
                <a:solidFill>
                  <a:srgbClr val="002060"/>
                </a:solidFill>
                <a:latin typeface="LM Roman 10"/>
                <a:cs typeface="LM Roman 10"/>
              </a:rPr>
              <a:t>0</a:t>
            </a:r>
            <a:r>
              <a:rPr lang="en-US" sz="1700" b="0" i="0" dirty="0">
                <a:solidFill>
                  <a:srgbClr val="002060"/>
                </a:solidFill>
                <a:latin typeface="LM Roman 10"/>
                <a:cs typeface="LM Roman 10"/>
              </a:rPr>
              <a:t>) = b</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a:t>
            </a:r>
            <a:endParaRPr lang="en-US" sz="1700"/>
          </a:p>
        </p:txBody>
      </p:sp>
      <mc:AlternateContent xmlns:mc="http://schemas.openxmlformats.org/markup-compatibility/2006" xmlns:a14="http://schemas.microsoft.com/office/drawing/2010/main">
        <mc:Choice Requires="a14">
          <p:sp>
            <p:nvSpPr>
              <p:cNvPr id="104" name="Equation 104"/>
              <p:cNvSpPr txBox="1"/>
              <p:nvPr/>
            </p:nvSpPr>
            <p:spPr>
              <a:xfrm>
                <a:off x="768096" y="3099816"/>
                <a:ext cx="2647188" cy="72694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d>
                        <m:dPr>
                          <m:ctrlPr>
                            <a:rPr lang="en-US" sz="1800" b="0">
                              <a:solidFill>
                                <a:srgbClr val="002060"/>
                              </a:solidFill>
                              <a:latin typeface="Cambria Math"/>
                              <a:cs typeface="Cambria Math"/>
                            </a:rPr>
                          </m:ctrlPr>
                        </m:dPr>
                        <m:e>
                          <m:m>
                            <m:mPr>
                              <m:plcHide m:val="on"/>
                              <m:mcs>
                                <m:mc>
                                  <m:mcPr>
                                    <m:count m:val="2"/>
                                    <m:mcJc m:val="center"/>
                                  </m:mcPr>
                                </m:mc>
                              </m:mcs>
                              <m:ctrlPr>
                                <a:rPr lang="en-US" sz="1800" b="0">
                                  <a:solidFill>
                                    <a:srgbClr val="002060"/>
                                  </a:solidFill>
                                  <a:latin typeface="Cambria Math"/>
                                  <a:cs typeface="Cambria Math"/>
                                </a:rPr>
                              </m:ctrlPr>
                            </m:mP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1</m:t>
                                    </m:r>
                                  </m:sub>
                                </m:sSub>
                              </m:e>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2</m:t>
                                    </m:r>
                                  </m:sub>
                                </m:sSub>
                              </m:e>
                            </m:m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1</m:t>
                                    </m:r>
                                  </m:sub>
                                </m:sSub>
                                <m:r>
                                  <a:rPr lang="en-US" sz="1800" b="0" i="0">
                                    <a:solidFill>
                                      <a:srgbClr val="002060"/>
                                    </a:solidFill>
                                    <a:latin typeface="Cambria Math"/>
                                    <a:cs typeface="Cambria Math"/>
                                  </a:rPr>
                                  <m:t>′</m:t>
                                </m:r>
                              </m:e>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𝑦</m:t>
                                    </m:r>
                                  </m:e>
                                  <m:sub>
                                    <m:r>
                                      <a:rPr lang="en-US" sz="1800" b="0" i="1">
                                        <a:solidFill>
                                          <a:srgbClr val="002060"/>
                                        </a:solidFill>
                                        <a:latin typeface="Cambria Math"/>
                                        <a:cs typeface="Cambria Math"/>
                                      </a:rPr>
                                      <m:t>2</m:t>
                                    </m:r>
                                  </m:sub>
                                </m:sSub>
                                <m:r>
                                  <a:rPr lang="en-US" sz="1800" b="0" i="0">
                                    <a:solidFill>
                                      <a:srgbClr val="002060"/>
                                    </a:solidFill>
                                    <a:latin typeface="Cambria Math"/>
                                    <a:cs typeface="Cambria Math"/>
                                  </a:rPr>
                                  <m:t>′</m:t>
                                </m:r>
                              </m:e>
                            </m:mr>
                          </m:m>
                        </m:e>
                      </m:d>
                      <m:d>
                        <m:dPr>
                          <m:ctrlPr>
                            <a:rPr lang="en-US" sz="1800" b="0" i="1">
                              <a:solidFill>
                                <a:srgbClr val="002060"/>
                              </a:solidFill>
                              <a:latin typeface="Cambria Math"/>
                              <a:cs typeface="Cambria Math"/>
                            </a:rPr>
                          </m:ctrlPr>
                        </m:dPr>
                        <m:e>
                          <m:m>
                            <m:mPr>
                              <m:plcHide m:val="on"/>
                              <m:mcs>
                                <m:mc>
                                  <m:mcPr>
                                    <m:count m:val="1"/>
                                    <m:mcJc m:val="center"/>
                                  </m:mcPr>
                                </m:mc>
                              </m:mcs>
                              <m:ctrlPr>
                                <a:rPr lang="en-US" sz="1800" b="0" i="1">
                                  <a:solidFill>
                                    <a:srgbClr val="002060"/>
                                  </a:solidFill>
                                  <a:latin typeface="Cambria Math"/>
                                  <a:cs typeface="Cambria Math"/>
                                </a:rPr>
                              </m:ctrlPr>
                            </m:mP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𝐶</m:t>
                                    </m:r>
                                  </m:e>
                                  <m:sub>
                                    <m:r>
                                      <a:rPr lang="en-US" sz="1800" b="0" i="1">
                                        <a:solidFill>
                                          <a:srgbClr val="002060"/>
                                        </a:solidFill>
                                        <a:latin typeface="Cambria Math"/>
                                        <a:cs typeface="Cambria Math"/>
                                      </a:rPr>
                                      <m:t>1</m:t>
                                    </m:r>
                                  </m:sub>
                                </m:sSub>
                              </m:e>
                            </m:m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𝐶</m:t>
                                    </m:r>
                                  </m:e>
                                  <m:sub>
                                    <m:r>
                                      <a:rPr lang="en-US" sz="1800" b="0" i="1">
                                        <a:solidFill>
                                          <a:srgbClr val="002060"/>
                                        </a:solidFill>
                                        <a:latin typeface="Cambria Math"/>
                                        <a:cs typeface="Cambria Math"/>
                                      </a:rPr>
                                      <m:t>2</m:t>
                                    </m:r>
                                  </m:sub>
                                </m:sSub>
                              </m:e>
                            </m:mr>
                          </m:m>
                        </m:e>
                      </m:d>
                      <m:r>
                        <a:rPr lang="en-US" sz="1800" b="0" i="0">
                          <a:solidFill>
                            <a:srgbClr val="002060"/>
                          </a:solidFill>
                          <a:latin typeface="Cambria Math"/>
                          <a:cs typeface="Cambria Math"/>
                        </a:rPr>
                        <m:t>=</m:t>
                      </m:r>
                      <m:d>
                        <m:dPr>
                          <m:ctrlPr>
                            <a:rPr lang="en-US" sz="1800" b="0" i="1">
                              <a:solidFill>
                                <a:srgbClr val="002060"/>
                              </a:solidFill>
                              <a:latin typeface="Cambria Math"/>
                              <a:cs typeface="Cambria Math"/>
                            </a:rPr>
                          </m:ctrlPr>
                        </m:dPr>
                        <m:e>
                          <m:m>
                            <m:mPr>
                              <m:plcHide m:val="on"/>
                              <m:mcs>
                                <m:mc>
                                  <m:mcPr>
                                    <m:count m:val="1"/>
                                    <m:mcJc m:val="center"/>
                                  </m:mcPr>
                                </m:mc>
                              </m:mcs>
                              <m:ctrlPr>
                                <a:rPr lang="en-US" sz="1800" b="0" i="1">
                                  <a:solidFill>
                                    <a:srgbClr val="002060"/>
                                  </a:solidFill>
                                  <a:latin typeface="Cambria Math"/>
                                  <a:cs typeface="Cambria Math"/>
                                </a:rPr>
                              </m:ctrlPr>
                            </m:mP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𝑏</m:t>
                                    </m:r>
                                  </m:e>
                                  <m:sub>
                                    <m:r>
                                      <a:rPr lang="en-US" sz="1800" b="0" i="1">
                                        <a:solidFill>
                                          <a:srgbClr val="002060"/>
                                        </a:solidFill>
                                        <a:latin typeface="Cambria Math"/>
                                        <a:cs typeface="Cambria Math"/>
                                      </a:rPr>
                                      <m:t>0</m:t>
                                    </m:r>
                                  </m:sub>
                                </m:sSub>
                              </m:e>
                            </m:mr>
                            <m:mr>
                              <m:e>
                                <m:sSub>
                                  <m:sSubPr>
                                    <m:ctrlPr>
                                      <a:rPr lang="en-US" sz="1800" b="0" i="1">
                                        <a:solidFill>
                                          <a:srgbClr val="002060"/>
                                        </a:solidFill>
                                        <a:latin typeface="Cambria Math"/>
                                        <a:cs typeface="Cambria Math"/>
                                      </a:rPr>
                                    </m:ctrlPr>
                                  </m:sSubPr>
                                  <m:e>
                                    <m:r>
                                      <a:rPr lang="en-US" sz="1800" b="0" i="1">
                                        <a:solidFill>
                                          <a:srgbClr val="002060"/>
                                        </a:solidFill>
                                        <a:latin typeface="Cambria Math"/>
                                        <a:cs typeface="Cambria Math"/>
                                      </a:rPr>
                                      <m:t>𝑏</m:t>
                                    </m:r>
                                  </m:e>
                                  <m:sub>
                                    <m:r>
                                      <a:rPr lang="en-US" sz="1800" b="0" i="1">
                                        <a:solidFill>
                                          <a:srgbClr val="002060"/>
                                        </a:solidFill>
                                        <a:latin typeface="Cambria Math"/>
                                        <a:cs typeface="Cambria Math"/>
                                      </a:rPr>
                                      <m:t>1</m:t>
                                    </m:r>
                                  </m:sub>
                                </m:sSub>
                              </m:e>
                            </m:mr>
                          </m:m>
                        </m:e>
                      </m:d>
                    </m:oMath>
                  </m:oMathPara>
                </a14:m>
                <a:endParaRPr lang="en-US" sz="1800"/>
              </a:p>
            </p:txBody>
          </p:sp>
        </mc:Choice>
        <mc:Fallback xmlns="">
          <p:pic>
            <p:nvPicPr>
              <p:cNvPr id="104" name="Equation 104" descr="\begin{pmatrix}y_1&amp;y_2\\ y_1'&amp;y_2'\end{pmatrix}\begin{pmatrix}C_1\\ C_2\end{pmatrix}=\begin{pmatrix}b_0\\ b_1\end{pmatrix}"/>
              <p:cNvPicPr>
                <a:picLocks noChangeAspect="1"/>
              </p:cNvPicPr>
              <p:nvPr/>
            </p:nvPicPr>
            <p:blipFill>
              <a:blip r:embed="rId5"/>
              <a:stretch>
                <a:fillRect/>
              </a:stretch>
            </p:blipFill>
            <p:spPr>
              <a:xfrm>
                <a:off x="822960" y="3154680"/>
                <a:ext cx="2537460" cy="617220"/>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6894576" y="1271016"/>
                <a:ext cx="3889248" cy="79552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BF6019"/>
                          </a:solidFill>
                          <a:latin typeface="Cambria Math"/>
                          <a:cs typeface="Cambria Math"/>
                        </a:rPr>
                        <m:t>𝑊</m:t>
                      </m:r>
                      <m:r>
                        <a:rPr lang="en-US" sz="2000" b="0" i="0">
                          <a:solidFill>
                            <a:srgbClr val="BF6019"/>
                          </a:solidFill>
                          <a:latin typeface="Cambria Math"/>
                          <a:cs typeface="Cambria Math"/>
                        </a:rPr>
                        <m:t>=</m:t>
                      </m:r>
                      <m:r>
                        <m:rPr>
                          <m:sty m:val="p"/>
                        </m:rPr>
                        <a:rPr lang="en-US" sz="2000" b="0" i="0">
                          <a:solidFill>
                            <a:srgbClr val="BF6019"/>
                          </a:solidFill>
                          <a:latin typeface="Cambria Math"/>
                          <a:cs typeface="Cambria Math"/>
                        </a:rPr>
                        <m:t>det</m:t>
                      </m:r>
                      <m:d>
                        <m:dPr>
                          <m:ctrlPr>
                            <a:rPr lang="en-US" sz="2000" b="0" i="1">
                              <a:solidFill>
                                <a:srgbClr val="BF6019"/>
                              </a:solidFill>
                              <a:latin typeface="Cambria Math"/>
                              <a:cs typeface="Cambria Math"/>
                            </a:rPr>
                          </m:ctrlPr>
                        </m:dPr>
                        <m:e>
                          <m:m>
                            <m:mPr>
                              <m:plcHide m:val="on"/>
                              <m:mcs>
                                <m:mc>
                                  <m:mcPr>
                                    <m:count m:val="2"/>
                                    <m:mcJc m:val="center"/>
                                  </m:mcPr>
                                </m:mc>
                              </m:mcs>
                              <m:ctrlPr>
                                <a:rPr lang="en-US" sz="2000" b="0" i="1">
                                  <a:solidFill>
                                    <a:srgbClr val="BF6019"/>
                                  </a:solidFill>
                                  <a:latin typeface="Cambria Math"/>
                                  <a:cs typeface="Cambria Math"/>
                                </a:rPr>
                              </m:ctrlPr>
                            </m:mPr>
                            <m:mr>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e>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e>
                            </m:mr>
                            <m:mr>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r>
                                  <a:rPr lang="en-US" sz="2000" b="0" i="0">
                                    <a:solidFill>
                                      <a:srgbClr val="BF6019"/>
                                    </a:solidFill>
                                    <a:latin typeface="Cambria Math"/>
                                    <a:cs typeface="Cambria Math"/>
                                  </a:rPr>
                                  <m:t>′</m:t>
                                </m:r>
                              </m:e>
                              <m:e>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r>
                                  <a:rPr lang="en-US" sz="2000" b="0" i="0">
                                    <a:solidFill>
                                      <a:srgbClr val="BF6019"/>
                                    </a:solidFill>
                                    <a:latin typeface="Cambria Math"/>
                                    <a:cs typeface="Cambria Math"/>
                                  </a:rPr>
                                  <m:t>′</m:t>
                                </m:r>
                              </m:e>
                            </m:mr>
                          </m:m>
                        </m:e>
                      </m:d>
                      <m:r>
                        <a:rPr lang="en-US" sz="2000" b="0" i="0">
                          <a:solidFill>
                            <a:srgbClr val="BF6019"/>
                          </a:solidFill>
                          <a:latin typeface="Cambria Math"/>
                          <a:cs typeface="Cambria Math"/>
                        </a:rPr>
                        <m:t>=</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r>
                        <a:rPr lang="en-US" sz="2000" b="0" i="0">
                          <a:solidFill>
                            <a:srgbClr val="BF6019"/>
                          </a:solidFill>
                          <a:latin typeface="Cambria Math"/>
                          <a:cs typeface="Cambria Math"/>
                        </a:rPr>
                        <m:t>′−</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1</m:t>
                          </m:r>
                        </m:sub>
                      </m:sSub>
                      <m:r>
                        <a:rPr lang="en-US" sz="2000" b="0" i="0">
                          <a:solidFill>
                            <a:srgbClr val="BF6019"/>
                          </a:solidFill>
                          <a:latin typeface="Cambria Math"/>
                          <a:cs typeface="Cambria Math"/>
                        </a:rPr>
                        <m:t>′</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𝑦</m:t>
                          </m:r>
                        </m:e>
                        <m:sub>
                          <m:r>
                            <a:rPr lang="en-US" sz="2000" b="0" i="1">
                              <a:solidFill>
                                <a:srgbClr val="BF6019"/>
                              </a:solidFill>
                              <a:latin typeface="Cambria Math"/>
                              <a:cs typeface="Cambria Math"/>
                            </a:rPr>
                            <m:t>2</m:t>
                          </m:r>
                        </m:sub>
                      </m:sSub>
                    </m:oMath>
                  </m:oMathPara>
                </a14:m>
                <a:endParaRPr lang="en-US" sz="2000"/>
              </a:p>
            </p:txBody>
          </p:sp>
        </mc:Choice>
        <mc:Fallback xmlns="">
          <p:pic>
            <p:nvPicPr>
              <p:cNvPr id="105" name="Equation 105" descr="W=\det\begin{pmatrix}y_1&amp;y_2\\ y_1'&amp;y_2'\end{pmatrix}=y_1y_2'-y_1'y_2"/>
              <p:cNvPicPr>
                <a:picLocks noChangeAspect="1"/>
              </p:cNvPicPr>
              <p:nvPr/>
            </p:nvPicPr>
            <p:blipFill>
              <a:blip r:embed="rId6"/>
              <a:stretch>
                <a:fillRect/>
              </a:stretch>
            </p:blipFill>
            <p:spPr>
              <a:xfrm>
                <a:off x="6949440" y="1325880"/>
                <a:ext cx="3779520" cy="685800"/>
              </a:xfrm>
              <a:prstGeom prst="rect">
                <a:avLst/>
              </a:prstGeom>
            </p:spPr>
          </p:pic>
        </mc:Fallback>
      </mc:AlternateContent>
      <p:sp>
        <p:nvSpPr>
          <p:cNvPr id="106" name="Text"/>
          <p:cNvSpPr txBox="1"/>
          <p:nvPr/>
        </p:nvSpPr>
        <p:spPr>
          <a:xfrm>
            <a:off x="6949440" y="2194560"/>
            <a:ext cx="4754880" cy="210312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Algebra: </a:t>
            </a:r>
            <a:r>
              <a:rPr lang="en-US" sz="1600" b="0" i="0" dirty="0">
                <a:solidFill>
                  <a:srgbClr val="002060"/>
                </a:solidFill>
                <a:latin typeface="LM Roman 10"/>
                <a:cs typeface="LM Roman 10"/>
              </a:rPr>
              <a:t>W(t</a:t>
            </a:r>
            <a:r>
              <a:rPr lang="en-US" sz="1600" b="0" i="0" baseline="-25000" dirty="0">
                <a:solidFill>
                  <a:srgbClr val="002060"/>
                </a:solidFill>
                <a:latin typeface="LM Roman 10"/>
                <a:cs typeface="LM Roman 10"/>
              </a:rPr>
              <a:t>0</a:t>
            </a:r>
            <a:r>
              <a:rPr lang="en-US" sz="1600" b="0" i="0" dirty="0">
                <a:solidFill>
                  <a:srgbClr val="002060"/>
                </a:solidFill>
                <a:latin typeface="LM Roman 10"/>
                <a:cs typeface="LM Roman 10"/>
              </a:rPr>
              <a:t>) ≠ 0 ⇔ every initial condition can be met ⇔ y = C</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y</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 + C</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y</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 is the general solution.</a:t>
            </a:r>
            <a:endParaRPr lang="en-US" sz="1600"/>
          </a:p>
          <a:p>
            <a:pPr marL="274320" indent="-274320" algn="l">
              <a:spcAft>
                <a:spcPts val="600"/>
              </a:spcAft>
              <a:buClr>
                <a:srgbClr val="BF6019"/>
              </a:buClr>
              <a:buSzPct val="100000"/>
              <a:buFont typeface="Arial"/>
              <a:buChar char="•"/>
            </a:pPr>
            <a:r>
              <a:rPr lang="en-US" sz="1600" b="1" i="0" dirty="0">
                <a:solidFill>
                  <a:srgbClr val="002060"/>
                </a:solidFill>
                <a:latin typeface="LM Roman 10"/>
                <a:cs typeface="LM Roman 10"/>
              </a:rPr>
              <a:t>Geometry: </a:t>
            </a:r>
            <a:r>
              <a:rPr lang="en-US" sz="1600" b="0" i="0" dirty="0">
                <a:solidFill>
                  <a:srgbClr val="002060"/>
                </a:solidFill>
                <a:latin typeface="LM Roman 10"/>
                <a:cs typeface="LM Roman 10"/>
              </a:rPr>
              <a:t>W is the signed area spanned by the states (y</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 y</a:t>
            </a:r>
            <a:r>
              <a:rPr lang="en-US" sz="1600" b="0" i="0" baseline="-25000" dirty="0">
                <a:solidFill>
                  <a:srgbClr val="002060"/>
                </a:solidFill>
                <a:latin typeface="LM Roman 10"/>
                <a:cs typeface="LM Roman 10"/>
              </a:rPr>
              <a:t>1</a:t>
            </a:r>
            <a:r>
              <a:rPr lang="en-US" sz="1600" b="0" i="0" dirty="0">
                <a:solidFill>
                  <a:srgbClr val="002060"/>
                </a:solidFill>
                <a:latin typeface="LM Roman 10"/>
                <a:cs typeface="LM Roman 10"/>
              </a:rPr>
              <a:t>′) and (y</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 y</a:t>
            </a:r>
            <a:r>
              <a:rPr lang="en-US" sz="1600" b="0" i="0" baseline="-25000" dirty="0">
                <a:solidFill>
                  <a:srgbClr val="002060"/>
                </a:solidFill>
                <a:latin typeface="LM Roman 10"/>
                <a:cs typeface="LM Roman 10"/>
              </a:rPr>
              <a:t>2</a:t>
            </a:r>
            <a:r>
              <a:rPr lang="en-US" sz="1600" b="0" i="0" dirty="0">
                <a:solidFill>
                  <a:srgbClr val="002060"/>
                </a:solidFill>
                <a:latin typeface="LM Roman 10"/>
                <a:cs typeface="LM Roman 10"/>
              </a:rPr>
              <a:t>′) in the phase plane.</a:t>
            </a:r>
            <a:endParaRPr lang="en-US" sz="1600"/>
          </a:p>
        </p:txBody>
      </p:sp>
      <p:pic>
        <p:nvPicPr>
          <p:cNvPr id="107" name="Figure wronskian_area" descr="Phase-plane parallelograms whose area is the Wronskian"/>
          <p:cNvPicPr>
            <a:picLocks noChangeAspect="1"/>
          </p:cNvPicPr>
          <p:nvPr/>
        </p:nvPicPr>
        <p:blipFill>
          <a:blip r:embed="rId7"/>
          <a:stretch>
            <a:fillRect/>
          </a:stretch>
        </p:blipFill>
        <p:spPr>
          <a:xfrm>
            <a:off x="3430524" y="4251960"/>
            <a:ext cx="5300472" cy="1920240"/>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Abel’s theorem</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12</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
          <p:cNvSpPr txBox="1"/>
          <p:nvPr/>
        </p:nvSpPr>
        <p:spPr>
          <a:xfrm>
            <a:off x="548640" y="1234440"/>
            <a:ext cx="6035040" cy="1143000"/>
          </a:xfrm>
          <a:prstGeom prst="roundRect">
            <a:avLst>
              <a:gd name="adj" fmla="val 8000"/>
            </a:avLst>
          </a:prstGeom>
          <a:solidFill>
            <a:srgbClr val="EAF0F8"/>
          </a:solidFill>
          <a:ln>
            <a:noFill/>
          </a:ln>
        </p:spPr>
        <p:txBody>
          <a:bodyPr wrap="square" lIns="137160" tIns="137160" rIns="137160" bIns="137160" rtlCol="0" anchor="t">
            <a:normAutofit/>
          </a:bodyPr>
          <a:lstStyle/>
          <a:p>
            <a:pPr algn="l">
              <a:spcAft>
                <a:spcPts val="600"/>
              </a:spcAft>
              <a:buNone/>
            </a:pPr>
            <a:r>
              <a:rPr lang="en-US" sz="1700" b="1" i="0" dirty="0">
                <a:solidFill>
                  <a:srgbClr val="002060"/>
                </a:solidFill>
                <a:latin typeface="LM Roman 10"/>
                <a:cs typeface="LM Roman 10"/>
              </a:rPr>
              <a:t>Theorem (Abel). </a:t>
            </a:r>
            <a:r>
              <a:rPr lang="en-US" sz="1700" b="0" i="0" dirty="0">
                <a:solidFill>
                  <a:srgbClr val="002060"/>
                </a:solidFill>
                <a:latin typeface="LM Roman 10"/>
                <a:cs typeface="LM Roman 10"/>
              </a:rPr>
              <a:t>If y</a:t>
            </a:r>
            <a:r>
              <a:rPr lang="en-US" sz="1700" b="0" i="0" baseline="-25000" dirty="0">
                <a:solidFill>
                  <a:srgbClr val="002060"/>
                </a:solidFill>
                <a:latin typeface="LM Roman 10"/>
                <a:cs typeface="LM Roman 10"/>
              </a:rPr>
              <a:t>1</a:t>
            </a:r>
            <a:r>
              <a:rPr lang="en-US" sz="1700" b="0" i="0" dirty="0">
                <a:solidFill>
                  <a:srgbClr val="002060"/>
                </a:solidFill>
                <a:latin typeface="LM Roman 10"/>
                <a:cs typeface="LM Roman 10"/>
              </a:rPr>
              <a:t>, y</a:t>
            </a:r>
            <a:r>
              <a:rPr lang="en-US" sz="1700" b="0" i="0" baseline="-25000" dirty="0">
                <a:solidFill>
                  <a:srgbClr val="002060"/>
                </a:solidFill>
                <a:latin typeface="LM Roman 10"/>
                <a:cs typeface="LM Roman 10"/>
              </a:rPr>
              <a:t>2</a:t>
            </a:r>
            <a:r>
              <a:rPr lang="en-US" sz="1700" b="0" i="0" dirty="0">
                <a:solidFill>
                  <a:srgbClr val="002060"/>
                </a:solidFill>
                <a:latin typeface="LM Roman 10"/>
                <a:cs typeface="LM Roman 10"/>
              </a:rPr>
              <a:t> solve y″ + p y′ + q y = 0 with p, q continuous, then</a:t>
            </a:r>
            <a:endParaRPr lang="en-US" sz="1700"/>
          </a:p>
        </p:txBody>
      </p:sp>
      <mc:AlternateContent xmlns:mc="http://schemas.openxmlformats.org/markup-compatibility/2006" xmlns:a14="http://schemas.microsoft.com/office/drawing/2010/main">
        <mc:Choice Requires="a14">
          <p:sp>
            <p:nvSpPr>
              <p:cNvPr id="102" name="Equation 102"/>
              <p:cNvSpPr txBox="1"/>
              <p:nvPr/>
            </p:nvSpPr>
            <p:spPr>
              <a:xfrm>
                <a:off x="1487043" y="2414016"/>
                <a:ext cx="4158234" cy="871423"/>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BF6019"/>
                          </a:solidFill>
                          <a:latin typeface="Cambria Math"/>
                          <a:cs typeface="Cambria Math"/>
                        </a:rPr>
                        <m:t>𝑊</m:t>
                      </m:r>
                      <m:d>
                        <m:dPr>
                          <m:ctrlPr>
                            <a:rPr lang="en-US" sz="2100" b="0" i="1">
                              <a:solidFill>
                                <a:srgbClr val="BF6019"/>
                              </a:solidFill>
                              <a:latin typeface="Cambria Math"/>
                              <a:cs typeface="Cambria Math"/>
                            </a:rPr>
                          </m:ctrlPr>
                        </m:dPr>
                        <m:e>
                          <m:r>
                            <a:rPr lang="en-US" sz="2100" b="0" i="1">
                              <a:solidFill>
                                <a:srgbClr val="BF6019"/>
                              </a:solidFill>
                              <a:latin typeface="Cambria Math"/>
                              <a:cs typeface="Cambria Math"/>
                            </a:rPr>
                            <m:t>𝑡</m:t>
                          </m:r>
                        </m:e>
                      </m:d>
                      <m:r>
                        <a:rPr lang="en-US" sz="2100" b="0" i="0">
                          <a:solidFill>
                            <a:srgbClr val="BF6019"/>
                          </a:solidFill>
                          <a:latin typeface="Cambria Math"/>
                          <a:cs typeface="Cambria Math"/>
                        </a:rPr>
                        <m:t>=</m:t>
                      </m:r>
                      <m:r>
                        <a:rPr lang="en-US" sz="2100" b="0" i="1">
                          <a:solidFill>
                            <a:srgbClr val="BF6019"/>
                          </a:solidFill>
                          <a:latin typeface="Cambria Math"/>
                          <a:cs typeface="Cambria Math"/>
                        </a:rPr>
                        <m:t>𝑊</m:t>
                      </m:r>
                      <m:d>
                        <m:dPr>
                          <m:ctrlPr>
                            <a:rPr lang="en-US" sz="2100" b="0" i="1">
                              <a:solidFill>
                                <a:srgbClr val="BF6019"/>
                              </a:solidFill>
                              <a:latin typeface="Cambria Math"/>
                              <a:cs typeface="Cambria Math"/>
                            </a:rPr>
                          </m:ctrlPr>
                        </m:dPr>
                        <m:e>
                          <m:sSub>
                            <m:sSubPr>
                              <m:ctrlPr>
                                <a:rPr lang="en-US" sz="2100" b="0" i="1">
                                  <a:solidFill>
                                    <a:srgbClr val="BF6019"/>
                                  </a:solidFill>
                                  <a:latin typeface="Cambria Math"/>
                                  <a:cs typeface="Cambria Math"/>
                                </a:rPr>
                              </m:ctrlPr>
                            </m:sSubPr>
                            <m:e>
                              <m:r>
                                <a:rPr lang="en-US" sz="2100" b="0" i="1">
                                  <a:solidFill>
                                    <a:srgbClr val="BF6019"/>
                                  </a:solidFill>
                                  <a:latin typeface="Cambria Math"/>
                                  <a:cs typeface="Cambria Math"/>
                                </a:rPr>
                                <m:t>𝑡</m:t>
                              </m:r>
                            </m:e>
                            <m:sub>
                              <m:r>
                                <a:rPr lang="en-US" sz="2100" b="0" i="1">
                                  <a:solidFill>
                                    <a:srgbClr val="BF6019"/>
                                  </a:solidFill>
                                  <a:latin typeface="Cambria Math"/>
                                  <a:cs typeface="Cambria Math"/>
                                </a:rPr>
                                <m:t>0</m:t>
                              </m:r>
                            </m:sub>
                          </m:sSub>
                        </m:e>
                      </m:d>
                      <m:r>
                        <a:rPr lang="en-US" sz="2100" b="0" i="1">
                          <a:solidFill>
                            <a:srgbClr val="BF6019"/>
                          </a:solidFill>
                          <a:latin typeface="Cambria Math"/>
                          <a:cs typeface="Cambria Math"/>
                        </a:rPr>
                        <m:t> </m:t>
                      </m:r>
                      <m:r>
                        <m:rPr>
                          <m:sty m:val="p"/>
                        </m:rPr>
                        <a:rPr lang="en-US" sz="2100" b="0" i="0">
                          <a:solidFill>
                            <a:srgbClr val="BF6019"/>
                          </a:solidFill>
                          <a:latin typeface="Cambria Math"/>
                          <a:cs typeface="Cambria Math"/>
                        </a:rPr>
                        <m:t>exp</m:t>
                      </m:r>
                      <m:r>
                        <a:rPr lang="en-US" sz="2100" b="0" i="1">
                          <a:solidFill>
                            <a:srgbClr val="BF6019"/>
                          </a:solidFill>
                          <a:latin typeface="Cambria Math"/>
                          <a:cs typeface="Cambria Math"/>
                        </a:rPr>
                        <m:t>​</m:t>
                      </m:r>
                      <m:d>
                        <m:dPr>
                          <m:ctrlPr>
                            <a:rPr lang="en-US" sz="2100" b="0" i="0">
                              <a:solidFill>
                                <a:srgbClr val="BF6019"/>
                              </a:solidFill>
                              <a:latin typeface="Cambria Math"/>
                              <a:cs typeface="Cambria Math"/>
                            </a:rPr>
                          </m:ctrlPr>
                        </m:dPr>
                        <m:e>
                          <m:r>
                            <a:rPr lang="en-US" sz="2100" b="0" i="0">
                              <a:solidFill>
                                <a:srgbClr val="BF6019"/>
                              </a:solidFill>
                              <a:latin typeface="Cambria Math"/>
                              <a:cs typeface="Cambria Math"/>
                            </a:rPr>
                            <m:t>−</m:t>
                          </m:r>
                          <m:nary>
                            <m:naryPr>
                              <m:limLoc m:val="subSup"/>
                              <m:ctrlPr>
                                <a:rPr lang="en-US" sz="2100" b="0" i="1">
                                  <a:solidFill>
                                    <a:srgbClr val="BF6019"/>
                                  </a:solidFill>
                                  <a:latin typeface="Cambria Math"/>
                                  <a:cs typeface="Cambria Math"/>
                                </a:rPr>
                              </m:ctrlPr>
                            </m:naryPr>
                            <m:sub>
                              <m:sSub>
                                <m:sSubPr>
                                  <m:ctrlPr>
                                    <a:rPr lang="en-US" sz="2100" b="0" i="1">
                                      <a:solidFill>
                                        <a:srgbClr val="BF6019"/>
                                      </a:solidFill>
                                      <a:latin typeface="Cambria Math"/>
                                      <a:cs typeface="Cambria Math"/>
                                    </a:rPr>
                                  </m:ctrlPr>
                                </m:sSubPr>
                                <m:e>
                                  <m:r>
                                    <a:rPr lang="en-US" sz="2100" b="0" i="1">
                                      <a:solidFill>
                                        <a:srgbClr val="BF6019"/>
                                      </a:solidFill>
                                      <a:latin typeface="Cambria Math"/>
                                      <a:cs typeface="Cambria Math"/>
                                    </a:rPr>
                                    <m:t>𝑡</m:t>
                                  </m:r>
                                </m:e>
                                <m:sub>
                                  <m:r>
                                    <a:rPr lang="en-US" sz="2100" b="0" i="1">
                                      <a:solidFill>
                                        <a:srgbClr val="BF6019"/>
                                      </a:solidFill>
                                      <a:latin typeface="Cambria Math"/>
                                      <a:cs typeface="Cambria Math"/>
                                    </a:rPr>
                                    <m:t>0</m:t>
                                  </m:r>
                                </m:sub>
                              </m:sSub>
                            </m:sub>
                            <m:sup>
                              <m:r>
                                <a:rPr lang="en-US" sz="2100" b="0" i="1">
                                  <a:solidFill>
                                    <a:srgbClr val="BF6019"/>
                                  </a:solidFill>
                                  <a:latin typeface="Cambria Math"/>
                                  <a:cs typeface="Cambria Math"/>
                                </a:rPr>
                                <m:t>𝑡</m:t>
                              </m:r>
                            </m:sup>
                            <m:e>
                              <m:r>
                                <a:rPr lang="en-US" sz="2100" b="0" i="1">
                                  <a:solidFill>
                                    <a:srgbClr val="BF6019"/>
                                  </a:solidFill>
                                  <a:latin typeface="Cambria Math"/>
                                  <a:cs typeface="Cambria Math"/>
                                </a:rPr>
                                <m:t>𝑝</m:t>
                              </m:r>
                            </m:e>
                          </m:nary>
                          <m:d>
                            <m:dPr>
                              <m:ctrlPr>
                                <a:rPr lang="en-US" sz="2100" b="0" i="1">
                                  <a:solidFill>
                                    <a:srgbClr val="BF6019"/>
                                  </a:solidFill>
                                  <a:latin typeface="Cambria Math"/>
                                  <a:cs typeface="Cambria Math"/>
                                </a:rPr>
                              </m:ctrlPr>
                            </m:dPr>
                            <m:e>
                              <m:r>
                                <a:rPr lang="en-US" sz="2100" b="0" i="1">
                                  <a:solidFill>
                                    <a:srgbClr val="BF6019"/>
                                  </a:solidFill>
                                  <a:latin typeface="Cambria Math"/>
                                  <a:cs typeface="Cambria Math"/>
                                </a:rPr>
                                <m:t>𝑠</m:t>
                              </m:r>
                            </m:e>
                          </m:d>
                          <m:r>
                            <a:rPr lang="en-US" sz="2100" b="0" i="1">
                              <a:solidFill>
                                <a:srgbClr val="BF6019"/>
                              </a:solidFill>
                              <a:latin typeface="Cambria Math"/>
                              <a:cs typeface="Cambria Math"/>
                            </a:rPr>
                            <m:t> </m:t>
                          </m:r>
                          <m:r>
                            <a:rPr lang="en-US" sz="2100" b="0" i="1">
                              <a:solidFill>
                                <a:srgbClr val="BF6019"/>
                              </a:solidFill>
                              <a:latin typeface="Cambria Math"/>
                              <a:cs typeface="Cambria Math"/>
                            </a:rPr>
                            <m:t>𝑑𝑠</m:t>
                          </m:r>
                        </m:e>
                      </m:d>
                    </m:oMath>
                  </m:oMathPara>
                </a14:m>
                <a:endParaRPr lang="en-US" sz="2100"/>
              </a:p>
            </p:txBody>
          </p:sp>
        </mc:Choice>
        <mc:Fallback xmlns="">
          <p:pic>
            <p:nvPicPr>
              <p:cNvPr id="102" name="Equation 102" descr="W(t)=W(t_0)\,\exp\!\left(-\int_{t_0}^{t}p(s)\,ds\right)"/>
              <p:cNvPicPr>
                <a:picLocks noChangeAspect="1"/>
              </p:cNvPicPr>
              <p:nvPr/>
            </p:nvPicPr>
            <p:blipFill>
              <a:blip r:embed="rId4"/>
              <a:stretch>
                <a:fillRect/>
              </a:stretch>
            </p:blipFill>
            <p:spPr>
              <a:xfrm>
                <a:off x="1541907" y="2468880"/>
                <a:ext cx="4048506" cy="761695"/>
              </a:xfrm>
              <a:prstGeom prst="rect">
                <a:avLst/>
              </a:prstGeom>
            </p:spPr>
          </p:pic>
        </mc:Fallback>
      </mc:AlternateContent>
      <p:sp>
        <p:nvSpPr>
          <p:cNvPr id="103" name="Text"/>
          <p:cNvSpPr txBox="1"/>
          <p:nvPr/>
        </p:nvSpPr>
        <p:spPr>
          <a:xfrm>
            <a:off x="548640" y="3337560"/>
            <a:ext cx="603504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Proof in three lines</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630936" y="3739896"/>
                <a:ext cx="4602175" cy="39989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700" b="0" i="1">
                          <a:solidFill>
                            <a:srgbClr val="002060"/>
                          </a:solidFill>
                          <a:latin typeface="Cambria Math"/>
                          <a:cs typeface="Cambria Math"/>
                        </a:rPr>
                        <m:t>𝑊</m:t>
                      </m:r>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1</m:t>
                          </m:r>
                        </m:sub>
                      </m:sSub>
                      <m:r>
                        <a:rPr lang="en-US" sz="1700" b="0" i="0">
                          <a:solidFill>
                            <a:srgbClr val="002060"/>
                          </a:solidFill>
                          <a:latin typeface="Cambria Math"/>
                          <a:cs typeface="Cambria Math"/>
                        </a:rPr>
                        <m:t>″</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2</m:t>
                          </m:r>
                        </m:sub>
                      </m:sSub>
                    </m:oMath>
                  </m:oMathPara>
                </a14:m>
                <a:endParaRPr lang="en-US" sz="1700"/>
              </a:p>
            </p:txBody>
          </p:sp>
        </mc:Choice>
        <mc:Fallback xmlns="">
          <p:pic>
            <p:nvPicPr>
              <p:cNvPr id="104" name="Equation 104" descr="W'=y_1'y_2'+y_1y_2''-y_1''y_2-y_1'y_2'=y_1y_2''-y_1''y_2"/>
              <p:cNvPicPr>
                <a:picLocks noChangeAspect="1"/>
              </p:cNvPicPr>
              <p:nvPr/>
            </p:nvPicPr>
            <p:blipFill>
              <a:blip r:embed="rId5"/>
              <a:stretch>
                <a:fillRect/>
              </a:stretch>
            </p:blipFill>
            <p:spPr>
              <a:xfrm>
                <a:off x="685800" y="3794760"/>
                <a:ext cx="4492447" cy="290170"/>
              </a:xfrm>
              <a:prstGeom prst="rect">
                <a:avLst/>
              </a:prstGeom>
            </p:spPr>
          </p:pic>
        </mc:Fallback>
      </mc:AlternateContent>
      <mc:AlternateContent xmlns:mc="http://schemas.openxmlformats.org/markup-compatibility/2006" xmlns:a14="http://schemas.microsoft.com/office/drawing/2010/main">
        <mc:Choice Requires="a14">
          <p:sp>
            <p:nvSpPr>
              <p:cNvPr id="105" name="Equation 105"/>
              <p:cNvSpPr txBox="1"/>
              <p:nvPr/>
            </p:nvSpPr>
            <p:spPr>
              <a:xfrm>
                <a:off x="630936" y="4288536"/>
                <a:ext cx="3400044" cy="39989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𝑘</m:t>
                          </m:r>
                        </m:sub>
                      </m:sSub>
                      <m:r>
                        <a:rPr lang="en-US" sz="1700" b="0" i="0">
                          <a:solidFill>
                            <a:srgbClr val="002060"/>
                          </a:solidFill>
                          <a:latin typeface="Cambria Math"/>
                          <a:cs typeface="Cambria Math"/>
                        </a:rPr>
                        <m:t>″=−</m:t>
                      </m:r>
                      <m:r>
                        <a:rPr lang="en-US" sz="1700" b="0" i="1">
                          <a:solidFill>
                            <a:srgbClr val="002060"/>
                          </a:solidFill>
                          <a:latin typeface="Cambria Math"/>
                          <a:cs typeface="Cambria Math"/>
                        </a:rPr>
                        <m:t>𝑝</m:t>
                      </m:r>
                      <m:r>
                        <a:rPr lang="en-US" sz="1700" b="0" i="1">
                          <a:solidFill>
                            <a:srgbClr val="002060"/>
                          </a:solidFill>
                          <a:latin typeface="Cambria Math"/>
                          <a:cs typeface="Cambria Math"/>
                        </a:rPr>
                        <m:t> </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𝑘</m:t>
                          </m:r>
                        </m:sub>
                      </m:sSub>
                      <m:r>
                        <a:rPr lang="en-US" sz="1700" b="0" i="0">
                          <a:solidFill>
                            <a:srgbClr val="002060"/>
                          </a:solidFill>
                          <a:latin typeface="Cambria Math"/>
                          <a:cs typeface="Cambria Math"/>
                        </a:rPr>
                        <m:t>′−</m:t>
                      </m:r>
                      <m:r>
                        <a:rPr lang="en-US" sz="1700" b="0" i="1">
                          <a:solidFill>
                            <a:srgbClr val="002060"/>
                          </a:solidFill>
                          <a:latin typeface="Cambria Math"/>
                          <a:cs typeface="Cambria Math"/>
                        </a:rPr>
                        <m:t>𝑞</m:t>
                      </m:r>
                      <m:r>
                        <a:rPr lang="en-US" sz="1700" b="0" i="1">
                          <a:solidFill>
                            <a:srgbClr val="002060"/>
                          </a:solidFill>
                          <a:latin typeface="Cambria Math"/>
                          <a:cs typeface="Cambria Math"/>
                        </a:rPr>
                        <m:t> </m:t>
                      </m:r>
                      <m:sSub>
                        <m:sSubPr>
                          <m:ctrlPr>
                            <a:rPr lang="en-US" sz="1700" b="0" i="1">
                              <a:solidFill>
                                <a:srgbClr val="002060"/>
                              </a:solidFill>
                              <a:latin typeface="Cambria Math"/>
                              <a:cs typeface="Cambria Math"/>
                            </a:rPr>
                          </m:ctrlPr>
                        </m:sSubPr>
                        <m:e>
                          <m:r>
                            <a:rPr lang="en-US" sz="1700" b="0" i="1">
                              <a:solidFill>
                                <a:srgbClr val="002060"/>
                              </a:solidFill>
                              <a:latin typeface="Cambria Math"/>
                              <a:cs typeface="Cambria Math"/>
                            </a:rPr>
                            <m:t>𝑦</m:t>
                          </m:r>
                        </m:e>
                        <m:sub>
                          <m:r>
                            <a:rPr lang="en-US" sz="1700" b="0" i="1">
                              <a:solidFill>
                                <a:srgbClr val="002060"/>
                              </a:solidFill>
                              <a:latin typeface="Cambria Math"/>
                              <a:cs typeface="Cambria Math"/>
                            </a:rPr>
                            <m:t>𝑘</m:t>
                          </m:r>
                        </m:sub>
                      </m:sSub>
                      <m:r>
                        <a:rPr lang="en-US" sz="1700" b="0" i="1">
                          <a:solidFill>
                            <a:srgbClr val="002060"/>
                          </a:solidFill>
                          <a:latin typeface="Cambria Math"/>
                          <a:cs typeface="Cambria Math"/>
                        </a:rPr>
                        <m:t> </m:t>
                      </m:r>
                      <m:r>
                        <a:rPr lang="en-US" sz="1700" b="0" i="0">
                          <a:solidFill>
                            <a:srgbClr val="002060"/>
                          </a:solidFill>
                          <a:latin typeface="Cambria Math"/>
                          <a:cs typeface="Cambria Math"/>
                        </a:rPr>
                        <m:t>⇒</m:t>
                      </m:r>
                      <m:r>
                        <a:rPr lang="en-US" sz="1700" b="0" i="1">
                          <a:solidFill>
                            <a:srgbClr val="002060"/>
                          </a:solidFill>
                          <a:latin typeface="Cambria Math"/>
                          <a:cs typeface="Cambria Math"/>
                        </a:rPr>
                        <m:t> </m:t>
                      </m:r>
                      <m:r>
                        <a:rPr lang="en-US" sz="1700" b="0" i="1">
                          <a:solidFill>
                            <a:srgbClr val="002060"/>
                          </a:solidFill>
                          <a:latin typeface="Cambria Math"/>
                          <a:cs typeface="Cambria Math"/>
                        </a:rPr>
                        <m:t>𝑊</m:t>
                      </m:r>
                      <m:r>
                        <a:rPr lang="en-US" sz="1700" b="0" i="0">
                          <a:solidFill>
                            <a:srgbClr val="002060"/>
                          </a:solidFill>
                          <a:latin typeface="Cambria Math"/>
                          <a:cs typeface="Cambria Math"/>
                        </a:rPr>
                        <m:t>′=−</m:t>
                      </m:r>
                      <m:r>
                        <a:rPr lang="en-US" sz="1700" b="0" i="1">
                          <a:solidFill>
                            <a:srgbClr val="002060"/>
                          </a:solidFill>
                          <a:latin typeface="Cambria Math"/>
                          <a:cs typeface="Cambria Math"/>
                        </a:rPr>
                        <m:t>𝑝</m:t>
                      </m:r>
                      <m:r>
                        <a:rPr lang="en-US" sz="1700" b="0" i="1">
                          <a:solidFill>
                            <a:srgbClr val="002060"/>
                          </a:solidFill>
                          <a:latin typeface="Cambria Math"/>
                          <a:cs typeface="Cambria Math"/>
                        </a:rPr>
                        <m:t> </m:t>
                      </m:r>
                      <m:r>
                        <a:rPr lang="en-US" sz="1700" b="0" i="1">
                          <a:solidFill>
                            <a:srgbClr val="002060"/>
                          </a:solidFill>
                          <a:latin typeface="Cambria Math"/>
                          <a:cs typeface="Cambria Math"/>
                        </a:rPr>
                        <m:t>𝑊</m:t>
                      </m:r>
                    </m:oMath>
                  </m:oMathPara>
                </a14:m>
                <a:endParaRPr lang="en-US" sz="1700"/>
              </a:p>
            </p:txBody>
          </p:sp>
        </mc:Choice>
        <mc:Fallback xmlns="">
          <p:pic>
            <p:nvPicPr>
              <p:cNvPr id="105" name="Equation 105" descr="y_k''=-p\,y_k'-q\,y_k\;\Rightarrow\;W'=-p\,W"/>
              <p:cNvPicPr>
                <a:picLocks noChangeAspect="1"/>
              </p:cNvPicPr>
              <p:nvPr/>
            </p:nvPicPr>
            <p:blipFill>
              <a:blip r:embed="rId6"/>
              <a:stretch>
                <a:fillRect/>
              </a:stretch>
            </p:blipFill>
            <p:spPr>
              <a:xfrm>
                <a:off x="685800" y="4343400"/>
                <a:ext cx="3290316" cy="290170"/>
              </a:xfrm>
              <a:prstGeom prst="rect">
                <a:avLst/>
              </a:prstGeom>
            </p:spPr>
          </p:pic>
        </mc:Fallback>
      </mc:AlternateContent>
      <p:sp>
        <p:nvSpPr>
          <p:cNvPr id="106" name="Text"/>
          <p:cNvSpPr txBox="1"/>
          <p:nvPr/>
        </p:nvSpPr>
        <p:spPr>
          <a:xfrm>
            <a:off x="548640" y="4892040"/>
            <a:ext cx="6035040" cy="1280160"/>
          </a:xfrm>
          <a:prstGeom prst="rect">
            <a:avLst/>
          </a:prstGeom>
          <a:noFill/>
          <a:ln>
            <a:noFill/>
          </a:ln>
        </p:spPr>
        <p:txBody>
          <a:bodyPr wrap="square" lIns="73152" tIns="73152" rIns="73152" bIns="73152" rtlCol="0" anchor="t">
            <a:normAutofit/>
          </a:bodyPr>
          <a:lstStyle/>
          <a:p>
            <a:pPr marL="274320" indent="-274320" algn="l">
              <a:spcAft>
                <a:spcPts val="400"/>
              </a:spcAft>
              <a:buClr>
                <a:srgbClr val="BF6019"/>
              </a:buClr>
              <a:buSzPct val="100000"/>
              <a:buFont typeface="Arial"/>
              <a:buChar char="•"/>
            </a:pPr>
            <a:r>
              <a:rPr lang="en-US" sz="1600" b="0" i="0" dirty="0">
                <a:solidFill>
                  <a:srgbClr val="002060"/>
                </a:solidFill>
                <a:latin typeface="LM Roman 10"/>
                <a:cs typeface="LM Roman 10"/>
              </a:rPr>
              <a:t>W is never zero or identically zero; it is known without solving the equation.</a:t>
            </a:r>
            <a:endParaRPr lang="en-US" sz="1600"/>
          </a:p>
          <a:p>
            <a:pPr marL="274320" indent="-274320" algn="l">
              <a:spcAft>
                <a:spcPts val="600"/>
              </a:spcAft>
              <a:buClr>
                <a:srgbClr val="BF6019"/>
              </a:buClr>
              <a:buSzPct val="100000"/>
              <a:buFont typeface="Arial"/>
              <a:buChar char="•"/>
            </a:pPr>
            <a:r>
              <a:rPr lang="en-US" sz="1600" b="0" i="0" dirty="0">
                <a:solidFill>
                  <a:srgbClr val="002060"/>
                </a:solidFill>
                <a:latin typeface="LM Roman 10"/>
                <a:cs typeface="LM Roman 10"/>
              </a:rPr>
              <a:t>With damping, phase-plane areas shrink as e</a:t>
            </a:r>
            <a:r>
              <a:rPr lang="en-US" sz="1600" b="0" i="0" baseline="30000" dirty="0">
                <a:solidFill>
                  <a:srgbClr val="002060"/>
                </a:solidFill>
                <a:latin typeface="LM Roman 10"/>
                <a:cs typeface="LM Roman 10"/>
              </a:rPr>
              <a:t>−(c/m)t</a:t>
            </a:r>
            <a:r>
              <a:rPr lang="en-US" sz="1600" b="0" i="0" dirty="0">
                <a:solidFill>
                  <a:srgbClr val="002060"/>
                </a:solidFill>
                <a:latin typeface="LM Roman 10"/>
                <a:cs typeface="LM Roman 10"/>
              </a:rPr>
              <a:t>.</a:t>
            </a:r>
            <a:endParaRPr lang="en-US" sz="1600"/>
          </a:p>
        </p:txBody>
      </p:sp>
      <p:pic>
        <p:nvPicPr>
          <p:cNvPr id="107" name="Figure airy" descr="Airy functions and their constant Wronskian 1/pi"/>
          <p:cNvPicPr>
            <a:picLocks noChangeAspect="1"/>
          </p:cNvPicPr>
          <p:nvPr/>
        </p:nvPicPr>
        <p:blipFill>
          <a:blip r:embed="rId7"/>
          <a:stretch>
            <a:fillRect/>
          </a:stretch>
        </p:blipFill>
        <p:spPr>
          <a:xfrm>
            <a:off x="6766560" y="1517248"/>
            <a:ext cx="4937760" cy="3366304"/>
          </a:xfrm>
          <a:prstGeom prst="rect">
            <a:avLst/>
          </a:prstGeom>
        </p:spPr>
      </p:pic>
      <p:sp>
        <p:nvSpPr>
          <p:cNvPr id="108" name="Text"/>
          <p:cNvSpPr txBox="1"/>
          <p:nvPr/>
        </p:nvSpPr>
        <p:spPr>
          <a:xfrm>
            <a:off x="6766560" y="5120640"/>
            <a:ext cx="4937760" cy="914400"/>
          </a:xfrm>
          <a:prstGeom prst="rect">
            <a:avLst/>
          </a:prstGeom>
          <a:noFill/>
          <a:ln>
            <a:noFill/>
          </a:ln>
        </p:spPr>
        <p:txBody>
          <a:bodyPr wrap="square" lIns="73152" tIns="73152" rIns="73152" bIns="73152" rtlCol="0" anchor="t">
            <a:normAutofit/>
          </a:bodyPr>
          <a:lstStyle/>
          <a:p>
            <a:pPr algn="l">
              <a:spcAft>
                <a:spcPts val="600"/>
              </a:spcAft>
              <a:buNone/>
            </a:pPr>
            <a:r>
              <a:rPr lang="en-US" sz="1400" b="0" i="1" dirty="0">
                <a:solidFill>
                  <a:srgbClr val="5D6675"/>
                </a:solidFill>
                <a:latin typeface="LM Roman 10"/>
                <a:cs typeface="LM Roman 10"/>
              </a:rPr>
              <a:t>No formula for Ai and Bi, yet W = 1/π exactly, since p = 0 (DLMF 9.2.7).</a:t>
            </a:r>
            <a:endParaRPr lang="en-US" sz="14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The characteristic equation</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13</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01" name="Equation 101"/>
              <p:cNvSpPr txBox="1"/>
              <p:nvPr/>
            </p:nvSpPr>
            <p:spPr>
              <a:xfrm>
                <a:off x="2639187" y="1225296"/>
                <a:ext cx="6974586" cy="512978"/>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r>
                        <a:rPr lang="en-US" sz="2100" b="0" i="1">
                          <a:solidFill>
                            <a:srgbClr val="002060"/>
                          </a:solidFill>
                          <a:latin typeface="Cambria Math"/>
                          <a:cs typeface="Cambria Math"/>
                        </a:rPr>
                        <m:t>𝑎</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r>
                        <a:rPr lang="en-US" sz="2100" b="0" i="1">
                          <a:solidFill>
                            <a:srgbClr val="002060"/>
                          </a:solidFill>
                          <a:latin typeface="Cambria Math"/>
                          <a:cs typeface="Cambria Math"/>
                        </a:rPr>
                        <m:t>𝑏</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r>
                        <a:rPr lang="en-US" sz="2100" b="0" i="1">
                          <a:solidFill>
                            <a:srgbClr val="002060"/>
                          </a:solidFill>
                          <a:latin typeface="Cambria Math"/>
                          <a:cs typeface="Cambria Math"/>
                        </a:rPr>
                        <m:t>𝑐</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r>
                        <a:rPr lang="en-US" sz="2100" b="0" i="1">
                          <a:solidFill>
                            <a:srgbClr val="002060"/>
                          </a:solidFill>
                          <a:latin typeface="Cambria Math"/>
                          <a:cs typeface="Cambria Math"/>
                        </a:rPr>
                        <m:t>0</m:t>
                      </m:r>
                      <m:r>
                        <a:rPr lang="en-US" sz="2100" b="0" i="0">
                          <a:solidFill>
                            <a:srgbClr val="002060"/>
                          </a:solidFill>
                          <a:latin typeface="Cambria Math"/>
                          <a:cs typeface="Cambria Math"/>
                        </a:rPr>
                        <m:t>,</m:t>
                      </m:r>
                      <m:r>
                        <a:rPr lang="en-US" sz="2100" b="0" i="1">
                          <a:solidFill>
                            <a:srgbClr val="002060"/>
                          </a:solidFill>
                          <a:latin typeface="Cambria Math"/>
                          <a:cs typeface="Cambria Math"/>
                        </a:rPr>
                        <m:t>  </m:t>
                      </m:r>
                      <m:r>
                        <a:rPr lang="en-US" sz="2100" b="0" i="1">
                          <a:solidFill>
                            <a:srgbClr val="002060"/>
                          </a:solidFill>
                          <a:latin typeface="Cambria Math"/>
                          <a:cs typeface="Cambria Math"/>
                        </a:rPr>
                        <m:t>𝑦</m:t>
                      </m:r>
                      <m:r>
                        <a:rPr lang="en-US" sz="2100" b="0" i="0">
                          <a:solidFill>
                            <a:srgbClr val="002060"/>
                          </a:solidFill>
                          <a:latin typeface="Cambria Math"/>
                          <a:cs typeface="Cambria Math"/>
                        </a:rPr>
                        <m:t>=</m:t>
                      </m:r>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𝑒</m:t>
                          </m:r>
                        </m:e>
                        <m:sup>
                          <m:r>
                            <a:rPr lang="en-US" sz="2100" b="0" i="1">
                              <a:solidFill>
                                <a:srgbClr val="002060"/>
                              </a:solidFill>
                              <a:latin typeface="Cambria Math"/>
                              <a:cs typeface="Cambria Math"/>
                            </a:rPr>
                            <m:t>𝑟𝑡</m:t>
                          </m:r>
                        </m:sup>
                      </m:sSup>
                      <m:r>
                        <a:rPr lang="en-US" sz="2100" b="0" i="1">
                          <a:solidFill>
                            <a:srgbClr val="002060"/>
                          </a:solidFill>
                          <a:latin typeface="Cambria Math"/>
                          <a:cs typeface="Cambria Math"/>
                        </a:rPr>
                        <m:t> </m:t>
                      </m:r>
                      <m:r>
                        <a:rPr lang="en-US" sz="2100" b="0" i="0">
                          <a:solidFill>
                            <a:srgbClr val="002060"/>
                          </a:solidFill>
                          <a:latin typeface="Cambria Math"/>
                          <a:cs typeface="Cambria Math"/>
                        </a:rPr>
                        <m:t>⇒</m:t>
                      </m:r>
                      <m:r>
                        <a:rPr lang="en-US" sz="2100" b="0" i="1">
                          <a:solidFill>
                            <a:srgbClr val="002060"/>
                          </a:solidFill>
                          <a:latin typeface="Cambria Math"/>
                          <a:cs typeface="Cambria Math"/>
                        </a:rPr>
                        <m:t> </m:t>
                      </m:r>
                      <m:d>
                        <m:dPr>
                          <m:ctrlPr>
                            <a:rPr lang="en-US" sz="2100" b="0" i="1">
                              <a:solidFill>
                                <a:srgbClr val="002060"/>
                              </a:solidFill>
                              <a:latin typeface="Cambria Math"/>
                              <a:cs typeface="Cambria Math"/>
                            </a:rPr>
                          </m:ctrlPr>
                        </m:dPr>
                        <m:e>
                          <m:r>
                            <a:rPr lang="en-US" sz="2100" b="0" i="1">
                              <a:solidFill>
                                <a:srgbClr val="002060"/>
                              </a:solidFill>
                              <a:latin typeface="Cambria Math"/>
                              <a:cs typeface="Cambria Math"/>
                            </a:rPr>
                            <m:t>𝑎</m:t>
                          </m:r>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𝑟</m:t>
                              </m:r>
                            </m:e>
                            <m:sup>
                              <m:r>
                                <a:rPr lang="en-US" sz="2100" b="0" i="1">
                                  <a:solidFill>
                                    <a:srgbClr val="002060"/>
                                  </a:solidFill>
                                  <a:latin typeface="Cambria Math"/>
                                  <a:cs typeface="Cambria Math"/>
                                </a:rPr>
                                <m:t>2</m:t>
                              </m:r>
                            </m:sup>
                          </m:sSup>
                          <m:r>
                            <a:rPr lang="en-US" sz="2100" b="0" i="0">
                              <a:solidFill>
                                <a:srgbClr val="002060"/>
                              </a:solidFill>
                              <a:latin typeface="Cambria Math"/>
                              <a:cs typeface="Cambria Math"/>
                            </a:rPr>
                            <m:t>+</m:t>
                          </m:r>
                          <m:r>
                            <a:rPr lang="en-US" sz="2100" b="0" i="1">
                              <a:solidFill>
                                <a:srgbClr val="002060"/>
                              </a:solidFill>
                              <a:latin typeface="Cambria Math"/>
                              <a:cs typeface="Cambria Math"/>
                            </a:rPr>
                            <m:t>𝑏𝑟</m:t>
                          </m:r>
                          <m:r>
                            <a:rPr lang="en-US" sz="2100" b="0" i="0">
                              <a:solidFill>
                                <a:srgbClr val="002060"/>
                              </a:solidFill>
                              <a:latin typeface="Cambria Math"/>
                              <a:cs typeface="Cambria Math"/>
                            </a:rPr>
                            <m:t>+</m:t>
                          </m:r>
                          <m:r>
                            <a:rPr lang="en-US" sz="2100" b="0" i="1">
                              <a:solidFill>
                                <a:srgbClr val="002060"/>
                              </a:solidFill>
                              <a:latin typeface="Cambria Math"/>
                              <a:cs typeface="Cambria Math"/>
                            </a:rPr>
                            <m:t>𝑐</m:t>
                          </m:r>
                        </m:e>
                      </m:d>
                      <m:sSup>
                        <m:sSupPr>
                          <m:ctrlPr>
                            <a:rPr lang="en-US" sz="2100" b="0" i="1">
                              <a:solidFill>
                                <a:srgbClr val="002060"/>
                              </a:solidFill>
                              <a:latin typeface="Cambria Math"/>
                              <a:cs typeface="Cambria Math"/>
                            </a:rPr>
                          </m:ctrlPr>
                        </m:sSupPr>
                        <m:e>
                          <m:r>
                            <a:rPr lang="en-US" sz="2100" b="0" i="1">
                              <a:solidFill>
                                <a:srgbClr val="002060"/>
                              </a:solidFill>
                              <a:latin typeface="Cambria Math"/>
                              <a:cs typeface="Cambria Math"/>
                            </a:rPr>
                            <m:t>𝑒</m:t>
                          </m:r>
                        </m:e>
                        <m:sup>
                          <m:r>
                            <a:rPr lang="en-US" sz="2100" b="0" i="1">
                              <a:solidFill>
                                <a:srgbClr val="002060"/>
                              </a:solidFill>
                              <a:latin typeface="Cambria Math"/>
                              <a:cs typeface="Cambria Math"/>
                            </a:rPr>
                            <m:t>𝑟𝑡</m:t>
                          </m:r>
                        </m:sup>
                      </m:sSup>
                      <m:r>
                        <a:rPr lang="en-US" sz="2100" b="0" i="0">
                          <a:solidFill>
                            <a:srgbClr val="002060"/>
                          </a:solidFill>
                          <a:latin typeface="Cambria Math"/>
                          <a:cs typeface="Cambria Math"/>
                        </a:rPr>
                        <m:t>=</m:t>
                      </m:r>
                      <m:r>
                        <a:rPr lang="en-US" sz="2100" b="0" i="1">
                          <a:solidFill>
                            <a:srgbClr val="002060"/>
                          </a:solidFill>
                          <a:latin typeface="Cambria Math"/>
                          <a:cs typeface="Cambria Math"/>
                        </a:rPr>
                        <m:t>0</m:t>
                      </m:r>
                    </m:oMath>
                  </m:oMathPara>
                </a14:m>
                <a:endParaRPr lang="en-US" sz="2100"/>
              </a:p>
            </p:txBody>
          </p:sp>
        </mc:Choice>
        <mc:Fallback xmlns="">
          <p:pic>
            <p:nvPicPr>
              <p:cNvPr id="101" name="Equation 101" descr="a\,y''+b\,y'+c\,y=0,\qquad y=e^{rt}\;\Rightarrow\;\left(a r^2+b r+c\right)e^{rt}=0"/>
              <p:cNvPicPr>
                <a:picLocks noChangeAspect="1"/>
              </p:cNvPicPr>
              <p:nvPr/>
            </p:nvPicPr>
            <p:blipFill>
              <a:blip r:embed="rId4"/>
              <a:stretch>
                <a:fillRect/>
              </a:stretch>
            </p:blipFill>
            <p:spPr>
              <a:xfrm>
                <a:off x="2694051" y="1280160"/>
                <a:ext cx="6864858" cy="403250"/>
              </a:xfrm>
              <a:prstGeom prst="rect">
                <a:avLst/>
              </a:prstGeom>
            </p:spPr>
          </p:pic>
        </mc:Fallback>
      </mc:AlternateContent>
      <p:graphicFrame>
        <p:nvGraphicFramePr>
          <p:cNvPr id="102" name="Table"/>
          <p:cNvGraphicFramePr>
            <a:graphicFrameLocks noGrp="1"/>
          </p:cNvGraphicFramePr>
          <p:nvPr/>
        </p:nvGraphicFramePr>
        <p:xfrm>
          <a:off x="548640" y="2011680"/>
          <a:ext cx="11155680" cy="18288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57200">
                <a:tc>
                  <a:txBody>
                    <a:bodyPr/>
                    <a:lstStyle/>
                    <a:p>
                      <a:pPr algn="l">
                        <a:spcAft>
                          <a:spcPts val="0"/>
                        </a:spcAft>
                        <a:buNone/>
                      </a:pPr>
                      <a:r>
                        <a:rPr lang="en-US" sz="1600" b="1" i="0" dirty="0">
                          <a:solidFill>
                            <a:srgbClr val="FFFFFF"/>
                          </a:solidFill>
                          <a:latin typeface="LM Roman 10"/>
                          <a:cs typeface="LM Roman 10"/>
                        </a:rPr>
                        <a:t>b² − 4ac</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600" b="1" i="0" dirty="0">
                          <a:solidFill>
                            <a:srgbClr val="FFFFFF"/>
                          </a:solidFill>
                          <a:latin typeface="LM Roman 10"/>
                          <a:cs typeface="LM Roman 10"/>
                        </a:rPr>
                        <a:t>roots</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600" b="1" i="0" dirty="0">
                          <a:solidFill>
                            <a:srgbClr val="FFFFFF"/>
                          </a:solidFill>
                          <a:latin typeface="LM Roman 10"/>
                          <a:cs typeface="LM Roman 10"/>
                        </a:rPr>
                        <a:t>general solution</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tc>
                  <a:txBody>
                    <a:bodyPr/>
                    <a:lstStyle/>
                    <a:p>
                      <a:pPr algn="l">
                        <a:spcAft>
                          <a:spcPts val="0"/>
                        </a:spcAft>
                        <a:buNone/>
                      </a:pPr>
                      <a:r>
                        <a:rPr lang="en-US" sz="1600" b="1" i="0" dirty="0">
                          <a:solidFill>
                            <a:srgbClr val="FFFFFF"/>
                          </a:solidFill>
                          <a:latin typeface="LM Roman 10"/>
                          <a:cs typeface="LM Roman 10"/>
                        </a:rPr>
                        <a:t>Wronskian</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002060"/>
                    </a:solidFill>
                  </a:tcPr>
                </a:tc>
                <a:extLst>
                  <a:ext uri="{0D108BD9-81ED-4DB2-BD59-A6C34878D82A}">
                    <a16:rowId xmlns:a16="http://schemas.microsoft.com/office/drawing/2014/main" val="10000"/>
                  </a:ext>
                </a:extLst>
              </a:tr>
              <a:tr h="457200">
                <a:tc>
                  <a:txBody>
                    <a:bodyPr/>
                    <a:lstStyle/>
                    <a:p>
                      <a:pPr algn="l">
                        <a:spcAft>
                          <a:spcPts val="0"/>
                        </a:spcAft>
                        <a:buNone/>
                      </a:pPr>
                      <a:r>
                        <a:rPr lang="en-US" sz="1600" b="0" i="0" dirty="0">
                          <a:solidFill>
                            <a:srgbClr val="002060"/>
                          </a:solidFill>
                          <a:latin typeface="LM Roman 10"/>
                          <a:cs typeface="LM Roman 10"/>
                        </a:rPr>
                        <a:t>&gt; 0</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600" b="0" i="1" dirty="0">
                          <a:solidFill>
                            <a:srgbClr val="002060"/>
                          </a:solidFill>
                          <a:latin typeface="Cambria Math"/>
                          <a:cs typeface="Cambria Math"/>
                        </a:rPr>
                        <a:t>r</a:t>
                      </a:r>
                      <a:r>
                        <a:rPr lang="en-US" sz="1600" b="0" i="1" baseline="-25000" dirty="0">
                          <a:solidFill>
                            <a:srgbClr val="002060"/>
                          </a:solidFill>
                          <a:latin typeface="Cambria Math"/>
                          <a:cs typeface="Cambria Math"/>
                        </a:rPr>
                        <a:t>1</a:t>
                      </a:r>
                      <a:r>
                        <a:rPr lang="en-US" sz="1600" b="0" i="1" dirty="0">
                          <a:solidFill>
                            <a:srgbClr val="002060"/>
                          </a:solidFill>
                          <a:latin typeface="Cambria Math"/>
                          <a:cs typeface="Cambria Math"/>
                        </a:rPr>
                        <a:t> ≠ r</a:t>
                      </a:r>
                      <a:r>
                        <a:rPr lang="en-US" sz="1600" b="0" i="1" baseline="-25000" dirty="0">
                          <a:solidFill>
                            <a:srgbClr val="002060"/>
                          </a:solidFill>
                          <a:latin typeface="Cambria Math"/>
                          <a:cs typeface="Cambria Math"/>
                        </a:rPr>
                        <a:t>2</a:t>
                      </a:r>
                      <a:r>
                        <a:rPr lang="en-US" sz="1600" b="0" i="1" dirty="0">
                          <a:solidFill>
                            <a:srgbClr val="002060"/>
                          </a:solidFill>
                          <a:latin typeface="Cambria Math"/>
                          <a:cs typeface="Cambria Math"/>
                        </a:rPr>
                        <a:t> real</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600" b="0" i="1" dirty="0">
                          <a:solidFill>
                            <a:srgbClr val="002060"/>
                          </a:solidFill>
                          <a:latin typeface="Cambria Math"/>
                          <a:cs typeface="Cambria Math"/>
                        </a:rPr>
                        <a:t>C</a:t>
                      </a:r>
                      <a:r>
                        <a:rPr lang="en-US" sz="1600" b="0" i="1" baseline="-25000" dirty="0">
                          <a:solidFill>
                            <a:srgbClr val="002060"/>
                          </a:solidFill>
                          <a:latin typeface="Cambria Math"/>
                          <a:cs typeface="Cambria Math"/>
                        </a:rPr>
                        <a:t>1</a:t>
                      </a:r>
                      <a:r>
                        <a:rPr lang="en-US" sz="1600" b="0" i="1" dirty="0">
                          <a:solidFill>
                            <a:srgbClr val="002060"/>
                          </a:solidFill>
                          <a:latin typeface="Cambria Math"/>
                          <a:cs typeface="Cambria Math"/>
                        </a:rPr>
                        <a:t>e</a:t>
                      </a:r>
                      <a:r>
                        <a:rPr lang="en-US" sz="1600" b="0" i="1" baseline="30000" dirty="0">
                          <a:solidFill>
                            <a:srgbClr val="002060"/>
                          </a:solidFill>
                          <a:latin typeface="Cambria Math"/>
                          <a:cs typeface="Cambria Math"/>
                        </a:rPr>
                        <a:t>r₁t</a:t>
                      </a:r>
                      <a:r>
                        <a:rPr lang="en-US" sz="1600" b="0" i="1" dirty="0">
                          <a:solidFill>
                            <a:srgbClr val="002060"/>
                          </a:solidFill>
                          <a:latin typeface="Cambria Math"/>
                          <a:cs typeface="Cambria Math"/>
                        </a:rPr>
                        <a:t> + C</a:t>
                      </a:r>
                      <a:r>
                        <a:rPr lang="en-US" sz="1600" b="0" i="1" baseline="-25000" dirty="0">
                          <a:solidFill>
                            <a:srgbClr val="002060"/>
                          </a:solidFill>
                          <a:latin typeface="Cambria Math"/>
                          <a:cs typeface="Cambria Math"/>
                        </a:rPr>
                        <a:t>2</a:t>
                      </a:r>
                      <a:r>
                        <a:rPr lang="en-US" sz="1600" b="0" i="1" dirty="0">
                          <a:solidFill>
                            <a:srgbClr val="002060"/>
                          </a:solidFill>
                          <a:latin typeface="Cambria Math"/>
                          <a:cs typeface="Cambria Math"/>
                        </a:rPr>
                        <a:t>e</a:t>
                      </a:r>
                      <a:r>
                        <a:rPr lang="en-US" sz="1600" b="0" i="1" baseline="30000" dirty="0">
                          <a:solidFill>
                            <a:srgbClr val="002060"/>
                          </a:solidFill>
                          <a:latin typeface="Cambria Math"/>
                          <a:cs typeface="Cambria Math"/>
                        </a:rPr>
                        <a:t>r₂t</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600" b="0" i="1" dirty="0">
                          <a:solidFill>
                            <a:srgbClr val="002060"/>
                          </a:solidFill>
                          <a:latin typeface="Cambria Math"/>
                          <a:cs typeface="Cambria Math"/>
                        </a:rPr>
                        <a:t>(r</a:t>
                      </a:r>
                      <a:r>
                        <a:rPr lang="en-US" sz="1600" b="0" i="1" baseline="-25000" dirty="0">
                          <a:solidFill>
                            <a:srgbClr val="002060"/>
                          </a:solidFill>
                          <a:latin typeface="Cambria Math"/>
                          <a:cs typeface="Cambria Math"/>
                        </a:rPr>
                        <a:t>2</a:t>
                      </a:r>
                      <a:r>
                        <a:rPr lang="en-US" sz="1600" b="0" i="1" dirty="0">
                          <a:solidFill>
                            <a:srgbClr val="002060"/>
                          </a:solidFill>
                          <a:latin typeface="Cambria Math"/>
                          <a:cs typeface="Cambria Math"/>
                        </a:rPr>
                        <a:t> − r</a:t>
                      </a:r>
                      <a:r>
                        <a:rPr lang="en-US" sz="1600" b="0" i="1" baseline="-25000" dirty="0">
                          <a:solidFill>
                            <a:srgbClr val="002060"/>
                          </a:solidFill>
                          <a:latin typeface="Cambria Math"/>
                          <a:cs typeface="Cambria Math"/>
                        </a:rPr>
                        <a:t>1</a:t>
                      </a:r>
                      <a:r>
                        <a:rPr lang="en-US" sz="1600" b="0" i="1" dirty="0">
                          <a:solidFill>
                            <a:srgbClr val="002060"/>
                          </a:solidFill>
                          <a:latin typeface="Cambria Math"/>
                          <a:cs typeface="Cambria Math"/>
                        </a:rPr>
                        <a:t>) e</a:t>
                      </a:r>
                      <a:r>
                        <a:rPr lang="en-US" sz="1600" b="0" i="1" baseline="30000" dirty="0">
                          <a:solidFill>
                            <a:srgbClr val="002060"/>
                          </a:solidFill>
                          <a:latin typeface="Cambria Math"/>
                          <a:cs typeface="Cambria Math"/>
                        </a:rPr>
                        <a:t>(r₁+r₂)t</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buNone/>
                      </a:pPr>
                      <a:r>
                        <a:rPr lang="en-US" sz="1600" b="0" i="0" dirty="0">
                          <a:solidFill>
                            <a:srgbClr val="002060"/>
                          </a:solidFill>
                          <a:latin typeface="LM Roman 10"/>
                          <a:cs typeface="LM Roman 10"/>
                        </a:rPr>
                        <a:t>= 0</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600" b="0" i="1" dirty="0">
                          <a:solidFill>
                            <a:srgbClr val="002060"/>
                          </a:solidFill>
                          <a:latin typeface="Cambria Math"/>
                          <a:cs typeface="Cambria Math"/>
                        </a:rPr>
                        <a:t>r double</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600" b="0" i="1" dirty="0">
                          <a:solidFill>
                            <a:srgbClr val="002060"/>
                          </a:solidFill>
                          <a:latin typeface="Cambria Math"/>
                          <a:cs typeface="Cambria Math"/>
                        </a:rPr>
                        <a:t>(C</a:t>
                      </a:r>
                      <a:r>
                        <a:rPr lang="en-US" sz="1600" b="0" i="1" baseline="-25000" dirty="0">
                          <a:solidFill>
                            <a:srgbClr val="002060"/>
                          </a:solidFill>
                          <a:latin typeface="Cambria Math"/>
                          <a:cs typeface="Cambria Math"/>
                        </a:rPr>
                        <a:t>1</a:t>
                      </a:r>
                      <a:r>
                        <a:rPr lang="en-US" sz="1600" b="0" i="1" dirty="0">
                          <a:solidFill>
                            <a:srgbClr val="002060"/>
                          </a:solidFill>
                          <a:latin typeface="Cambria Math"/>
                          <a:cs typeface="Cambria Math"/>
                        </a:rPr>
                        <a:t> + C</a:t>
                      </a:r>
                      <a:r>
                        <a:rPr lang="en-US" sz="1600" b="0" i="1" baseline="-25000" dirty="0">
                          <a:solidFill>
                            <a:srgbClr val="002060"/>
                          </a:solidFill>
                          <a:latin typeface="Cambria Math"/>
                          <a:cs typeface="Cambria Math"/>
                        </a:rPr>
                        <a:t>2</a:t>
                      </a:r>
                      <a:r>
                        <a:rPr lang="en-US" sz="1600" b="0" i="1" dirty="0">
                          <a:solidFill>
                            <a:srgbClr val="002060"/>
                          </a:solidFill>
                          <a:latin typeface="Cambria Math"/>
                          <a:cs typeface="Cambria Math"/>
                        </a:rPr>
                        <a:t>t) e</a:t>
                      </a:r>
                      <a:r>
                        <a:rPr lang="en-US" sz="1600" b="0" i="1" baseline="30000" dirty="0">
                          <a:solidFill>
                            <a:srgbClr val="002060"/>
                          </a:solidFill>
                          <a:latin typeface="Cambria Math"/>
                          <a:cs typeface="Cambria Math"/>
                        </a:rPr>
                        <a:t>rt</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tc>
                  <a:txBody>
                    <a:bodyPr/>
                    <a:lstStyle/>
                    <a:p>
                      <a:pPr algn="l">
                        <a:spcAft>
                          <a:spcPts val="0"/>
                        </a:spcAft>
                        <a:buNone/>
                      </a:pPr>
                      <a:r>
                        <a:rPr lang="en-US" sz="1600" b="0" i="1" dirty="0">
                          <a:solidFill>
                            <a:srgbClr val="002060"/>
                          </a:solidFill>
                          <a:latin typeface="Cambria Math"/>
                          <a:cs typeface="Cambria Math"/>
                        </a:rPr>
                        <a:t>e</a:t>
                      </a:r>
                      <a:r>
                        <a:rPr lang="en-US" sz="1600" b="0" i="1" baseline="30000" dirty="0">
                          <a:solidFill>
                            <a:srgbClr val="002060"/>
                          </a:solidFill>
                          <a:latin typeface="Cambria Math"/>
                          <a:cs typeface="Cambria Math"/>
                        </a:rPr>
                        <a:t>2rt</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EAF0F8"/>
                    </a:solidFill>
                  </a:tcPr>
                </a:tc>
                <a:extLst>
                  <a:ext uri="{0D108BD9-81ED-4DB2-BD59-A6C34878D82A}">
                    <a16:rowId xmlns:a16="http://schemas.microsoft.com/office/drawing/2014/main" val="10002"/>
                  </a:ext>
                </a:extLst>
              </a:tr>
              <a:tr h="457200">
                <a:tc>
                  <a:txBody>
                    <a:bodyPr/>
                    <a:lstStyle/>
                    <a:p>
                      <a:pPr algn="l">
                        <a:spcAft>
                          <a:spcPts val="0"/>
                        </a:spcAft>
                        <a:buNone/>
                      </a:pPr>
                      <a:r>
                        <a:rPr lang="en-US" sz="1600" b="0" i="0" dirty="0">
                          <a:solidFill>
                            <a:srgbClr val="002060"/>
                          </a:solidFill>
                          <a:latin typeface="LM Roman 10"/>
                          <a:cs typeface="LM Roman 10"/>
                        </a:rPr>
                        <a:t>&lt; 0</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600" b="0" i="1" dirty="0">
                          <a:solidFill>
                            <a:srgbClr val="002060"/>
                          </a:solidFill>
                          <a:latin typeface="Cambria Math"/>
                          <a:cs typeface="Cambria Math"/>
                        </a:rPr>
                        <a:t>α ± iβ</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600" b="0" i="1" dirty="0">
                          <a:solidFill>
                            <a:srgbClr val="002060"/>
                          </a:solidFill>
                          <a:latin typeface="Cambria Math"/>
                          <a:cs typeface="Cambria Math"/>
                        </a:rPr>
                        <a:t>e</a:t>
                      </a:r>
                      <a:r>
                        <a:rPr lang="en-US" sz="1600" b="0" i="1" baseline="30000" dirty="0">
                          <a:solidFill>
                            <a:srgbClr val="002060"/>
                          </a:solidFill>
                          <a:latin typeface="Cambria Math"/>
                          <a:cs typeface="Cambria Math"/>
                        </a:rPr>
                        <a:t>αt</a:t>
                      </a:r>
                      <a:r>
                        <a:rPr lang="en-US" sz="1600" b="0" i="1" dirty="0">
                          <a:solidFill>
                            <a:srgbClr val="002060"/>
                          </a:solidFill>
                          <a:latin typeface="Cambria Math"/>
                          <a:cs typeface="Cambria Math"/>
                        </a:rPr>
                        <a:t>(C</a:t>
                      </a:r>
                      <a:r>
                        <a:rPr lang="en-US" sz="1600" b="0" i="1" baseline="-25000" dirty="0">
                          <a:solidFill>
                            <a:srgbClr val="002060"/>
                          </a:solidFill>
                          <a:latin typeface="Cambria Math"/>
                          <a:cs typeface="Cambria Math"/>
                        </a:rPr>
                        <a:t>1</a:t>
                      </a:r>
                      <a:r>
                        <a:rPr lang="en-US" sz="1600" b="0" i="1" dirty="0">
                          <a:solidFill>
                            <a:srgbClr val="002060"/>
                          </a:solidFill>
                          <a:latin typeface="Cambria Math"/>
                          <a:cs typeface="Cambria Math"/>
                        </a:rPr>
                        <a:t> cos βt + C</a:t>
                      </a:r>
                      <a:r>
                        <a:rPr lang="en-US" sz="1600" b="0" i="1" baseline="-25000" dirty="0">
                          <a:solidFill>
                            <a:srgbClr val="002060"/>
                          </a:solidFill>
                          <a:latin typeface="Cambria Math"/>
                          <a:cs typeface="Cambria Math"/>
                        </a:rPr>
                        <a:t>2</a:t>
                      </a:r>
                      <a:r>
                        <a:rPr lang="en-US" sz="1600" b="0" i="1" dirty="0">
                          <a:solidFill>
                            <a:srgbClr val="002060"/>
                          </a:solidFill>
                          <a:latin typeface="Cambria Math"/>
                          <a:cs typeface="Cambria Math"/>
                        </a:rPr>
                        <a:t> sin βt)</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tc>
                  <a:txBody>
                    <a:bodyPr/>
                    <a:lstStyle/>
                    <a:p>
                      <a:pPr algn="l">
                        <a:spcAft>
                          <a:spcPts val="0"/>
                        </a:spcAft>
                        <a:buNone/>
                      </a:pPr>
                      <a:r>
                        <a:rPr lang="en-US" sz="1600" b="0" i="1" dirty="0">
                          <a:solidFill>
                            <a:srgbClr val="002060"/>
                          </a:solidFill>
                          <a:latin typeface="Cambria Math"/>
                          <a:cs typeface="Cambria Math"/>
                        </a:rPr>
                        <a:t>β e</a:t>
                      </a:r>
                      <a:r>
                        <a:rPr lang="en-US" sz="1600" b="0" i="1" baseline="30000" dirty="0">
                          <a:solidFill>
                            <a:srgbClr val="002060"/>
                          </a:solidFill>
                          <a:latin typeface="Cambria Math"/>
                          <a:cs typeface="Cambria Math"/>
                        </a:rPr>
                        <a:t>2αt</a:t>
                      </a:r>
                      <a:endParaRPr lang="en-US" sz="1600"/>
                    </a:p>
                  </a:txBody>
                  <a:tcPr marL="73152" marR="73152" anchor="ctr">
                    <a:lnL w="6350">
                      <a:solidFill>
                        <a:srgbClr val="D0D7E5"/>
                      </a:solidFill>
                    </a:lnL>
                    <a:lnR w="6350">
                      <a:solidFill>
                        <a:srgbClr val="D0D7E5"/>
                      </a:solidFill>
                    </a:lnR>
                    <a:lnT w="6350">
                      <a:solidFill>
                        <a:srgbClr val="D0D7E5"/>
                      </a:solidFill>
                    </a:lnT>
                    <a:lnB w="6350">
                      <a:solidFill>
                        <a:srgbClr val="D0D7E5"/>
                      </a:solidFill>
                    </a:lnB>
                    <a:solidFill>
                      <a:srgbClr val="FFFFFF"/>
                    </a:solidFill>
                  </a:tcPr>
                </a:tc>
                <a:extLst>
                  <a:ext uri="{0D108BD9-81ED-4DB2-BD59-A6C34878D82A}">
                    <a16:rowId xmlns:a16="http://schemas.microsoft.com/office/drawing/2014/main" val="10003"/>
                  </a:ext>
                </a:extLst>
              </a:tr>
            </a:tbl>
          </a:graphicData>
        </a:graphic>
      </p:graphicFrame>
      <p:sp>
        <p:nvSpPr>
          <p:cNvPr id="103" name="Text"/>
          <p:cNvSpPr txBox="1"/>
          <p:nvPr/>
        </p:nvSpPr>
        <p:spPr>
          <a:xfrm>
            <a:off x="548640" y="3931920"/>
            <a:ext cx="11155680" cy="54864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002060"/>
                </a:solidFill>
                <a:latin typeface="LM Roman 10"/>
                <a:cs typeface="LM Roman 10"/>
              </a:rPr>
              <a:t>Vieta: </a:t>
            </a:r>
            <a:r>
              <a:rPr lang="en-US" sz="1800" b="0" i="1" dirty="0">
                <a:solidFill>
                  <a:srgbClr val="002060"/>
                </a:solidFill>
                <a:latin typeface="Cambria Math"/>
                <a:cs typeface="Cambria Math"/>
              </a:rPr>
              <a:t>r</a:t>
            </a:r>
            <a:r>
              <a:rPr lang="en-US" sz="1800" b="0" i="1" baseline="-25000" dirty="0">
                <a:solidFill>
                  <a:srgbClr val="002060"/>
                </a:solidFill>
                <a:latin typeface="Cambria Math"/>
                <a:cs typeface="Cambria Math"/>
              </a:rPr>
              <a:t>1</a:t>
            </a:r>
            <a:r>
              <a:rPr lang="en-US" sz="1800" b="0" i="1" dirty="0">
                <a:solidFill>
                  <a:srgbClr val="002060"/>
                </a:solidFill>
                <a:latin typeface="Cambria Math"/>
                <a:cs typeface="Cambria Math"/>
              </a:rPr>
              <a:t> + r</a:t>
            </a:r>
            <a:r>
              <a:rPr lang="en-US" sz="1800" b="0" i="1" baseline="-25000" dirty="0">
                <a:solidFill>
                  <a:srgbClr val="002060"/>
                </a:solidFill>
                <a:latin typeface="Cambria Math"/>
                <a:cs typeface="Cambria Math"/>
              </a:rPr>
              <a:t>2</a:t>
            </a:r>
            <a:r>
              <a:rPr lang="en-US" sz="1800" b="0" i="1" dirty="0">
                <a:solidFill>
                  <a:srgbClr val="002060"/>
                </a:solidFill>
                <a:latin typeface="Cambria Math"/>
                <a:cs typeface="Cambria Math"/>
              </a:rPr>
              <a:t> = −b/a</a:t>
            </a:r>
            <a:r>
              <a:rPr lang="en-US" sz="1800" b="0" i="0" dirty="0">
                <a:solidFill>
                  <a:srgbClr val="002060"/>
                </a:solidFill>
                <a:latin typeface="LM Roman 10"/>
                <a:cs typeface="LM Roman 10"/>
              </a:rPr>
              <a:t>, so in every case W ∝ e</a:t>
            </a:r>
            <a:r>
              <a:rPr lang="en-US" sz="1800" b="0" i="0" baseline="30000" dirty="0">
                <a:solidFill>
                  <a:srgbClr val="002060"/>
                </a:solidFill>
                <a:latin typeface="LM Roman 10"/>
                <a:cs typeface="LM Roman 10"/>
              </a:rPr>
              <a:t>−bt/a</a:t>
            </a:r>
            <a:r>
              <a:rPr lang="en-US" sz="1800" b="0" i="0" dirty="0">
                <a:solidFill>
                  <a:srgbClr val="002060"/>
                </a:solidFill>
                <a:latin typeface="LM Roman 10"/>
                <a:cs typeface="LM Roman 10"/>
              </a:rPr>
              <a:t> — exactly Abel’s theorem.</a:t>
            </a:r>
            <a:endParaRPr lang="en-US" sz="1800"/>
          </a:p>
        </p:txBody>
      </p:sp>
      <p:sp>
        <p:nvSpPr>
          <p:cNvPr id="104" name="Text"/>
          <p:cNvSpPr txBox="1"/>
          <p:nvPr/>
        </p:nvSpPr>
        <p:spPr>
          <a:xfrm>
            <a:off x="548640" y="4572000"/>
            <a:ext cx="1115568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Sample problem 3: </a:t>
            </a:r>
            <a:r>
              <a:rPr lang="en-US" sz="1800" b="0" i="0" dirty="0">
                <a:solidFill>
                  <a:srgbClr val="002060"/>
                </a:solidFill>
                <a:latin typeface="LM Roman 10"/>
                <a:cs typeface="LM Roman 10"/>
              </a:rPr>
              <a:t>y″ − 6y′ + 13y = 0, y(0) = 0, y′(0) = 10   (Lebl, Example 2.2.4)</a:t>
            </a:r>
            <a:endParaRPr lang="en-US" sz="1800"/>
          </a:p>
        </p:txBody>
      </p:sp>
      <mc:AlternateContent xmlns:mc="http://schemas.openxmlformats.org/markup-compatibility/2006" xmlns:a14="http://schemas.microsoft.com/office/drawing/2010/main">
        <mc:Choice Requires="a14">
          <p:sp>
            <p:nvSpPr>
              <p:cNvPr id="105" name="Equation 105"/>
              <p:cNvSpPr txBox="1"/>
              <p:nvPr/>
            </p:nvSpPr>
            <p:spPr>
              <a:xfrm>
                <a:off x="1637005" y="5065776"/>
                <a:ext cx="8978951" cy="451409"/>
              </a:xfrm>
              <a:prstGeom prst="rect">
                <a:avLst/>
              </a:prstGeom>
              <a:noFill/>
            </p:spPr>
            <p:txBody>
              <a:bodyPr wrap="none" lIns="54864" tIns="54864" rIns="54864" bIns="54864" anchor="ctr">
                <a:noAutofit/>
              </a:bodyPr>
              <a:lstStyle/>
              <a:p>
                <a:pPr algn="ctr"/>
                <a14:m>
                  <m:oMathPara xmlns:m="http://schemas.openxmlformats.org/officeDocument/2006/math">
                    <m:oMathParaPr>
                      <m:jc m:val="center"/>
                    </m:oMathParaPr>
                    <m:oMath>
                      <m:sSup>
                        <m:sSupPr>
                          <m:ctrlPr>
                            <a:rPr lang="en-US" sz="1900" b="0" i="1">
                              <a:solidFill>
                                <a:srgbClr val="BF6019"/>
                              </a:solidFill>
                              <a:latin typeface="Cambria Math"/>
                              <a:cs typeface="Cambria Math"/>
                            </a:rPr>
                          </m:ctrlPr>
                        </m:sSupPr>
                        <m:e>
                          <m:r>
                            <a:rPr lang="en-US" sz="1900" b="0" i="1">
                              <a:solidFill>
                                <a:srgbClr val="BF6019"/>
                              </a:solidFill>
                              <a:latin typeface="Cambria Math"/>
                              <a:cs typeface="Cambria Math"/>
                            </a:rPr>
                            <m:t>𝑟</m:t>
                          </m:r>
                        </m:e>
                        <m:sup>
                          <m:r>
                            <a:rPr lang="en-US" sz="1900" b="0" i="1">
                              <a:solidFill>
                                <a:srgbClr val="BF6019"/>
                              </a:solidFill>
                              <a:latin typeface="Cambria Math"/>
                              <a:cs typeface="Cambria Math"/>
                            </a:rPr>
                            <m:t>2</m:t>
                          </m:r>
                        </m:sup>
                      </m:sSup>
                      <m:r>
                        <a:rPr lang="en-US" sz="1900" b="0" i="0">
                          <a:solidFill>
                            <a:srgbClr val="BF6019"/>
                          </a:solidFill>
                          <a:latin typeface="Cambria Math"/>
                          <a:cs typeface="Cambria Math"/>
                        </a:rPr>
                        <m:t>−</m:t>
                      </m:r>
                      <m:r>
                        <a:rPr lang="en-US" sz="1900" b="0" i="1">
                          <a:solidFill>
                            <a:srgbClr val="BF6019"/>
                          </a:solidFill>
                          <a:latin typeface="Cambria Math"/>
                          <a:cs typeface="Cambria Math"/>
                        </a:rPr>
                        <m:t>6</m:t>
                      </m:r>
                      <m:r>
                        <a:rPr lang="en-US" sz="1900" b="0" i="1">
                          <a:solidFill>
                            <a:srgbClr val="BF6019"/>
                          </a:solidFill>
                          <a:latin typeface="Cambria Math"/>
                          <a:cs typeface="Cambria Math"/>
                        </a:rPr>
                        <m:t>𝑟</m:t>
                      </m:r>
                      <m:r>
                        <a:rPr lang="en-US" sz="1900" b="0" i="0">
                          <a:solidFill>
                            <a:srgbClr val="BF6019"/>
                          </a:solidFill>
                          <a:latin typeface="Cambria Math"/>
                          <a:cs typeface="Cambria Math"/>
                        </a:rPr>
                        <m:t>+</m:t>
                      </m:r>
                      <m:r>
                        <a:rPr lang="en-US" sz="1900" b="0" i="1">
                          <a:solidFill>
                            <a:srgbClr val="BF6019"/>
                          </a:solidFill>
                          <a:latin typeface="Cambria Math"/>
                          <a:cs typeface="Cambria Math"/>
                        </a:rPr>
                        <m:t>13</m:t>
                      </m:r>
                      <m:r>
                        <a:rPr lang="en-US" sz="1900" b="0" i="0">
                          <a:solidFill>
                            <a:srgbClr val="BF6019"/>
                          </a:solidFill>
                          <a:latin typeface="Cambria Math"/>
                          <a:cs typeface="Cambria Math"/>
                        </a:rPr>
                        <m:t>=</m:t>
                      </m:r>
                      <m:r>
                        <a:rPr lang="en-US" sz="1900" b="0" i="1">
                          <a:solidFill>
                            <a:srgbClr val="BF6019"/>
                          </a:solidFill>
                          <a:latin typeface="Cambria Math"/>
                          <a:cs typeface="Cambria Math"/>
                        </a:rPr>
                        <m:t>0 </m:t>
                      </m:r>
                      <m:r>
                        <a:rPr lang="en-US" sz="1900" b="0" i="0">
                          <a:solidFill>
                            <a:srgbClr val="BF6019"/>
                          </a:solidFill>
                          <a:latin typeface="Cambria Math"/>
                          <a:cs typeface="Cambria Math"/>
                        </a:rPr>
                        <m:t>⇒</m:t>
                      </m:r>
                      <m:r>
                        <a:rPr lang="en-US" sz="1900" b="0" i="1">
                          <a:solidFill>
                            <a:srgbClr val="BF6019"/>
                          </a:solidFill>
                          <a:latin typeface="Cambria Math"/>
                          <a:cs typeface="Cambria Math"/>
                        </a:rPr>
                        <m:t> </m:t>
                      </m:r>
                      <m:r>
                        <a:rPr lang="en-US" sz="1900" b="0" i="1">
                          <a:solidFill>
                            <a:srgbClr val="BF6019"/>
                          </a:solidFill>
                          <a:latin typeface="Cambria Math"/>
                          <a:cs typeface="Cambria Math"/>
                        </a:rPr>
                        <m:t>𝑟</m:t>
                      </m:r>
                      <m:r>
                        <a:rPr lang="en-US" sz="1900" b="0" i="0">
                          <a:solidFill>
                            <a:srgbClr val="BF6019"/>
                          </a:solidFill>
                          <a:latin typeface="Cambria Math"/>
                          <a:cs typeface="Cambria Math"/>
                        </a:rPr>
                        <m:t>=</m:t>
                      </m:r>
                      <m:r>
                        <a:rPr lang="en-US" sz="1900" b="0" i="1">
                          <a:solidFill>
                            <a:srgbClr val="BF6019"/>
                          </a:solidFill>
                          <a:latin typeface="Cambria Math"/>
                          <a:cs typeface="Cambria Math"/>
                        </a:rPr>
                        <m:t>3</m:t>
                      </m:r>
                      <m:r>
                        <a:rPr lang="en-US" sz="1900" b="0" i="0">
                          <a:solidFill>
                            <a:srgbClr val="BF6019"/>
                          </a:solidFill>
                          <a:latin typeface="Cambria Math"/>
                          <a:cs typeface="Cambria Math"/>
                        </a:rPr>
                        <m:t>±</m:t>
                      </m:r>
                      <m:r>
                        <a:rPr lang="en-US" sz="1900" b="0" i="1">
                          <a:solidFill>
                            <a:srgbClr val="BF6019"/>
                          </a:solidFill>
                          <a:latin typeface="Cambria Math"/>
                          <a:cs typeface="Cambria Math"/>
                        </a:rPr>
                        <m:t>2</m:t>
                      </m:r>
                      <m:r>
                        <a:rPr lang="en-US" sz="1900" b="0" i="1">
                          <a:solidFill>
                            <a:srgbClr val="BF6019"/>
                          </a:solidFill>
                          <a:latin typeface="Cambria Math"/>
                          <a:cs typeface="Cambria Math"/>
                        </a:rPr>
                        <m:t>𝑖</m:t>
                      </m:r>
                      <m:r>
                        <a:rPr lang="en-US" sz="1900" b="0" i="1">
                          <a:solidFill>
                            <a:srgbClr val="BF6019"/>
                          </a:solidFill>
                          <a:latin typeface="Cambria Math"/>
                          <a:cs typeface="Cambria Math"/>
                        </a:rPr>
                        <m:t> ⇒ </m:t>
                      </m:r>
                      <m:r>
                        <a:rPr lang="en-US" sz="1900" b="0" i="1">
                          <a:solidFill>
                            <a:srgbClr val="BF6019"/>
                          </a:solidFill>
                          <a:latin typeface="Cambria Math"/>
                          <a:cs typeface="Cambria Math"/>
                        </a:rPr>
                        <m:t>𝑦</m:t>
                      </m:r>
                      <m:r>
                        <a:rPr lang="en-US" sz="1900" b="0" i="0">
                          <a:solidFill>
                            <a:srgbClr val="BF6019"/>
                          </a:solidFill>
                          <a:latin typeface="Cambria Math"/>
                          <a:cs typeface="Cambria Math"/>
                        </a:rPr>
                        <m:t>=</m:t>
                      </m:r>
                      <m:sSup>
                        <m:sSupPr>
                          <m:ctrlPr>
                            <a:rPr lang="en-US" sz="1900" b="0" i="1">
                              <a:solidFill>
                                <a:srgbClr val="BF6019"/>
                              </a:solidFill>
                              <a:latin typeface="Cambria Math"/>
                              <a:cs typeface="Cambria Math"/>
                            </a:rPr>
                          </m:ctrlPr>
                        </m:sSupPr>
                        <m:e>
                          <m:r>
                            <a:rPr lang="en-US" sz="1900" b="0" i="1">
                              <a:solidFill>
                                <a:srgbClr val="BF6019"/>
                              </a:solidFill>
                              <a:latin typeface="Cambria Math"/>
                              <a:cs typeface="Cambria Math"/>
                            </a:rPr>
                            <m:t>𝑒</m:t>
                          </m:r>
                        </m:e>
                        <m:sup>
                          <m:r>
                            <a:rPr lang="en-US" sz="1900" b="0" i="1">
                              <a:solidFill>
                                <a:srgbClr val="BF6019"/>
                              </a:solidFill>
                              <a:latin typeface="Cambria Math"/>
                              <a:cs typeface="Cambria Math"/>
                            </a:rPr>
                            <m:t>3</m:t>
                          </m:r>
                          <m:r>
                            <a:rPr lang="en-US" sz="1900" b="0" i="1">
                              <a:solidFill>
                                <a:srgbClr val="BF6019"/>
                              </a:solidFill>
                              <a:latin typeface="Cambria Math"/>
                              <a:cs typeface="Cambria Math"/>
                            </a:rPr>
                            <m:t>𝑡</m:t>
                          </m:r>
                        </m:sup>
                      </m:sSup>
                      <m:d>
                        <m:dPr>
                          <m:ctrlPr>
                            <a:rPr lang="en-US" sz="1900" b="0" i="1">
                              <a:solidFill>
                                <a:srgbClr val="BF6019"/>
                              </a:solidFill>
                              <a:latin typeface="Cambria Math"/>
                              <a:cs typeface="Cambria Math"/>
                            </a:rPr>
                          </m:ctrlPr>
                        </m:dPr>
                        <m:e>
                          <m:sSub>
                            <m:sSubPr>
                              <m:ctrlPr>
                                <a:rPr lang="en-US" sz="1900" b="0" i="1">
                                  <a:solidFill>
                                    <a:srgbClr val="BF6019"/>
                                  </a:solidFill>
                                  <a:latin typeface="Cambria Math"/>
                                  <a:cs typeface="Cambria Math"/>
                                </a:rPr>
                              </m:ctrlPr>
                            </m:sSubPr>
                            <m:e>
                              <m:r>
                                <a:rPr lang="en-US" sz="1900" b="0" i="1">
                                  <a:solidFill>
                                    <a:srgbClr val="BF6019"/>
                                  </a:solidFill>
                                  <a:latin typeface="Cambria Math"/>
                                  <a:cs typeface="Cambria Math"/>
                                </a:rPr>
                                <m:t>𝐶</m:t>
                              </m:r>
                            </m:e>
                            <m:sub>
                              <m:r>
                                <a:rPr lang="en-US" sz="1900" b="0" i="1">
                                  <a:solidFill>
                                    <a:srgbClr val="BF6019"/>
                                  </a:solidFill>
                                  <a:latin typeface="Cambria Math"/>
                                  <a:cs typeface="Cambria Math"/>
                                </a:rPr>
                                <m:t>1</m:t>
                              </m:r>
                            </m:sub>
                          </m:sSub>
                          <m:r>
                            <m:rPr>
                              <m:sty m:val="p"/>
                            </m:rPr>
                            <a:rPr lang="en-US" sz="1900" b="0" i="0">
                              <a:solidFill>
                                <a:srgbClr val="BF6019"/>
                              </a:solidFill>
                              <a:latin typeface="Cambria Math"/>
                              <a:cs typeface="Cambria Math"/>
                            </a:rPr>
                            <m:t>cos</m:t>
                          </m:r>
                          <m:r>
                            <a:rPr lang="en-US" sz="1900" b="0" i="1">
                              <a:solidFill>
                                <a:srgbClr val="BF6019"/>
                              </a:solidFill>
                              <a:latin typeface="Cambria Math"/>
                              <a:cs typeface="Cambria Math"/>
                            </a:rPr>
                            <m:t>2</m:t>
                          </m:r>
                          <m:r>
                            <a:rPr lang="en-US" sz="1900" b="0" i="1">
                              <a:solidFill>
                                <a:srgbClr val="BF6019"/>
                              </a:solidFill>
                              <a:latin typeface="Cambria Math"/>
                              <a:cs typeface="Cambria Math"/>
                            </a:rPr>
                            <m:t>𝑡</m:t>
                          </m:r>
                          <m:r>
                            <a:rPr lang="en-US" sz="1900" b="0" i="0">
                              <a:solidFill>
                                <a:srgbClr val="BF6019"/>
                              </a:solidFill>
                              <a:latin typeface="Cambria Math"/>
                              <a:cs typeface="Cambria Math"/>
                            </a:rPr>
                            <m:t>+</m:t>
                          </m:r>
                          <m:sSub>
                            <m:sSubPr>
                              <m:ctrlPr>
                                <a:rPr lang="en-US" sz="1900" b="0" i="1">
                                  <a:solidFill>
                                    <a:srgbClr val="BF6019"/>
                                  </a:solidFill>
                                  <a:latin typeface="Cambria Math"/>
                                  <a:cs typeface="Cambria Math"/>
                                </a:rPr>
                              </m:ctrlPr>
                            </m:sSubPr>
                            <m:e>
                              <m:r>
                                <a:rPr lang="en-US" sz="1900" b="0" i="1">
                                  <a:solidFill>
                                    <a:srgbClr val="BF6019"/>
                                  </a:solidFill>
                                  <a:latin typeface="Cambria Math"/>
                                  <a:cs typeface="Cambria Math"/>
                                </a:rPr>
                                <m:t>𝐶</m:t>
                              </m:r>
                            </m:e>
                            <m:sub>
                              <m:r>
                                <a:rPr lang="en-US" sz="1900" b="0" i="1">
                                  <a:solidFill>
                                    <a:srgbClr val="BF6019"/>
                                  </a:solidFill>
                                  <a:latin typeface="Cambria Math"/>
                                  <a:cs typeface="Cambria Math"/>
                                </a:rPr>
                                <m:t>2</m:t>
                              </m:r>
                            </m:sub>
                          </m:sSub>
                          <m:r>
                            <m:rPr>
                              <m:sty m:val="p"/>
                            </m:rPr>
                            <a:rPr lang="en-US" sz="1900" b="0" i="0">
                              <a:solidFill>
                                <a:srgbClr val="BF6019"/>
                              </a:solidFill>
                              <a:latin typeface="Cambria Math"/>
                              <a:cs typeface="Cambria Math"/>
                            </a:rPr>
                            <m:t>sin</m:t>
                          </m:r>
                          <m:r>
                            <a:rPr lang="en-US" sz="1900" b="0" i="1">
                              <a:solidFill>
                                <a:srgbClr val="BF6019"/>
                              </a:solidFill>
                              <a:latin typeface="Cambria Math"/>
                              <a:cs typeface="Cambria Math"/>
                            </a:rPr>
                            <m:t>2</m:t>
                          </m:r>
                          <m:r>
                            <a:rPr lang="en-US" sz="1900" b="0" i="1">
                              <a:solidFill>
                                <a:srgbClr val="BF6019"/>
                              </a:solidFill>
                              <a:latin typeface="Cambria Math"/>
                              <a:cs typeface="Cambria Math"/>
                            </a:rPr>
                            <m:t>𝑡</m:t>
                          </m:r>
                        </m:e>
                      </m:d>
                      <m:r>
                        <a:rPr lang="en-US" sz="1900" b="0" i="1">
                          <a:solidFill>
                            <a:srgbClr val="BF6019"/>
                          </a:solidFill>
                          <a:latin typeface="Cambria Math"/>
                          <a:cs typeface="Cambria Math"/>
                        </a:rPr>
                        <m:t> </m:t>
                      </m:r>
                      <m:r>
                        <a:rPr lang="en-US" sz="1900" b="0" i="0">
                          <a:solidFill>
                            <a:srgbClr val="BF6019"/>
                          </a:solidFill>
                          <a:latin typeface="Cambria Math"/>
                          <a:cs typeface="Cambria Math"/>
                        </a:rPr>
                        <m:t>⇒</m:t>
                      </m:r>
                      <m:r>
                        <a:rPr lang="en-US" sz="1900" b="0" i="1">
                          <a:solidFill>
                            <a:srgbClr val="BF6019"/>
                          </a:solidFill>
                          <a:latin typeface="Cambria Math"/>
                          <a:cs typeface="Cambria Math"/>
                        </a:rPr>
                        <m:t> </m:t>
                      </m:r>
                      <m:r>
                        <a:rPr lang="en-US" sz="1900" b="0" i="1">
                          <a:solidFill>
                            <a:srgbClr val="BF6019"/>
                          </a:solidFill>
                          <a:latin typeface="Cambria Math"/>
                          <a:cs typeface="Cambria Math"/>
                        </a:rPr>
                        <m:t>𝑦</m:t>
                      </m:r>
                      <m:r>
                        <a:rPr lang="en-US" sz="1900" b="0" i="0">
                          <a:solidFill>
                            <a:srgbClr val="BF6019"/>
                          </a:solidFill>
                          <a:latin typeface="Cambria Math"/>
                          <a:cs typeface="Cambria Math"/>
                        </a:rPr>
                        <m:t>=</m:t>
                      </m:r>
                      <m:r>
                        <a:rPr lang="en-US" sz="1900" b="0" i="1">
                          <a:solidFill>
                            <a:srgbClr val="BF6019"/>
                          </a:solidFill>
                          <a:latin typeface="Cambria Math"/>
                          <a:cs typeface="Cambria Math"/>
                        </a:rPr>
                        <m:t>5 </m:t>
                      </m:r>
                      <m:sSup>
                        <m:sSupPr>
                          <m:ctrlPr>
                            <a:rPr lang="en-US" sz="1900" b="0" i="1">
                              <a:solidFill>
                                <a:srgbClr val="BF6019"/>
                              </a:solidFill>
                              <a:latin typeface="Cambria Math"/>
                              <a:cs typeface="Cambria Math"/>
                            </a:rPr>
                          </m:ctrlPr>
                        </m:sSupPr>
                        <m:e>
                          <m:r>
                            <a:rPr lang="en-US" sz="1900" b="0" i="1">
                              <a:solidFill>
                                <a:srgbClr val="BF6019"/>
                              </a:solidFill>
                              <a:latin typeface="Cambria Math"/>
                              <a:cs typeface="Cambria Math"/>
                            </a:rPr>
                            <m:t>𝑒</m:t>
                          </m:r>
                        </m:e>
                        <m:sup>
                          <m:r>
                            <a:rPr lang="en-US" sz="1900" b="0" i="1">
                              <a:solidFill>
                                <a:srgbClr val="BF6019"/>
                              </a:solidFill>
                              <a:latin typeface="Cambria Math"/>
                              <a:cs typeface="Cambria Math"/>
                            </a:rPr>
                            <m:t>3</m:t>
                          </m:r>
                          <m:r>
                            <a:rPr lang="en-US" sz="1900" b="0" i="1">
                              <a:solidFill>
                                <a:srgbClr val="BF6019"/>
                              </a:solidFill>
                              <a:latin typeface="Cambria Math"/>
                              <a:cs typeface="Cambria Math"/>
                            </a:rPr>
                            <m:t>𝑡</m:t>
                          </m:r>
                        </m:sup>
                      </m:sSup>
                      <m:r>
                        <m:rPr>
                          <m:sty m:val="p"/>
                        </m:rPr>
                        <a:rPr lang="en-US" sz="1900" b="0" i="0">
                          <a:solidFill>
                            <a:srgbClr val="BF6019"/>
                          </a:solidFill>
                          <a:latin typeface="Cambria Math"/>
                          <a:cs typeface="Cambria Math"/>
                        </a:rPr>
                        <m:t>sin</m:t>
                      </m:r>
                      <m:r>
                        <a:rPr lang="en-US" sz="1900" b="0" i="1">
                          <a:solidFill>
                            <a:srgbClr val="BF6019"/>
                          </a:solidFill>
                          <a:latin typeface="Cambria Math"/>
                          <a:cs typeface="Cambria Math"/>
                        </a:rPr>
                        <m:t>2</m:t>
                      </m:r>
                      <m:r>
                        <a:rPr lang="en-US" sz="1900" b="0" i="1">
                          <a:solidFill>
                            <a:srgbClr val="BF6019"/>
                          </a:solidFill>
                          <a:latin typeface="Cambria Math"/>
                          <a:cs typeface="Cambria Math"/>
                        </a:rPr>
                        <m:t>𝑡</m:t>
                      </m:r>
                    </m:oMath>
                  </m:oMathPara>
                </a14:m>
                <a:endParaRPr lang="en-US" sz="1900"/>
              </a:p>
            </p:txBody>
          </p:sp>
        </mc:Choice>
        <mc:Fallback xmlns="">
          <p:pic>
            <p:nvPicPr>
              <p:cNvPr id="105" name="Equation 105" descr="r^2-6r+13=0\;\Rightarrow\;r=3\pm 2i\;\Rightarrow\;y=e^{3t}\left(C_1\cos 2t+C_2\sin 2t\right)\;\Rightarrow\;y=5\,e^{3t}\sin 2t"/>
              <p:cNvPicPr>
                <a:picLocks noChangeAspect="1"/>
              </p:cNvPicPr>
              <p:nvPr/>
            </p:nvPicPr>
            <p:blipFill>
              <a:blip r:embed="rId5"/>
              <a:stretch>
                <a:fillRect/>
              </a:stretch>
            </p:blipFill>
            <p:spPr>
              <a:xfrm>
                <a:off x="1691869" y="5120640"/>
                <a:ext cx="8869223" cy="341681"/>
              </a:xfrm>
              <a:prstGeom prst="rect">
                <a:avLst/>
              </a:prstGeom>
            </p:spPr>
          </p:pic>
        </mc:Fallback>
      </mc:AlternateContent>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The mass–spring–damper</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14</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101" name="Equation 101"/>
              <p:cNvSpPr txBox="1"/>
              <p:nvPr/>
            </p:nvSpPr>
            <p:spPr>
              <a:xfrm>
                <a:off x="493776" y="1225296"/>
                <a:ext cx="6062472" cy="704088"/>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2000" b="0" i="1">
                          <a:solidFill>
                            <a:srgbClr val="BF6019"/>
                          </a:solidFill>
                          <a:latin typeface="Cambria Math"/>
                          <a:cs typeface="Cambria Math"/>
                        </a:rPr>
                        <m:t>𝑚</m:t>
                      </m:r>
                      <m:r>
                        <a:rPr lang="en-US" sz="2000" b="0" i="1">
                          <a:solidFill>
                            <a:srgbClr val="BF6019"/>
                          </a:solidFill>
                          <a:latin typeface="Cambria Math"/>
                          <a:cs typeface="Cambria Math"/>
                        </a:rPr>
                        <m:t> </m:t>
                      </m:r>
                      <m:r>
                        <a:rPr lang="en-US" sz="2000" b="0" i="1">
                          <a:solidFill>
                            <a:srgbClr val="BF6019"/>
                          </a:solidFill>
                          <a:latin typeface="Cambria Math"/>
                          <a:cs typeface="Cambria Math"/>
                        </a:rPr>
                        <m:t>𝑥</m:t>
                      </m:r>
                      <m:r>
                        <a:rPr lang="en-US" sz="2000" b="0" i="0">
                          <a:solidFill>
                            <a:srgbClr val="BF6019"/>
                          </a:solidFill>
                          <a:latin typeface="Cambria Math"/>
                          <a:cs typeface="Cambria Math"/>
                        </a:rPr>
                        <m:t>″+</m:t>
                      </m:r>
                      <m:r>
                        <a:rPr lang="en-US" sz="2000" b="0" i="1">
                          <a:solidFill>
                            <a:srgbClr val="BF6019"/>
                          </a:solidFill>
                          <a:latin typeface="Cambria Math"/>
                          <a:cs typeface="Cambria Math"/>
                        </a:rPr>
                        <m:t>𝑐</m:t>
                      </m:r>
                      <m:r>
                        <a:rPr lang="en-US" sz="2000" b="0" i="1">
                          <a:solidFill>
                            <a:srgbClr val="BF6019"/>
                          </a:solidFill>
                          <a:latin typeface="Cambria Math"/>
                          <a:cs typeface="Cambria Math"/>
                        </a:rPr>
                        <m:t> </m:t>
                      </m:r>
                      <m:r>
                        <a:rPr lang="en-US" sz="2000" b="0" i="1">
                          <a:solidFill>
                            <a:srgbClr val="BF6019"/>
                          </a:solidFill>
                          <a:latin typeface="Cambria Math"/>
                          <a:cs typeface="Cambria Math"/>
                        </a:rPr>
                        <m:t>𝑥</m:t>
                      </m:r>
                      <m:r>
                        <a:rPr lang="en-US" sz="2000" b="0" i="0">
                          <a:solidFill>
                            <a:srgbClr val="BF6019"/>
                          </a:solidFill>
                          <a:latin typeface="Cambria Math"/>
                          <a:cs typeface="Cambria Math"/>
                        </a:rPr>
                        <m:t>′+</m:t>
                      </m:r>
                      <m:r>
                        <a:rPr lang="en-US" sz="2000" b="0" i="1">
                          <a:solidFill>
                            <a:srgbClr val="BF6019"/>
                          </a:solidFill>
                          <a:latin typeface="Cambria Math"/>
                          <a:cs typeface="Cambria Math"/>
                        </a:rPr>
                        <m:t>𝑘</m:t>
                      </m:r>
                      <m:r>
                        <a:rPr lang="en-US" sz="2000" b="0" i="1">
                          <a:solidFill>
                            <a:srgbClr val="BF6019"/>
                          </a:solidFill>
                          <a:latin typeface="Cambria Math"/>
                          <a:cs typeface="Cambria Math"/>
                        </a:rPr>
                        <m:t> </m:t>
                      </m:r>
                      <m:r>
                        <a:rPr lang="en-US" sz="2000" b="0" i="1">
                          <a:solidFill>
                            <a:srgbClr val="BF6019"/>
                          </a:solidFill>
                          <a:latin typeface="Cambria Math"/>
                          <a:cs typeface="Cambria Math"/>
                        </a:rPr>
                        <m:t>𝑥</m:t>
                      </m:r>
                      <m:r>
                        <a:rPr lang="en-US" sz="2000" b="0" i="0">
                          <a:solidFill>
                            <a:srgbClr val="BF6019"/>
                          </a:solidFill>
                          <a:latin typeface="Cambria Math"/>
                          <a:cs typeface="Cambria Math"/>
                        </a:rPr>
                        <m:t>=</m:t>
                      </m:r>
                      <m:r>
                        <a:rPr lang="en-US" sz="2000" b="0" i="1">
                          <a:solidFill>
                            <a:srgbClr val="BF6019"/>
                          </a:solidFill>
                          <a:latin typeface="Cambria Math"/>
                          <a:cs typeface="Cambria Math"/>
                        </a:rPr>
                        <m:t>0</m:t>
                      </m:r>
                      <m:r>
                        <a:rPr lang="en-US" sz="2000" b="0" i="0">
                          <a:solidFill>
                            <a:srgbClr val="BF6019"/>
                          </a:solidFill>
                          <a:latin typeface="Cambria Math"/>
                          <a:cs typeface="Cambria Math"/>
                        </a:rPr>
                        <m:t>,</m:t>
                      </m:r>
                      <m:r>
                        <a:rPr lang="en-US" sz="2000" b="0" i="1">
                          <a:solidFill>
                            <a:srgbClr val="BF6019"/>
                          </a:solidFill>
                          <a:latin typeface="Cambria Math"/>
                          <a:cs typeface="Cambria Math"/>
                        </a:rPr>
                        <m:t>  </m:t>
                      </m:r>
                      <m:sSub>
                        <m:sSubPr>
                          <m:ctrlPr>
                            <a:rPr lang="en-US" sz="2000" b="0" i="1">
                              <a:solidFill>
                                <a:srgbClr val="BF6019"/>
                              </a:solidFill>
                              <a:latin typeface="Cambria Math"/>
                              <a:cs typeface="Cambria Math"/>
                            </a:rPr>
                          </m:ctrlPr>
                        </m:sSubPr>
                        <m:e>
                          <m:r>
                            <a:rPr lang="en-US" sz="2000" b="0" i="1">
                              <a:solidFill>
                                <a:srgbClr val="BF6019"/>
                              </a:solidFill>
                              <a:latin typeface="Cambria Math"/>
                              <a:cs typeface="Cambria Math"/>
                            </a:rPr>
                            <m:t>𝜔</m:t>
                          </m:r>
                        </m:e>
                        <m:sub>
                          <m:r>
                            <a:rPr lang="en-US" sz="2000" b="0" i="1">
                              <a:solidFill>
                                <a:srgbClr val="BF6019"/>
                              </a:solidFill>
                              <a:latin typeface="Cambria Math"/>
                              <a:cs typeface="Cambria Math"/>
                            </a:rPr>
                            <m:t>0</m:t>
                          </m:r>
                        </m:sub>
                      </m:sSub>
                      <m:r>
                        <a:rPr lang="en-US" sz="2000" b="0" i="0">
                          <a:solidFill>
                            <a:srgbClr val="BF6019"/>
                          </a:solidFill>
                          <a:latin typeface="Cambria Math"/>
                          <a:cs typeface="Cambria Math"/>
                        </a:rPr>
                        <m:t>=</m:t>
                      </m:r>
                      <m:rad>
                        <m:radPr>
                          <m:degHide m:val="on"/>
                          <m:ctrlPr>
                            <a:rPr lang="en-US" sz="2000" b="0" i="1">
                              <a:solidFill>
                                <a:srgbClr val="BF6019"/>
                              </a:solidFill>
                              <a:latin typeface="Cambria Math"/>
                              <a:cs typeface="Cambria Math"/>
                            </a:rPr>
                          </m:ctrlPr>
                        </m:radPr>
                        <m:deg/>
                        <m:e>
                          <m:r>
                            <a:rPr lang="en-US" sz="2000" b="0" i="1">
                              <a:solidFill>
                                <a:srgbClr val="BF6019"/>
                              </a:solidFill>
                              <a:latin typeface="Cambria Math"/>
                              <a:cs typeface="Cambria Math"/>
                            </a:rPr>
                            <m:t>𝑘</m:t>
                          </m:r>
                          <m:r>
                            <a:rPr lang="en-US" sz="2000" b="0" i="0">
                              <a:solidFill>
                                <a:srgbClr val="BF6019"/>
                              </a:solidFill>
                              <a:latin typeface="Cambria Math"/>
                              <a:cs typeface="Cambria Math"/>
                            </a:rPr>
                            <m:t>/</m:t>
                          </m:r>
                          <m:r>
                            <a:rPr lang="en-US" sz="2000" b="0" i="1">
                              <a:solidFill>
                                <a:srgbClr val="BF6019"/>
                              </a:solidFill>
                              <a:latin typeface="Cambria Math"/>
                              <a:cs typeface="Cambria Math"/>
                            </a:rPr>
                            <m:t>𝑚</m:t>
                          </m:r>
                        </m:e>
                      </m:rad>
                      <m:r>
                        <a:rPr lang="en-US" sz="2000" b="0" i="0">
                          <a:solidFill>
                            <a:srgbClr val="BF6019"/>
                          </a:solidFill>
                          <a:latin typeface="Cambria Math"/>
                          <a:cs typeface="Cambria Math"/>
                        </a:rPr>
                        <m:t>,</m:t>
                      </m:r>
                      <m:r>
                        <a:rPr lang="en-US" sz="2000" b="0" i="1">
                          <a:solidFill>
                            <a:srgbClr val="BF6019"/>
                          </a:solidFill>
                          <a:latin typeface="Cambria Math"/>
                          <a:cs typeface="Cambria Math"/>
                        </a:rPr>
                        <m:t> </m:t>
                      </m:r>
                      <m:r>
                        <a:rPr lang="en-US" sz="2000" b="0" i="1">
                          <a:solidFill>
                            <a:srgbClr val="BF6019"/>
                          </a:solidFill>
                          <a:latin typeface="Cambria Math"/>
                          <a:cs typeface="Cambria Math"/>
                        </a:rPr>
                        <m:t>𝜁</m:t>
                      </m:r>
                      <m:r>
                        <a:rPr lang="en-US" sz="2000" b="0" i="0">
                          <a:solidFill>
                            <a:srgbClr val="BF6019"/>
                          </a:solidFill>
                          <a:latin typeface="Cambria Math"/>
                          <a:cs typeface="Cambria Math"/>
                        </a:rPr>
                        <m:t>=</m:t>
                      </m:r>
                      <m:f>
                        <m:fPr>
                          <m:ctrlPr>
                            <a:rPr lang="en-US" sz="2000" b="0" i="1">
                              <a:solidFill>
                                <a:srgbClr val="BF6019"/>
                              </a:solidFill>
                              <a:latin typeface="Cambria Math"/>
                              <a:cs typeface="Cambria Math"/>
                            </a:rPr>
                          </m:ctrlPr>
                        </m:fPr>
                        <m:num>
                          <m:r>
                            <a:rPr lang="en-US" sz="2000" b="0" i="1">
                              <a:solidFill>
                                <a:srgbClr val="BF6019"/>
                              </a:solidFill>
                              <a:latin typeface="Cambria Math"/>
                              <a:cs typeface="Cambria Math"/>
                            </a:rPr>
                            <m:t>𝑐</m:t>
                          </m:r>
                        </m:num>
                        <m:den>
                          <m:r>
                            <a:rPr lang="en-US" sz="2000" b="0" i="1">
                              <a:solidFill>
                                <a:srgbClr val="BF6019"/>
                              </a:solidFill>
                              <a:latin typeface="Cambria Math"/>
                              <a:cs typeface="Cambria Math"/>
                            </a:rPr>
                            <m:t>2</m:t>
                          </m:r>
                          <m:rad>
                            <m:radPr>
                              <m:degHide m:val="on"/>
                              <m:ctrlPr>
                                <a:rPr lang="en-US" sz="2000" b="0" i="1">
                                  <a:solidFill>
                                    <a:srgbClr val="BF6019"/>
                                  </a:solidFill>
                                  <a:latin typeface="Cambria Math"/>
                                  <a:cs typeface="Cambria Math"/>
                                </a:rPr>
                              </m:ctrlPr>
                            </m:radPr>
                            <m:deg/>
                            <m:e>
                              <m:r>
                                <a:rPr lang="en-US" sz="2000" b="0" i="1">
                                  <a:solidFill>
                                    <a:srgbClr val="BF6019"/>
                                  </a:solidFill>
                                  <a:latin typeface="Cambria Math"/>
                                  <a:cs typeface="Cambria Math"/>
                                </a:rPr>
                                <m:t>𝑚𝑘</m:t>
                              </m:r>
                            </m:e>
                          </m:rad>
                        </m:den>
                      </m:f>
                    </m:oMath>
                  </m:oMathPara>
                </a14:m>
                <a:endParaRPr lang="en-US" sz="2000"/>
              </a:p>
            </p:txBody>
          </p:sp>
        </mc:Choice>
        <mc:Fallback xmlns="">
          <p:pic>
            <p:nvPicPr>
              <p:cNvPr id="101" name="Equation 101" descr="m\,x''+c\,x'+k\,x=0,\qquad \omega_0=\sqrt{k/m},\quad \zeta=\frac{c}{2\sqrt{mk}}"/>
              <p:cNvPicPr>
                <a:picLocks noChangeAspect="1"/>
              </p:cNvPicPr>
              <p:nvPr/>
            </p:nvPicPr>
            <p:blipFill>
              <a:blip r:embed="rId4"/>
              <a:stretch>
                <a:fillRect/>
              </a:stretch>
            </p:blipFill>
            <p:spPr>
              <a:xfrm>
                <a:off x="548640" y="1280160"/>
                <a:ext cx="5952744" cy="594360"/>
              </a:xfrm>
              <a:prstGeom prst="rect">
                <a:avLst/>
              </a:prstGeom>
            </p:spPr>
          </p:pic>
        </mc:Fallback>
      </mc:AlternateContent>
      <p:sp>
        <p:nvSpPr>
          <p:cNvPr id="102" name="Text"/>
          <p:cNvSpPr txBox="1"/>
          <p:nvPr/>
        </p:nvSpPr>
        <p:spPr>
          <a:xfrm>
            <a:off x="548640" y="2148840"/>
            <a:ext cx="6035040" cy="2103120"/>
          </a:xfrm>
          <a:prstGeom prst="rect">
            <a:avLst/>
          </a:prstGeom>
          <a:noFill/>
          <a:ln>
            <a:noFill/>
          </a:ln>
        </p:spPr>
        <p:txBody>
          <a:bodyPr wrap="square" lIns="73152" tIns="73152" rIns="73152" bIns="73152" rtlCol="0" anchor="t">
            <a:normAutofit/>
          </a:bodyPr>
          <a:lstStyle/>
          <a:p>
            <a:pPr marL="274320" indent="-274320" algn="l">
              <a:spcAft>
                <a:spcPts val="600"/>
              </a:spcAft>
              <a:buClr>
                <a:srgbClr val="BF6019"/>
              </a:buClr>
              <a:buSzPct val="100000"/>
              <a:buFont typeface="Arial"/>
              <a:buChar char="•"/>
            </a:pPr>
            <a:r>
              <a:rPr lang="en-US" sz="1700" b="0" i="1" dirty="0">
                <a:solidFill>
                  <a:srgbClr val="002060"/>
                </a:solidFill>
                <a:latin typeface="Cambria Math"/>
                <a:cs typeface="Cambria Math"/>
              </a:rPr>
              <a:t>ζ &lt; 1</a:t>
            </a:r>
            <a:r>
              <a:rPr lang="en-US" sz="1700" b="1" i="0" dirty="0">
                <a:solidFill>
                  <a:srgbClr val="002060"/>
                </a:solidFill>
                <a:latin typeface="LM Roman 10"/>
                <a:cs typeface="LM Roman 10"/>
              </a:rPr>
              <a:t>, underdamped: </a:t>
            </a:r>
            <a:r>
              <a:rPr lang="en-US" sz="1700" b="0" i="0" dirty="0">
                <a:solidFill>
                  <a:srgbClr val="002060"/>
                </a:solidFill>
                <a:latin typeface="LM Roman 10"/>
                <a:cs typeface="LM Roman 10"/>
              </a:rPr>
              <a:t>decaying oscillation, pseudo-frequency </a:t>
            </a:r>
            <a:r>
              <a:rPr lang="en-US" sz="1700" b="0" i="1" dirty="0">
                <a:solidFill>
                  <a:srgbClr val="002060"/>
                </a:solidFill>
                <a:latin typeface="Cambria Math"/>
                <a:cs typeface="Cambria Math"/>
              </a:rPr>
              <a:t>ω</a:t>
            </a:r>
            <a:r>
              <a:rPr lang="en-US" sz="1700" b="0" i="1" baseline="-25000" dirty="0">
                <a:solidFill>
                  <a:srgbClr val="002060"/>
                </a:solidFill>
                <a:latin typeface="Cambria Math"/>
                <a:cs typeface="Cambria Math"/>
              </a:rPr>
              <a:t>0</a:t>
            </a:r>
            <a:r>
              <a:rPr lang="en-US" sz="1700" b="0" i="1" dirty="0">
                <a:solidFill>
                  <a:srgbClr val="002060"/>
                </a:solidFill>
                <a:latin typeface="Cambria Math"/>
                <a:cs typeface="Cambria Math"/>
              </a:rPr>
              <a:t>(1 − ζ</a:t>
            </a:r>
            <a:r>
              <a:rPr lang="en-US" sz="1700" b="0" i="1" baseline="30000" dirty="0">
                <a:solidFill>
                  <a:srgbClr val="002060"/>
                </a:solidFill>
                <a:latin typeface="Cambria Math"/>
                <a:cs typeface="Cambria Math"/>
              </a:rPr>
              <a:t>2</a:t>
            </a:r>
            <a:r>
              <a:rPr lang="en-US" sz="1700" b="0" i="1" dirty="0">
                <a:solidFill>
                  <a:srgbClr val="002060"/>
                </a:solidFill>
                <a:latin typeface="Cambria Math"/>
                <a:cs typeface="Cambria Math"/>
              </a:rPr>
              <a:t>)</a:t>
            </a:r>
            <a:r>
              <a:rPr lang="en-US" sz="1700" b="0" i="1" baseline="30000" dirty="0">
                <a:solidFill>
                  <a:srgbClr val="002060"/>
                </a:solidFill>
                <a:latin typeface="Cambria Math"/>
                <a:cs typeface="Cambria Math"/>
              </a:rPr>
              <a:t>1/2</a:t>
            </a:r>
            <a:r>
              <a:rPr lang="en-US" sz="1700" b="0" i="0" dirty="0">
                <a:solidFill>
                  <a:srgbClr val="002060"/>
                </a:solidFill>
                <a:latin typeface="LM Roman 10"/>
                <a:cs typeface="LM Roman 10"/>
              </a:rPr>
              <a:t>.</a:t>
            </a:r>
            <a:endParaRPr lang="en-US" sz="1700"/>
          </a:p>
          <a:p>
            <a:pPr marL="274320" indent="-274320" algn="l">
              <a:spcAft>
                <a:spcPts val="600"/>
              </a:spcAft>
              <a:buClr>
                <a:srgbClr val="BF6019"/>
              </a:buClr>
              <a:buSzPct val="100000"/>
              <a:buFont typeface="Arial"/>
              <a:buChar char="•"/>
            </a:pPr>
            <a:r>
              <a:rPr lang="en-US" sz="1700" b="0" i="1" dirty="0">
                <a:solidFill>
                  <a:srgbClr val="002060"/>
                </a:solidFill>
                <a:latin typeface="Cambria Math"/>
                <a:cs typeface="Cambria Math"/>
              </a:rPr>
              <a:t>ζ = 1</a:t>
            </a:r>
            <a:r>
              <a:rPr lang="en-US" sz="1700" b="1" i="0" dirty="0">
                <a:solidFill>
                  <a:srgbClr val="002060"/>
                </a:solidFill>
                <a:latin typeface="LM Roman 10"/>
                <a:cs typeface="LM Roman 10"/>
              </a:rPr>
              <a:t>, critically damped: </a:t>
            </a:r>
            <a:r>
              <a:rPr lang="en-US" sz="1700" b="0" i="0" dirty="0">
                <a:solidFill>
                  <a:srgbClr val="002060"/>
                </a:solidFill>
                <a:latin typeface="LM Roman 10"/>
                <a:cs typeface="LM Roman 10"/>
              </a:rPr>
              <a:t>fastest return without oscillation.</a:t>
            </a:r>
            <a:endParaRPr lang="en-US" sz="1700"/>
          </a:p>
          <a:p>
            <a:pPr marL="274320" indent="-274320" algn="l">
              <a:spcAft>
                <a:spcPts val="600"/>
              </a:spcAft>
              <a:buClr>
                <a:srgbClr val="BF6019"/>
              </a:buClr>
              <a:buSzPct val="100000"/>
              <a:buFont typeface="Arial"/>
              <a:buChar char="•"/>
            </a:pPr>
            <a:r>
              <a:rPr lang="en-US" sz="1700" b="0" i="1" dirty="0">
                <a:solidFill>
                  <a:srgbClr val="002060"/>
                </a:solidFill>
                <a:latin typeface="Cambria Math"/>
                <a:cs typeface="Cambria Math"/>
              </a:rPr>
              <a:t>ζ &gt; 1</a:t>
            </a:r>
            <a:r>
              <a:rPr lang="en-US" sz="1700" b="1" i="0" dirty="0">
                <a:solidFill>
                  <a:srgbClr val="002060"/>
                </a:solidFill>
                <a:latin typeface="LM Roman 10"/>
                <a:cs typeface="LM Roman 10"/>
              </a:rPr>
              <a:t>, overdamped: </a:t>
            </a:r>
            <a:r>
              <a:rPr lang="en-US" sz="1700" b="0" i="0" dirty="0">
                <a:solidFill>
                  <a:srgbClr val="002060"/>
                </a:solidFill>
                <a:latin typeface="LM Roman 10"/>
                <a:cs typeface="LM Roman 10"/>
              </a:rPr>
              <a:t>slow return, no oscillation.</a:t>
            </a:r>
            <a:endParaRPr lang="en-US" sz="1700"/>
          </a:p>
        </p:txBody>
      </p:sp>
      <p:sp>
        <p:nvSpPr>
          <p:cNvPr id="103" name="Text"/>
          <p:cNvSpPr txBox="1"/>
          <p:nvPr/>
        </p:nvSpPr>
        <p:spPr>
          <a:xfrm>
            <a:off x="548640" y="4069080"/>
            <a:ext cx="6035040" cy="457200"/>
          </a:xfrm>
          <a:prstGeom prst="rect">
            <a:avLst/>
          </a:prstGeom>
          <a:noFill/>
          <a:ln>
            <a:noFill/>
          </a:ln>
        </p:spPr>
        <p:txBody>
          <a:bodyPr wrap="square" lIns="73152" tIns="73152" rIns="73152" bIns="73152" rtlCol="0" anchor="t">
            <a:normAutofit/>
          </a:bodyPr>
          <a:lstStyle/>
          <a:p>
            <a:pPr algn="l">
              <a:spcAft>
                <a:spcPts val="600"/>
              </a:spcAft>
              <a:buNone/>
            </a:pPr>
            <a:r>
              <a:rPr lang="en-US" sz="1800" b="1" i="0" dirty="0">
                <a:solidFill>
                  <a:srgbClr val="BF6019"/>
                </a:solidFill>
                <a:latin typeface="LM Roman 10"/>
                <a:cs typeface="LM Roman 10"/>
              </a:rPr>
              <a:t>Energy is dissipated by the damper:</a:t>
            </a:r>
            <a:endParaRPr lang="en-US" sz="1800"/>
          </a:p>
        </p:txBody>
      </p:sp>
      <mc:AlternateContent xmlns:mc="http://schemas.openxmlformats.org/markup-compatibility/2006" xmlns:a14="http://schemas.microsoft.com/office/drawing/2010/main">
        <mc:Choice Requires="a14">
          <p:sp>
            <p:nvSpPr>
              <p:cNvPr id="104" name="Equation 104"/>
              <p:cNvSpPr txBox="1"/>
              <p:nvPr/>
            </p:nvSpPr>
            <p:spPr>
              <a:xfrm>
                <a:off x="630936" y="4471416"/>
                <a:ext cx="4702150" cy="677266"/>
              </a:xfrm>
              <a:prstGeom prst="rect">
                <a:avLst/>
              </a:prstGeom>
              <a:noFill/>
            </p:spPr>
            <p:txBody>
              <a:bodyPr wrap="none" lIns="54864" tIns="54864" rIns="54864" bIns="54864" anchor="ctr">
                <a:noAutofit/>
              </a:bodyPr>
              <a:lstStyle/>
              <a:p>
                <a:pPr algn="l"/>
                <a14:m>
                  <m:oMathPara xmlns:m="http://schemas.openxmlformats.org/officeDocument/2006/math">
                    <m:oMathParaPr>
                      <m:jc m:val="left"/>
                    </m:oMathParaPr>
                    <m:oMath>
                      <m:r>
                        <a:rPr lang="en-US" sz="1900" b="0" i="1">
                          <a:solidFill>
                            <a:srgbClr val="002060"/>
                          </a:solidFill>
                          <a:latin typeface="Cambria Math"/>
                          <a:cs typeface="Cambria Math"/>
                        </a:rPr>
                        <m:t>𝐸</m:t>
                      </m:r>
                      <m:r>
                        <a:rPr lang="en-US" sz="1900" b="0" i="0">
                          <a:solidFill>
                            <a:srgbClr val="002060"/>
                          </a:solidFill>
                          <a:latin typeface="Cambria Math"/>
                          <a:cs typeface="Cambria Math"/>
                        </a:rPr>
                        <m:t>=</m:t>
                      </m:r>
                      <m:f>
                        <m:fPr>
                          <m:type m:val="lin"/>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2</m:t>
                          </m:r>
                        </m:den>
                      </m:f>
                      <m:r>
                        <a:rPr lang="en-US" sz="1900" b="0" i="1">
                          <a:solidFill>
                            <a:srgbClr val="002060"/>
                          </a:solidFill>
                          <a:latin typeface="Cambria Math"/>
                          <a:cs typeface="Cambria Math"/>
                        </a:rPr>
                        <m:t> </m:t>
                      </m:r>
                      <m:r>
                        <a:rPr lang="en-US" sz="1900" b="0" i="1">
                          <a:solidFill>
                            <a:srgbClr val="002060"/>
                          </a:solidFill>
                          <a:latin typeface="Cambria Math"/>
                          <a:cs typeface="Cambria Math"/>
                        </a:rPr>
                        <m:t>𝑚</m:t>
                      </m:r>
                      <m:r>
                        <a:rPr lang="en-US" sz="1900" b="0" i="1">
                          <a:solidFill>
                            <a:srgbClr val="002060"/>
                          </a:solidFill>
                          <a:latin typeface="Cambria Math"/>
                          <a:cs typeface="Cambria Math"/>
                        </a:rPr>
                        <m:t> </m:t>
                      </m:r>
                      <m:r>
                        <a:rPr lang="en-US" sz="1900" b="0" i="1">
                          <a:solidFill>
                            <a:srgbClr val="002060"/>
                          </a:solidFill>
                          <a:latin typeface="Cambria Math"/>
                          <a:cs typeface="Cambria Math"/>
                        </a:rPr>
                        <m:t>𝑥</m:t>
                      </m:r>
                      <m:sSup>
                        <m:sSupPr>
                          <m:ctrlPr>
                            <a:rPr lang="en-US" sz="1900" b="0" i="0">
                              <a:solidFill>
                                <a:srgbClr val="002060"/>
                              </a:solidFill>
                              <a:latin typeface="Cambria Math"/>
                              <a:cs typeface="Cambria Math"/>
                            </a:rPr>
                          </m:ctrlPr>
                        </m:sSupPr>
                        <m:e>
                          <m:r>
                            <a:rPr lang="en-US" sz="1900" b="0" i="0">
                              <a:solidFill>
                                <a:srgbClr val="002060"/>
                              </a:solidFill>
                              <a:latin typeface="Cambria Math"/>
                              <a:cs typeface="Cambria Math"/>
                            </a:rPr>
                            <m:t>′</m:t>
                          </m:r>
                        </m:e>
                        <m:sup>
                          <m:r>
                            <a:rPr lang="en-US" sz="1900" b="0" i="1">
                              <a:solidFill>
                                <a:srgbClr val="002060"/>
                              </a:solidFill>
                              <a:latin typeface="Cambria Math"/>
                              <a:cs typeface="Cambria Math"/>
                            </a:rPr>
                            <m:t>2</m:t>
                          </m:r>
                        </m:sup>
                      </m:sSup>
                      <m:r>
                        <a:rPr lang="en-US" sz="1900" b="0" i="0">
                          <a:solidFill>
                            <a:srgbClr val="002060"/>
                          </a:solidFill>
                          <a:latin typeface="Cambria Math"/>
                          <a:cs typeface="Cambria Math"/>
                        </a:rPr>
                        <m:t>+</m:t>
                      </m:r>
                      <m:f>
                        <m:fPr>
                          <m:type m:val="lin"/>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1</m:t>
                          </m:r>
                        </m:num>
                        <m:den>
                          <m:r>
                            <a:rPr lang="en-US" sz="1900" b="0" i="1">
                              <a:solidFill>
                                <a:srgbClr val="002060"/>
                              </a:solidFill>
                              <a:latin typeface="Cambria Math"/>
                              <a:cs typeface="Cambria Math"/>
                            </a:rPr>
                            <m:t>2</m:t>
                          </m:r>
                        </m:den>
                      </m:f>
                      <m:r>
                        <a:rPr lang="en-US" sz="1900" b="0" i="1">
                          <a:solidFill>
                            <a:srgbClr val="002060"/>
                          </a:solidFill>
                          <a:latin typeface="Cambria Math"/>
                          <a:cs typeface="Cambria Math"/>
                        </a:rPr>
                        <m:t> </m:t>
                      </m:r>
                      <m:r>
                        <a:rPr lang="en-US" sz="1900" b="0" i="1">
                          <a:solidFill>
                            <a:srgbClr val="002060"/>
                          </a:solidFill>
                          <a:latin typeface="Cambria Math"/>
                          <a:cs typeface="Cambria Math"/>
                        </a:rPr>
                        <m:t>𝑘</m:t>
                      </m:r>
                      <m:r>
                        <a:rPr lang="en-US" sz="1900" b="0" i="1">
                          <a:solidFill>
                            <a:srgbClr val="002060"/>
                          </a:solidFill>
                          <a:latin typeface="Cambria Math"/>
                          <a:cs typeface="Cambria Math"/>
                        </a:rPr>
                        <m:t> </m:t>
                      </m:r>
                      <m:sSup>
                        <m:sSupPr>
                          <m:ctrlPr>
                            <a:rPr lang="en-US" sz="1900" b="0" i="1">
                              <a:solidFill>
                                <a:srgbClr val="002060"/>
                              </a:solidFill>
                              <a:latin typeface="Cambria Math"/>
                              <a:cs typeface="Cambria Math"/>
                            </a:rPr>
                          </m:ctrlPr>
                        </m:sSupPr>
                        <m:e>
                          <m:r>
                            <a:rPr lang="en-US" sz="1900" b="0" i="1">
                              <a:solidFill>
                                <a:srgbClr val="002060"/>
                              </a:solidFill>
                              <a:latin typeface="Cambria Math"/>
                              <a:cs typeface="Cambria Math"/>
                            </a:rPr>
                            <m:t>𝑥</m:t>
                          </m:r>
                        </m:e>
                        <m:sup>
                          <m:r>
                            <a:rPr lang="en-US" sz="1900" b="0" i="1">
                              <a:solidFill>
                                <a:srgbClr val="002060"/>
                              </a:solidFill>
                              <a:latin typeface="Cambria Math"/>
                              <a:cs typeface="Cambria Math"/>
                            </a:rPr>
                            <m:t>2</m:t>
                          </m:r>
                        </m:sup>
                      </m:sSup>
                      <m:r>
                        <a:rPr lang="en-US" sz="1900" b="0" i="0">
                          <a:solidFill>
                            <a:srgbClr val="002060"/>
                          </a:solidFill>
                          <a:latin typeface="Cambria Math"/>
                          <a:cs typeface="Cambria Math"/>
                        </a:rPr>
                        <m:t>,</m:t>
                      </m:r>
                      <m:r>
                        <a:rPr lang="en-US" sz="1900" b="0" i="1">
                          <a:solidFill>
                            <a:srgbClr val="002060"/>
                          </a:solidFill>
                          <a:latin typeface="Cambria Math"/>
                          <a:cs typeface="Cambria Math"/>
                        </a:rPr>
                        <m:t>  </m:t>
                      </m:r>
                      <m:f>
                        <m:fPr>
                          <m:ctrlPr>
                            <a:rPr lang="en-US" sz="1900" b="0" i="1">
                              <a:solidFill>
                                <a:srgbClr val="002060"/>
                              </a:solidFill>
                              <a:latin typeface="Cambria Math"/>
                              <a:cs typeface="Cambria Math"/>
                            </a:rPr>
                          </m:ctrlPr>
                        </m:fPr>
                        <m:num>
                          <m:r>
                            <a:rPr lang="en-US" sz="1900" b="0" i="1">
                              <a:solidFill>
                                <a:srgbClr val="002060"/>
                              </a:solidFill>
                              <a:latin typeface="Cambria Math"/>
                              <a:cs typeface="Cambria Math"/>
                            </a:rPr>
                            <m:t>𝑑𝐸</m:t>
                          </m:r>
                        </m:num>
                        <m:den>
                          <m:r>
                            <a:rPr lang="en-US" sz="1900" b="0" i="1">
                              <a:solidFill>
                                <a:srgbClr val="002060"/>
                              </a:solidFill>
                              <a:latin typeface="Cambria Math"/>
                              <a:cs typeface="Cambria Math"/>
                            </a:rPr>
                            <m:t>𝑑𝑡</m:t>
                          </m:r>
                        </m:den>
                      </m:f>
                      <m:r>
                        <a:rPr lang="en-US" sz="1900" b="0" i="0">
                          <a:solidFill>
                            <a:srgbClr val="002060"/>
                          </a:solidFill>
                          <a:latin typeface="Cambria Math"/>
                          <a:cs typeface="Cambria Math"/>
                        </a:rPr>
                        <m:t>=−</m:t>
                      </m:r>
                      <m:r>
                        <a:rPr lang="en-US" sz="1900" b="0" i="1">
                          <a:solidFill>
                            <a:srgbClr val="002060"/>
                          </a:solidFill>
                          <a:latin typeface="Cambria Math"/>
                          <a:cs typeface="Cambria Math"/>
                        </a:rPr>
                        <m:t>𝑐</m:t>
                      </m:r>
                      <m:r>
                        <a:rPr lang="en-US" sz="1900" b="0" i="1">
                          <a:solidFill>
                            <a:srgbClr val="002060"/>
                          </a:solidFill>
                          <a:latin typeface="Cambria Math"/>
                          <a:cs typeface="Cambria Math"/>
                        </a:rPr>
                        <m:t> </m:t>
                      </m:r>
                      <m:r>
                        <a:rPr lang="en-US" sz="1900" b="0" i="1">
                          <a:solidFill>
                            <a:srgbClr val="002060"/>
                          </a:solidFill>
                          <a:latin typeface="Cambria Math"/>
                          <a:cs typeface="Cambria Math"/>
                        </a:rPr>
                        <m:t>𝑥</m:t>
                      </m:r>
                      <m:sSup>
                        <m:sSupPr>
                          <m:ctrlPr>
                            <a:rPr lang="en-US" sz="1900" b="0" i="0">
                              <a:solidFill>
                                <a:srgbClr val="002060"/>
                              </a:solidFill>
                              <a:latin typeface="Cambria Math"/>
                              <a:cs typeface="Cambria Math"/>
                            </a:rPr>
                          </m:ctrlPr>
                        </m:sSupPr>
                        <m:e>
                          <m:r>
                            <a:rPr lang="en-US" sz="1900" b="0" i="0">
                              <a:solidFill>
                                <a:srgbClr val="002060"/>
                              </a:solidFill>
                              <a:latin typeface="Cambria Math"/>
                              <a:cs typeface="Cambria Math"/>
                            </a:rPr>
                            <m:t>′</m:t>
                          </m:r>
                        </m:e>
                        <m:sup>
                          <m:r>
                            <a:rPr lang="en-US" sz="1900" b="0" i="1">
                              <a:solidFill>
                                <a:srgbClr val="002060"/>
                              </a:solidFill>
                              <a:latin typeface="Cambria Math"/>
                              <a:cs typeface="Cambria Math"/>
                            </a:rPr>
                            <m:t>2</m:t>
                          </m:r>
                        </m:sup>
                      </m:sSup>
                      <m:r>
                        <a:rPr lang="en-US" sz="1900" b="0" i="0">
                          <a:solidFill>
                            <a:srgbClr val="002060"/>
                          </a:solidFill>
                          <a:latin typeface="Cambria Math"/>
                          <a:cs typeface="Cambria Math"/>
                        </a:rPr>
                        <m:t>≤</m:t>
                      </m:r>
                      <m:r>
                        <a:rPr lang="en-US" sz="1900" b="0" i="1">
                          <a:solidFill>
                            <a:srgbClr val="002060"/>
                          </a:solidFill>
                          <a:latin typeface="Cambria Math"/>
                          <a:cs typeface="Cambria Math"/>
                        </a:rPr>
                        <m:t>0</m:t>
                      </m:r>
                    </m:oMath>
                  </m:oMathPara>
                </a14:m>
                <a:endParaRPr lang="en-US" sz="1900"/>
              </a:p>
            </p:txBody>
          </p:sp>
        </mc:Choice>
        <mc:Fallback xmlns="">
          <p:pic>
            <p:nvPicPr>
              <p:cNvPr id="104" name="Equation 104" descr="E=\tfrac12\,m\,x'^2+\tfrac12\,k\,x^2,\qquad \frac{dE}{dt}=-c\,x'^2\le 0"/>
              <p:cNvPicPr>
                <a:picLocks noChangeAspect="1"/>
              </p:cNvPicPr>
              <p:nvPr/>
            </p:nvPicPr>
            <p:blipFill>
              <a:blip r:embed="rId5"/>
              <a:stretch>
                <a:fillRect/>
              </a:stretch>
            </p:blipFill>
            <p:spPr>
              <a:xfrm>
                <a:off x="685800" y="4526280"/>
                <a:ext cx="4592422" cy="567538"/>
              </a:xfrm>
              <a:prstGeom prst="rect">
                <a:avLst/>
              </a:prstGeom>
            </p:spPr>
          </p:pic>
        </mc:Fallback>
      </mc:AlternateContent>
      <p:sp>
        <p:nvSpPr>
          <p:cNvPr id="105" name="Text"/>
          <p:cNvSpPr txBox="1"/>
          <p:nvPr/>
        </p:nvSpPr>
        <p:spPr>
          <a:xfrm>
            <a:off x="548640" y="5349240"/>
            <a:ext cx="6035040" cy="731520"/>
          </a:xfrm>
          <a:prstGeom prst="rect">
            <a:avLst/>
          </a:prstGeom>
          <a:noFill/>
          <a:ln>
            <a:noFill/>
          </a:ln>
        </p:spPr>
        <p:txBody>
          <a:bodyPr wrap="square" lIns="73152" tIns="73152" rIns="73152" bIns="73152" rtlCol="0" anchor="t">
            <a:normAutofit/>
          </a:bodyPr>
          <a:lstStyle/>
          <a:p>
            <a:pPr algn="l">
              <a:spcAft>
                <a:spcPts val="600"/>
              </a:spcAft>
              <a:buNone/>
            </a:pPr>
            <a:r>
              <a:rPr lang="en-US" sz="1500" b="0" i="1" dirty="0">
                <a:solidFill>
                  <a:srgbClr val="5D6675"/>
                </a:solidFill>
                <a:latin typeface="LM Roman 10"/>
                <a:cs typeface="LM Roman 10"/>
              </a:rPr>
              <a:t>RLC circuit: same equation with m → L, c → R, k → 1/C.</a:t>
            </a:r>
            <a:endParaRPr lang="en-US" sz="1500"/>
          </a:p>
        </p:txBody>
      </p:sp>
      <p:pic>
        <p:nvPicPr>
          <p:cNvPr id="106" name="Figure damping" descr="Free response in the three damping regimes"/>
          <p:cNvPicPr>
            <a:picLocks noChangeAspect="1"/>
          </p:cNvPicPr>
          <p:nvPr/>
        </p:nvPicPr>
        <p:blipFill>
          <a:blip r:embed="rId6"/>
          <a:stretch>
            <a:fillRect/>
          </a:stretch>
        </p:blipFill>
        <p:spPr>
          <a:xfrm>
            <a:off x="6766560" y="1936438"/>
            <a:ext cx="4937760" cy="3259445"/>
          </a:xfrm>
          <a:prstGeom prst="rect">
            <a:avLst/>
          </a:prstGeom>
        </p:spPr>
      </p:pic>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7FC9-7303-2DDF-22D9-A375F9FCBA4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C760A3E-FF45-F647-68B2-6F941F0FE03D}"/>
              </a:ext>
            </a:extLst>
          </p:cNvPr>
          <p:cNvSpPr/>
          <p:nvPr/>
        </p:nvSpPr>
        <p:spPr>
          <a:xfrm>
            <a:off x="0" y="6309106"/>
            <a:ext cx="12192000" cy="549124"/>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piè di pagina 1">
            <a:extLst>
              <a:ext uri="{FF2B5EF4-FFF2-40B4-BE49-F238E27FC236}">
                <a16:creationId xmlns:a16="http://schemas.microsoft.com/office/drawing/2014/main" id="{D93F69B5-A372-36E1-C0D1-892D9A6B88D5}"/>
              </a:ext>
            </a:extLst>
          </p:cNvPr>
          <p:cNvSpPr>
            <a:spLocks noGrp="1"/>
          </p:cNvSpPr>
          <p:nvPr>
            <p:ph type="ftr" sz="quarter" idx="11"/>
          </p:nvPr>
        </p:nvSpPr>
        <p:spPr>
          <a:xfrm>
            <a:off x="4038600" y="6448272"/>
            <a:ext cx="4114800" cy="365125"/>
          </a:xfrm>
        </p:spPr>
        <p:txBody>
          <a:bodyPr/>
          <a:lstStyle/>
          <a:p>
            <a:r>
              <a:rPr lang="en-US" sz="1600" dirty="0">
                <a:solidFill>
                  <a:srgbClr val="002060"/>
                </a:solidFill>
              </a:rPr>
              <a:t>MATH 331: Differential Equations</a:t>
            </a:r>
          </a:p>
        </p:txBody>
      </p:sp>
      <p:sp>
        <p:nvSpPr>
          <p:cNvPr id="6" name="CasellaDiTesto 5">
            <a:extLst>
              <a:ext uri="{FF2B5EF4-FFF2-40B4-BE49-F238E27FC236}">
                <a16:creationId xmlns:a16="http://schemas.microsoft.com/office/drawing/2014/main" id="{8495B6C3-1F7A-7299-D7B8-F42087CCE23B}"/>
              </a:ext>
            </a:extLst>
          </p:cNvPr>
          <p:cNvSpPr txBox="1"/>
          <p:nvPr/>
        </p:nvSpPr>
        <p:spPr>
          <a:xfrm>
            <a:off x="981880" y="330553"/>
            <a:ext cx="10424160" cy="707886"/>
          </a:xfrm>
          <a:prstGeom prst="rect">
            <a:avLst/>
          </a:prstGeom>
          <a:noFill/>
        </p:spPr>
        <p:txBody>
          <a:bodyPr wrap="square" rtlCol="0" anchor="ctr" anchorCtr="0">
            <a:spAutoFit/>
          </a:bodyPr>
          <a:lstStyle/>
          <a:p>
            <a:r>
              <a:rPr lang="en-US" sz="4000" b="1" dirty="0">
                <a:solidFill>
                  <a:srgbClr val="002060"/>
                </a:solidFill>
                <a:latin typeface="LM Roman 10" panose="00000500000000000000" pitchFamily="2" charset="0"/>
              </a:rPr>
              <a:t>Summary</a:t>
            </a:r>
            <a:endParaRPr lang="it-IT" sz="4000" b="1" dirty="0">
              <a:solidFill>
                <a:srgbClr val="002060"/>
              </a:solidFill>
              <a:latin typeface="LM Roman 10" panose="00000500000000000000" pitchFamily="2" charset="0"/>
            </a:endParaRPr>
          </a:p>
        </p:txBody>
      </p:sp>
      <p:sp>
        <p:nvSpPr>
          <p:cNvPr id="13" name="Segnaposto numero diapositiva 14">
            <a:extLst>
              <a:ext uri="{FF2B5EF4-FFF2-40B4-BE49-F238E27FC236}">
                <a16:creationId xmlns:a16="http://schemas.microsoft.com/office/drawing/2014/main" id="{309AE5C9-EEDD-A311-4493-9CAABB78FFA5}"/>
              </a:ext>
            </a:extLst>
          </p:cNvPr>
          <p:cNvSpPr txBox="1">
            <a:spLocks/>
          </p:cNvSpPr>
          <p:nvPr/>
        </p:nvSpPr>
        <p:spPr>
          <a:xfrm>
            <a:off x="9072638" y="6401105"/>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6BB8CB-C112-4AF1-992B-2BAB7191A575}" type="slidenum">
              <a:rPr lang="it-IT" sz="1600" b="1" smtClean="0">
                <a:solidFill>
                  <a:srgbClr val="002060"/>
                </a:solidFill>
              </a:rPr>
              <a:pPr/>
              <a:t>15</a:t>
            </a:fld>
            <a:endParaRPr lang="it-IT" sz="1600" b="1" dirty="0">
              <a:solidFill>
                <a:srgbClr val="002060"/>
              </a:solidFill>
            </a:endParaRPr>
          </a:p>
        </p:txBody>
      </p:sp>
      <p:grpSp>
        <p:nvGrpSpPr>
          <p:cNvPr id="32" name="Gruppo 31">
            <a:extLst>
              <a:ext uri="{FF2B5EF4-FFF2-40B4-BE49-F238E27FC236}">
                <a16:creationId xmlns:a16="http://schemas.microsoft.com/office/drawing/2014/main" id="{2E62AB85-3A93-A286-6E45-A75C8BBC09DC}"/>
              </a:ext>
            </a:extLst>
          </p:cNvPr>
          <p:cNvGrpSpPr/>
          <p:nvPr/>
        </p:nvGrpSpPr>
        <p:grpSpPr>
          <a:xfrm>
            <a:off x="14040" y="6251906"/>
            <a:ext cx="1906650" cy="626303"/>
            <a:chOff x="5403712" y="2704688"/>
            <a:chExt cx="2490081" cy="817950"/>
          </a:xfrm>
        </p:grpSpPr>
        <p:pic>
          <p:nvPicPr>
            <p:cNvPr id="33" name="Picture 2">
              <a:extLst>
                <a:ext uri="{FF2B5EF4-FFF2-40B4-BE49-F238E27FC236}">
                  <a16:creationId xmlns:a16="http://schemas.microsoft.com/office/drawing/2014/main" id="{567C9C09-B8D1-EC23-4AAB-A073BA2576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1602"/>
            <a:stretch/>
          </p:blipFill>
          <p:spPr bwMode="auto">
            <a:xfrm>
              <a:off x="5403712" y="2704688"/>
              <a:ext cx="1384576" cy="8085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a:extLst>
                <a:ext uri="{FF2B5EF4-FFF2-40B4-BE49-F238E27FC236}">
                  <a16:creationId xmlns:a16="http://schemas.microsoft.com/office/drawing/2014/main" id="{93869D14-1BA4-3490-7962-5A65832FA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65"/>
            <a:stretch/>
          </p:blipFill>
          <p:spPr bwMode="auto">
            <a:xfrm>
              <a:off x="6509217" y="2907406"/>
              <a:ext cx="1384576" cy="615232"/>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Number 1"/>
          <p:cNvSpPr/>
          <p:nvPr/>
        </p:nvSpPr>
        <p:spPr>
          <a:xfrm>
            <a:off x="685800" y="1325880"/>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1</a:t>
            </a:r>
            <a:endParaRPr lang="en-US" sz="2000"/>
          </a:p>
        </p:txBody>
      </p:sp>
      <p:sp>
        <p:nvSpPr>
          <p:cNvPr id="102" name="Text"/>
          <p:cNvSpPr txBox="1"/>
          <p:nvPr/>
        </p:nvSpPr>
        <p:spPr>
          <a:xfrm>
            <a:off x="1463040" y="1261872"/>
            <a:ext cx="10149840" cy="731520"/>
          </a:xfrm>
          <a:prstGeom prst="rect">
            <a:avLst/>
          </a:prstGeom>
          <a:noFill/>
          <a:ln>
            <a:noFill/>
          </a:ln>
        </p:spPr>
        <p:txBody>
          <a:bodyPr wrap="square" lIns="73152" tIns="73152" rIns="73152" bIns="73152" rtlCol="0" anchor="ctr">
            <a:normAutofit/>
          </a:bodyPr>
          <a:lstStyle/>
          <a:p>
            <a:pPr algn="l">
              <a:spcAft>
                <a:spcPts val="0"/>
              </a:spcAft>
              <a:buNone/>
            </a:pPr>
            <a:r>
              <a:rPr lang="en-US" sz="1900" b="0" i="0" dirty="0">
                <a:solidFill>
                  <a:srgbClr val="002060"/>
                </a:solidFill>
                <a:latin typeface="LM Roman 10"/>
                <a:cs typeface="LM Roman 10"/>
              </a:rPr>
              <a:t>An ODE is a law of change; with an initial condition it predicts a unique future (Picard–Lindelöf).</a:t>
            </a:r>
            <a:endParaRPr lang="en-US" sz="1900"/>
          </a:p>
        </p:txBody>
      </p:sp>
      <p:sp>
        <p:nvSpPr>
          <p:cNvPr id="103" name="Number 2"/>
          <p:cNvSpPr/>
          <p:nvPr/>
        </p:nvSpPr>
        <p:spPr>
          <a:xfrm>
            <a:off x="685800" y="2167128"/>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2</a:t>
            </a:r>
            <a:endParaRPr lang="en-US" sz="2000"/>
          </a:p>
        </p:txBody>
      </p:sp>
      <p:sp>
        <p:nvSpPr>
          <p:cNvPr id="104" name="Text"/>
          <p:cNvSpPr txBox="1"/>
          <p:nvPr/>
        </p:nvSpPr>
        <p:spPr>
          <a:xfrm>
            <a:off x="1463040" y="2103120"/>
            <a:ext cx="10149840" cy="731520"/>
          </a:xfrm>
          <a:prstGeom prst="rect">
            <a:avLst/>
          </a:prstGeom>
          <a:noFill/>
          <a:ln>
            <a:noFill/>
          </a:ln>
        </p:spPr>
        <p:txBody>
          <a:bodyPr wrap="square" lIns="73152" tIns="73152" rIns="73152" bIns="73152" rtlCol="0" anchor="ctr">
            <a:normAutofit/>
          </a:bodyPr>
          <a:lstStyle/>
          <a:p>
            <a:pPr algn="l">
              <a:spcAft>
                <a:spcPts val="0"/>
              </a:spcAft>
              <a:buNone/>
            </a:pPr>
            <a:r>
              <a:rPr lang="en-US" sz="1900" b="0" i="0" dirty="0">
                <a:solidFill>
                  <a:srgbClr val="002060"/>
                </a:solidFill>
                <a:latin typeface="LM Roman 10"/>
                <a:cs typeface="LM Roman 10"/>
              </a:rPr>
              <a:t>Separable equations: separate, integrate, impose the initial condition, check — growth, decay, logistic.</a:t>
            </a:r>
            <a:endParaRPr lang="en-US" sz="1900"/>
          </a:p>
        </p:txBody>
      </p:sp>
      <p:sp>
        <p:nvSpPr>
          <p:cNvPr id="105" name="Number 3"/>
          <p:cNvSpPr/>
          <p:nvPr/>
        </p:nvSpPr>
        <p:spPr>
          <a:xfrm>
            <a:off x="685800" y="3008376"/>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3</a:t>
            </a:r>
            <a:endParaRPr lang="en-US" sz="2000"/>
          </a:p>
        </p:txBody>
      </p:sp>
      <p:sp>
        <p:nvSpPr>
          <p:cNvPr id="106" name="Text"/>
          <p:cNvSpPr txBox="1"/>
          <p:nvPr/>
        </p:nvSpPr>
        <p:spPr>
          <a:xfrm>
            <a:off x="1463040" y="2944368"/>
            <a:ext cx="10149840" cy="731520"/>
          </a:xfrm>
          <a:prstGeom prst="rect">
            <a:avLst/>
          </a:prstGeom>
          <a:noFill/>
          <a:ln>
            <a:noFill/>
          </a:ln>
        </p:spPr>
        <p:txBody>
          <a:bodyPr wrap="square" lIns="73152" tIns="73152" rIns="73152" bIns="73152" rtlCol="0" anchor="ctr">
            <a:normAutofit/>
          </a:bodyPr>
          <a:lstStyle/>
          <a:p>
            <a:pPr algn="l">
              <a:spcAft>
                <a:spcPts val="0"/>
              </a:spcAft>
              <a:buNone/>
            </a:pPr>
            <a:r>
              <a:rPr lang="en-US" sz="1900" b="0" i="0" dirty="0">
                <a:solidFill>
                  <a:srgbClr val="002060"/>
                </a:solidFill>
                <a:latin typeface="LM Roman 10"/>
                <a:cs typeface="LM Roman 10"/>
              </a:rPr>
              <a:t>Qualitative analysis: equilibria and their stability, without solving the equation.</a:t>
            </a:r>
            <a:endParaRPr lang="en-US" sz="1900"/>
          </a:p>
        </p:txBody>
      </p:sp>
      <p:sp>
        <p:nvSpPr>
          <p:cNvPr id="107" name="Number 4"/>
          <p:cNvSpPr/>
          <p:nvPr/>
        </p:nvSpPr>
        <p:spPr>
          <a:xfrm>
            <a:off x="685800" y="3849624"/>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4</a:t>
            </a:r>
            <a:endParaRPr lang="en-US" sz="2000"/>
          </a:p>
        </p:txBody>
      </p:sp>
      <p:sp>
        <p:nvSpPr>
          <p:cNvPr id="108" name="Text"/>
          <p:cNvSpPr txBox="1"/>
          <p:nvPr/>
        </p:nvSpPr>
        <p:spPr>
          <a:xfrm>
            <a:off x="1463040" y="3785616"/>
            <a:ext cx="10149840" cy="731520"/>
          </a:xfrm>
          <a:prstGeom prst="rect">
            <a:avLst/>
          </a:prstGeom>
          <a:noFill/>
          <a:ln>
            <a:noFill/>
          </a:ln>
        </p:spPr>
        <p:txBody>
          <a:bodyPr wrap="square" lIns="73152" tIns="73152" rIns="73152" bIns="73152" rtlCol="0" anchor="ctr">
            <a:normAutofit/>
          </a:bodyPr>
          <a:lstStyle/>
          <a:p>
            <a:pPr algn="l">
              <a:spcAft>
                <a:spcPts val="0"/>
              </a:spcAft>
              <a:buNone/>
            </a:pPr>
            <a:r>
              <a:rPr lang="en-US" sz="1900" b="0" i="0" dirty="0">
                <a:solidFill>
                  <a:srgbClr val="002060"/>
                </a:solidFill>
                <a:latin typeface="LM Roman 10"/>
                <a:cs typeface="LM Roman 10"/>
              </a:rPr>
              <a:t>Numerical methods when formulas fail — and know their error (Euler: first order).</a:t>
            </a:r>
            <a:endParaRPr lang="en-US" sz="1900"/>
          </a:p>
        </p:txBody>
      </p:sp>
      <p:sp>
        <p:nvSpPr>
          <p:cNvPr id="109" name="Number 5"/>
          <p:cNvSpPr/>
          <p:nvPr/>
        </p:nvSpPr>
        <p:spPr>
          <a:xfrm>
            <a:off x="685800" y="4690872"/>
            <a:ext cx="566928" cy="566928"/>
          </a:xfrm>
          <a:prstGeom prst="ellipse">
            <a:avLst/>
          </a:prstGeom>
          <a:solidFill>
            <a:srgbClr val="BF6019"/>
          </a:solidFill>
          <a:ln>
            <a:noFill/>
          </a:ln>
        </p:spPr>
        <p:txBody>
          <a:bodyPr lIns="0" tIns="0" rIns="0" bIns="0" anchor="ctr"/>
          <a:lstStyle/>
          <a:p>
            <a:pPr algn="ctr">
              <a:spcAft>
                <a:spcPts val="0"/>
              </a:spcAft>
              <a:buNone/>
            </a:pPr>
            <a:r>
              <a:rPr lang="en-US" sz="2000" b="1" i="0" dirty="0">
                <a:solidFill>
                  <a:srgbClr val="FFFFFF"/>
                </a:solidFill>
                <a:latin typeface="LM Roman 10"/>
                <a:cs typeface="LM Roman 10"/>
              </a:rPr>
              <a:t>5</a:t>
            </a:r>
            <a:endParaRPr lang="en-US" sz="2000"/>
          </a:p>
        </p:txBody>
      </p:sp>
      <p:sp>
        <p:nvSpPr>
          <p:cNvPr id="110" name="Text"/>
          <p:cNvSpPr txBox="1"/>
          <p:nvPr/>
        </p:nvSpPr>
        <p:spPr>
          <a:xfrm>
            <a:off x="1463040" y="4626864"/>
            <a:ext cx="10149840" cy="731520"/>
          </a:xfrm>
          <a:prstGeom prst="rect">
            <a:avLst/>
          </a:prstGeom>
          <a:noFill/>
          <a:ln>
            <a:noFill/>
          </a:ln>
        </p:spPr>
        <p:txBody>
          <a:bodyPr wrap="square" lIns="73152" tIns="73152" rIns="73152" bIns="73152" rtlCol="0" anchor="ctr">
            <a:normAutofit/>
          </a:bodyPr>
          <a:lstStyle/>
          <a:p>
            <a:pPr algn="l">
              <a:spcAft>
                <a:spcPts val="0"/>
              </a:spcAft>
              <a:buNone/>
            </a:pPr>
            <a:r>
              <a:rPr lang="en-US" sz="1900" b="0" i="0" dirty="0">
                <a:solidFill>
                  <a:srgbClr val="002060"/>
                </a:solidFill>
                <a:latin typeface="LM Roman 10"/>
                <a:cs typeface="LM Roman 10"/>
              </a:rPr>
              <a:t>Second-order linear: two independent solutions, Wronskian and Abel, characteristic equation, vibrations.</a:t>
            </a:r>
            <a:endParaRPr lang="en-US" sz="1900"/>
          </a:p>
        </p:txBody>
      </p:sp>
      <p:sp>
        <p:nvSpPr>
          <p:cNvPr id="111" name="Text"/>
          <p:cNvSpPr txBox="1"/>
          <p:nvPr/>
        </p:nvSpPr>
        <p:spPr>
          <a:xfrm>
            <a:off x="548640" y="5623560"/>
            <a:ext cx="11155680" cy="502920"/>
          </a:xfrm>
          <a:prstGeom prst="rect">
            <a:avLst/>
          </a:prstGeom>
          <a:noFill/>
          <a:ln>
            <a:noFill/>
          </a:ln>
        </p:spPr>
        <p:txBody>
          <a:bodyPr wrap="square" lIns="73152" tIns="73152" rIns="73152" bIns="73152" rtlCol="0" anchor="t">
            <a:normAutofit/>
          </a:bodyPr>
          <a:lstStyle/>
          <a:p>
            <a:pPr algn="ctr">
              <a:spcAft>
                <a:spcPts val="600"/>
              </a:spcAft>
              <a:buNone/>
            </a:pPr>
            <a:r>
              <a:rPr lang="en-US" sz="1800" b="1" i="0" dirty="0">
                <a:solidFill>
                  <a:srgbClr val="BF6019"/>
                </a:solidFill>
                <a:latin typeface="LM Roman 10"/>
                <a:cs typeface="LM Roman 10"/>
              </a:rPr>
              <a:t>Next lecture: forced vibrations and resonance.</a:t>
            </a:r>
            <a:endParaRPr lang="en-US" sz="1800"/>
          </a:p>
        </p:txBody>
      </p:sp>
    </p:spTree>
    <p:extLst>
      <p:ext uri="{BB962C8B-B14F-4D97-AF65-F5344CB8AC3E}">
        <p14:creationId xmlns:p14="http://schemas.microsoft.com/office/powerpoint/2010/main" val="291629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Elica">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Personalizzato 1">
      <a:majorFont>
        <a:latin typeface="LM Roman 10"/>
        <a:ea typeface=""/>
        <a:cs typeface=""/>
      </a:majorFont>
      <a:minorFont>
        <a:latin typeface="LM Roman 10"/>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3711A8-5290-4394-8764-D892F6C0883F}">
  <we:reference id="wa104381909" version="3.16.1.0" store="en-US" storeType="OMEX"/>
  <we:alternateReferences>
    <we:reference id="WA104381909" version="3.16.1.0" store="" storeType="OMEX"/>
  </we:alternateReferences>
  <we:properties>
    <we:property name="EQUATION_HISTORY" value="&quot;[{\&quot;mathml\&quot;:\&quot;&lt;math style=\\\&quot;font-family:stix;font-size:16px;\\\&quot; xmlns=\\\&quot;http://www.w3.org/1998/Math/MathML\\\&quot;&gt;&lt;mstyle mathsize=\\\&quot;16px\\\&quot;&gt;&lt;msub&gt;&lt;mi&gt;F&lt;/mi&gt;&lt;mn&gt;12&lt;/mn&gt;&lt;/msub&gt;&lt;mo&gt;=&lt;/mo&gt;&lt;mfrac&gt;&lt;mn&gt;1&lt;/mn&gt;&lt;mrow&gt;&lt;mn&gt;4&lt;/mn&gt;&lt;mi&gt;&amp;#x3C0;&lt;/mi&gt;&lt;msub&gt;&lt;mi&gt;&amp;#x3B5;&lt;/mi&gt;&lt;mn&gt;0&lt;/mn&gt;&lt;/msub&gt;&lt;/mrow&gt;&lt;/mfrac&gt;&lt;mfrac&gt;&lt;mrow&gt;&lt;mo&gt;|&lt;/mo&gt;&lt;msub&gt;&lt;mi&gt;q&lt;/mi&gt;&lt;mn&gt;1&lt;/mn&gt;&lt;/msub&gt;&lt;mo&gt;|&lt;/mo&gt;&lt;mo&gt;|&lt;/mo&gt;&lt;msub&gt;&lt;mi&gt;q&lt;/mi&gt;&lt;mn&gt;2&lt;/mn&gt;&lt;/msub&gt;&lt;mo&gt;|&lt;/mo&gt;&lt;/mrow&gt;&lt;msup&gt;&lt;mi&gt;R&lt;/mi&gt;&lt;mn&gt;2&lt;/mn&gt;&lt;/msup&gt;&lt;/mfrac&gt;&lt;mo&gt;=&lt;/mo&gt;&lt;mo&gt;(&lt;/mo&gt;&lt;mn&gt;8&lt;/mn&gt;&lt;mo&gt;.&lt;/mo&gt;&lt;mn&gt;99&lt;/mn&gt;&lt;mo&gt;&amp;#xD7;&lt;/mo&gt;&lt;msup&gt;&lt;mn&gt;10&lt;/mn&gt;&lt;mn&gt;9&lt;/mn&gt;&lt;/msup&gt;&lt;mo&gt;&amp;#x200A;&lt;/mo&gt;&lt;mtext&gt;N&lt;/mtext&gt;&lt;mo&gt;&amp;#xB7;&lt;/mo&gt;&lt;msup&gt;&lt;mtext&gt;m&lt;/mtext&gt;&lt;mn&gt;2&lt;/mn&gt;&lt;/msup&gt;&lt;mo&gt;/&lt;/mo&gt;&lt;msup&gt;&lt;mtext&gt;C&lt;/mtext&gt;&lt;mn&gt;2&lt;/mn&gt;&lt;/msup&gt;&lt;mo&gt;)&lt;/mo&gt;&lt;mo&gt;&amp;#xD7;&lt;/mo&gt;&lt;mfrac&gt;&lt;mrow&gt;&lt;mo&gt;(&lt;/mo&gt;&lt;mn&gt;1&lt;/mn&gt;&lt;mo&gt;.&lt;/mo&gt;&lt;mn&gt;60&lt;/mn&gt;&lt;mo&gt;&amp;#xD7;&lt;/mo&gt;&lt;msup&gt;&lt;mn&gt;10&lt;/mn&gt;&lt;mrow&gt;&lt;mo&gt;-&lt;/mo&gt;&lt;mn&gt;19&lt;/mn&gt;&lt;/mrow&gt;&lt;/msup&gt;&lt;mo&gt;&amp;#x200A;&lt;/mo&gt;&lt;mtext&gt;C&lt;/mtext&gt;&lt;mo&gt;)&lt;/mo&gt;&lt;mo&gt;(&lt;/mo&gt;&lt;mn&gt;3&lt;/mn&gt;&lt;mo&gt;.&lt;/mo&gt;&lt;mn&gt;20&lt;/mn&gt;&lt;mo&gt;&amp;#xD7;&lt;/mo&gt;&lt;msup&gt;&lt;mn&gt;10&lt;/mn&gt;&lt;mrow&gt;&lt;mo&gt;-&lt;/mo&gt;&lt;mn&gt;19&lt;/mn&gt;&lt;/mrow&gt;&lt;/msup&gt;&lt;mo&gt;&amp;#x200A;&lt;/mo&gt;&lt;mtext&gt;C&lt;/mtext&gt;&lt;mo&gt;)&lt;/mo&gt;&lt;/mrow&gt;&lt;mrow&gt;&lt;mo&gt;(&lt;/mo&gt;&lt;mn&gt;0&lt;/mn&gt;&lt;mo&gt;.&lt;/mo&gt;&lt;mn&gt;0200&lt;/mn&gt;&lt;mo&gt;&amp;#x200A;&lt;/mo&gt;&lt;mtext&gt;m&lt;/mtext&gt;&lt;msup&gt;&lt;mo&gt;)&lt;/mo&gt;&lt;mn&gt;2&lt;/mn&gt;&lt;/msup&gt;&lt;/mrow&gt;&lt;/mfrac&gt;&lt;mo&gt;=&lt;/mo&gt;&lt;mn&gt;1&lt;/mn&gt;&lt;mo&gt;.&lt;/mo&gt;&lt;mn&gt;15&lt;/mn&gt;&lt;mo&gt;&amp;#xD7;&lt;/mo&gt;&lt;msup&gt;&lt;mn&gt;10&lt;/mn&gt;&lt;mrow&gt;&lt;mo&gt;-&lt;/mo&gt;&lt;mn&gt;24&lt;/mn&gt;&lt;/mrow&gt;&lt;/msup&gt;&lt;mo&gt;&amp;#x200A;&lt;/mo&gt;&lt;mtext&gt;N&lt;/mtext&gt;&lt;mo&gt;.&lt;/mo&gt;&lt;mtext&gt;Thus, force&amp;#xA0;&lt;/mtext&gt;&lt;msub&gt;&lt;mi mathvariant=\\\&quot;bold\\\&quot;&gt;F&lt;/mi&gt;&lt;mn&gt;12&lt;/mn&gt;&lt;/msub&gt;&lt;mtext&gt;&amp;#xA0;has the following magnitude and direction (relative to the positive direction of the&amp;#xA0;&lt;/mtext&gt;&lt;mi&gt;x&lt;/mi&gt;&lt;mtext&gt;&amp;#xA0;axis):&lt;/mtext&gt;&lt;mn&gt;1&lt;/mn&gt;&lt;mo&gt;.&lt;/mo&gt;&lt;mn&gt;15&lt;/mn&gt;&lt;mo&gt;&amp;#xD7;&lt;/mo&gt;&lt;msup&gt;&lt;mn&gt;10&lt;/mn&gt;&lt;mrow&gt;&lt;mo&gt;-&lt;/mo&gt;&lt;mn&gt;24&lt;/mn&gt;&lt;/mrow&gt;&lt;/msup&gt;&lt;mo&gt;&amp;#x200A;&lt;/mo&gt;&lt;mtext&gt;N&lt;/mtext&gt;&lt;mo&gt;&amp;#xA0;&amp;#xA0;&lt;/mo&gt;&lt;mtext&gt;and&lt;/mtext&gt;&lt;mo&gt;&amp;#xA0;&amp;#xA0;&lt;/mo&gt;&lt;mn&gt;180&lt;/mn&gt;&lt;mo&gt;&amp;#xB0;&lt;/mo&gt;&lt;mo&gt;.&lt;/mo&gt;&lt;mo&gt;&amp;#xA0;&amp;#xA0;&lt;/mo&gt;&lt;mtext&gt;(Answer)We can also write&amp;#xA0;&lt;/mtext&gt;&lt;msub&gt;&lt;mi mathvariant=\\\&quot;bold\\\&quot;&gt;F&lt;/mi&gt;&lt;mn&gt;12&lt;/mn&gt;&lt;/msub&gt;&lt;mtext&gt;&amp;#xA0;in unit-vector notation as:&lt;/mtext&gt;&lt;msub&gt;&lt;mi mathvariant=\\\&quot;bold\\\&quot;&gt;F&lt;/mi&gt;&lt;mn&gt;12&lt;/mn&gt;&lt;/msub&gt;&lt;mo&gt;=&lt;/mo&gt;&lt;mo&gt;-&lt;/mo&gt;&lt;mo&gt;(&lt;/mo&gt;&lt;mn&gt;1&lt;/mn&gt;&lt;mo&gt;.&lt;/mo&gt;&lt;mn&gt;15&lt;/mn&gt;&lt;mo&gt;&amp;#xD7;&lt;/mo&gt;&lt;msup&gt;&lt;mn&gt;10&lt;/mn&gt;&lt;mrow&gt;&lt;mo&gt;-&lt;/mo&gt;&lt;mn&gt;24&lt;/mn&gt;&lt;/mrow&gt;&lt;/msup&gt;&lt;mo&gt;&amp;#x200A;&lt;/mo&gt;&lt;mtext&gt;N&lt;/mtext&gt;&lt;mo&gt;)&lt;/mo&gt;&lt;mi mathvariant=\\\&quot;bold\\\&quot;&gt;i&lt;/mi&gt;&lt;mo&gt;.&lt;/mo&gt;&lt;mo&gt;&amp;#xA0;&amp;#xA0;&lt;/mo&gt;&lt;mtext&gt;(Answer)&lt;/mtext&gt;&lt;/mstyle&gt;&lt;/math&gt;\&quot;,\&quot;base64Image\&quot;:\&quot;iVBORw0KGgoAAAANSUhEUgAACGcAAAAuCAYAAACP1eYYAAAACXBIWXMAAA7EAAAOxAGVKw4bAAAABGJhU0UAAAAaPUZr5AAAI6lJREFUeNrtnQ+kVsnfwMcjWUkkSdIbSbKSvEmS9OZNeq+VRG+yklzWykoSWUmyliRrJZEkWSvWSpIVa621spaVtbKyrLXWWj+RJCtZ7nu+v+d73jt37pw5M+fP85znPp8P495zznPOzJnvzHe+M/M9M8ZAk7zIwsKWnzeIOAAAqrAkCxPOuRNZOJKFC1nYRRYhSwAAAAAAAAAAAAAAAIC64JwBAOPKmizcz8J165xM4N/S/3tZ+CULi8gqZAkAAAAAAAAAAAAAAABQB5wzACCG3hx9r8Nm5oT+tSwct47vZOEQ4keWAAAAAAAAAAAAAAAAMLdZ0vLzfY4Ob2XhcRb+lYUdJm0yK8U5o2o8OGcA+HXF3oZ1yYosXMrCmSzsmYP6T3An9G9m4aJ1fNv0t8SoyrosbG1YlrRloyNLAAAAAAAAAAAAAAAA6DiyRPsnpr9Me5u4jg4yufWH6TtLzM/C3Sx8XuN5RefqxINzBsBMxIlCJqXnNahLdmfhtyxs91xbkIXLWTiRhVP6/xsD0n9Nx+1O6O/PwhMrL7/Owjue+8TZQCb+H2paP9H8msrCF544JmrKcrnqyWdZeJ6F85HPE4eCb7LwWu+7iCwHJksAAAAAAAAAAAAAAADoODI5JRNxn5rBOmesNn2HieXW9e+zcKTi84rO1Y0H5wyAacS5SSbflzSoSzZl4W9TvFrGvSyctY7PaRy+5xSxwfgn4svSHBO3rG7wW0FwV+hxJ/SF01n4OAsns/BrFrY519ea/oo/sjKD7UQhW7+Ig8EvnnTfMn1HhaqylBVMlur/m03fcWBnxPPuaH6s1Xyb0jxDlu3KEgAAAAAAAAAAAAAAAEYImWQapHOGxPeudW19Fv4xacvRxzhn1I0H5wyAafLJ5yZ1ySPTX0XAxxbTn+BfZ51bq+c2WOfEkUAmvX0rFWzWa1sT0xwbdwq+Cf0cWT3kW+ecTNrLdkw/BZ75wHNOVgm6V1GWiz0676WZ7WjgIitHrPCk7S6ybF2WAAAAAAAAAAAAAAAAMEIM2jlDlsufr//LF8RfmtmTWTniSDFR8ryic7HxfJCFV6a/ysbukjgAxhX5sn9fg7pko+lPkEu9vKR1Uyavd+l1cSB47blPHKxOOufyVQnsSf18Mv+tCmlOiTuWogl9cRCQifllzvkJzZ/3SvLQpafpXFlTlkb14YcRv+t5zsmWHVeRZeuyBAAAAAAAAAAAAAAAgBFi0M4Z4gghk02rTH95+a9NfwLNZY2m63rJ84rOxcQjXybnk8Gyysa/SuIAGEcWmbjtLVJ0ydv6TNv5SuqpbHMiW1Tc0Dro8rJAJ9iT+jKZ/zQLeyvqv9S4y3gzC5+bvgNKPgm/QNN31PidG85r/uytEN8zzd+qspT0isOMODXI6hdLK6ThkZnekgNZtiNLAAAAAAAAAAAAAAAAGDEG7Zwhy+mL48Qt018KX74MfrPgvqIvlGOcM2Li2eEcy2TkvEAcAOOIODDJ5PLiBnXJUX2mPZmdOw7IZHTRpPoLUzypnk/qPzdxK0MUpblK3E1z0VSf0P8qC1dqyrKnv/0zCzcT45dtTo7UzE9kWS5LAAAAAAAAAAAAAAAAGDEG4ZxRhDhf/FJy/foA4hFkMvJnigPALGSVBZlcXtagLjmgz5zvnBeHqsksnDDp21FsMv2VBmRS/2gN/Vcl7qY5qPlzusK9slXM1ZqyzDlk+itXxLLZk/fIsh1ZAgAAAAAAAAAAAAAAwIgxTOeMe1n4KHC9KeeMsniEPRofAMzkDdOfXN7VoC4R5wCZIHdXr5FzslLCRo1zjXVttZ7b6HmenHum9+arLsRM6vvSnBp3W3kuq1Y8Mf6tMkzg/B+Bd4+VZc5bpr96QwxbTN8RwU0jsmxHlgAAAAAAAAAAAAAAADBiyLLvg3bOkK1DZHJQvmiWL5uLJqbqOmfExiNf75+lKAwdkZFsh3DBxE8eD4MPTH+FB5k43T3CcaTwyPRXu6iqS45l4T3n3DUzc8uMbaa/wk1eTx9k4X3rutTRLzzPlkl2mcC3t7/IJ/UPV0xzbNxtIvkh22/cNrO3WJItmi6b6W2YbKTcbKggS9nqZL+jJyV/dkTIcqumZ7sVJI4JZNmqLGH4+n7S4NgJAAAAAID9DwAAAADYbgAlyETQXtOfDH1u+hNpSwcU9xIzcxJvecHv6jpnxMYjy9u/QZEYKuKMcUv/72m5XNTBdO4w044j75r+pPEoxpGKpONGDV0i2zO4KzBInbusQZ5/JQsrreuL9dwJDdf0nM1SM3syPyef1N9RIc0xcQ+ClZqOX7NwJwufZOFj1Vk+ZzPZVuRhRVmuN/0VHiRPZKUhccLwrS7hyjJ3PJhywp9WGpFlO7KE4ep7sTG+w8AHAAAAAMD+BwAAAABsN4C5QFPbmoQQz6ll+r9MkO0m24eCTJget45l8vJQRxW+jazKMm8E40hF6oZMFC/voEzWBK6tHrN6JA5O65Hl2MgShqvvT5m+ExMGPgAAAAAA9j8AAAAAYLsBjDSy1PvnWfjW+L/ebgL5wvof01/25pVW3k0Dfk/x3to7x2S3pMI9sr3FRetYlv+/0PH3lEnunwccxzrT30JiGCxXOc0z0EUmE3QJspw7shy27k65b0WH0lxXF8tqXJs7ZOBLPuDMM/fzfNhylnqwM3AM3WGe6qhRS0dX0t3Vvt+41DnatNGs75Sv4VNlrAD7f3Tt/67ojbbkIWVHlik/Y/rbr3a5fZ4r+mCuQV8FAOZifxHbbXi2W1fa1rGyWURwT8zsJdvzsBWdATU6G9fN7AlSOX9JFcdp/U3MljMy4SpbRLxj+tsSnEm8Xhf56l2W6r/vubZA45ZtBU7p//ZWMvu1nuV58bWm01am32udc5XPqix8qNdOm8GtCLAnoNg/ddKfK05xQHmo+SThN033FwlxyPHEkMqslMMDVN3OsdakD64gy7kjyzZ1d537Tjn20qcdaW/q6nsx9k/q/z4Dv6n2St5PtusRZ0VZSUUcSH/X/+WcbONzSOuxOJheGVKZPaDt3T3TXypwWE5f2zRf8vJ2XfPouuZZfr6pdx50nrcRZ4rspL/zyPS3sfIdt8FVM3tLtLlKk++6RW3q+0N+p9R0+H4/yDIwiLiK+n4x1K1zo1Kfht2mNZWfg8rvcag3TbZlo1K+6uR17FgB9n837f8uts9V5FE2phkjr8/1d8K5lvvIZe2z9DFWjqDecPXBYe0fyUeKucPLwSz8peXTXll6qcruWRaOjOC7D6Kv0oX2c5B94C60++PUPyRvh1vWh0WoPcJ264btVmZr79T7/sZmqWWzzOAdzVR7mRSZaL1r/HvFA5QxPwvfGL/n2GNVJsZSIDdLnjdPO1i2s9Bd7cTEXLcJrR6yoUBRvqGK6tMChSuDJWet43MeZS/K7mNVnL9qw2szoZ2IlwVpfDRg+Z0tuLZAFfBC65xMuP7LzF6toKeNzy+Jcdwy4S0gqsoRAMaLMt1d9T7RX5+Z/r5/eVjUofZG2sLfCsKhEl18zHqXIu/rJtqr6047IgNLd6xjGVjNB8rEnhjGRIN0Cl5Zcjk9ZLt4ItApn9dwZ30QeS6Dom+1FGcV2R0xMwc43eOmEb2x34wH7ru6sk/luhm+c0aVdLi/b7MMuHncdnkL9f1iSalzg3y/uuW1TV03rDo7SP01l+tNE23ZKJavum1i2VgB9n937f+uts+p8igb0yyTl+T/NetYyvPkkNrnVdqHuDSiNqarD97X97HPHddzWzx15uwI29dt91W6YvsPsg887Ha/6T7TMO3fYaepazZd18r6MAi1R9hu3bLdQrb2Mi2LJ7FZatssMwrLb57zLB8JVckdEXyIUthnHcsXHndLnie/ee2cO6jn5kdctxtncSJ4p6C8/8uEV4vxdfK2qGJYZ51bq+c2eJ6x2/S3s/EpzHOahj/N7C8O7gxQfidNsXODdBpvW8c97Zz+FHjeg8Q4dqheChlZdeQIAONF1QG6ovtEf4l39F5T7M3bhfamir5/om2QhGcarrbQXrmDYy889+W/+dIMZ6JBbJVXI9JZN6bZVT3azvMF2umabCnOKrI7bGYOcLrH0J7sB6XTh922DCrdTeRxk32/qnWwC+9XN662dZ2Zo+VpXOpN3bZsLpSvKpSNFWD/d9f+HzW9UfSc0JhmrLxksih3VD9j2ht/L2ufZdVhmSyQD7CWzAF9sFTlY0/cSD6/VnnayMq/K8zoMip9lbrt6yD7wNhf3bWJUtLUxfRT1uP6i9hu3bDdYm1tbJYG+jAL1Ei5YJ3bZQDq8YvTWXGV1p+qjMTD6wsze5LG5ZyZ7XyxW5XaRMR14yhDV+nmyrbMA9OncE974s47bK4XmbyzOCosK2iExXDYpAb2D2bmV8WpnV3JU/HIu6lpvKvPlY6jePnfMP0lslzFbS/119N8tPnGydPceHgvkJaNiXH0NP9CyxTVkSMAjBdNG/gy6P2d6qkXgU7fMNubGMp0ccj7usn2yhi/c0ZOPtEgA2iy8tQflt2wR/Nk0rJhxVnQdiI8q9ffVfsjBlmq75r17HwVj1XaIZC8uayG9Wor7pvambii927TPD5v+ssZfqb3zbfsgksqb/Faf7tCZ32p8X8NVodQnguH9J3k71dO3yEmv7epzG/pb3sRccbmVRXZGVPunBG6P7c572gncULj/9qyZeSrvYc6KNDTPLto5cdn+v6n9N1/dzrui9VmO6bPmVKb8lBDNmBIpqG4y9Lue1db9v8TUYeXafzH9X1+cPRjSj0qes8YGZSlwyX0ezdfivRH6N2KdIubx/OcuMrKc0xelPX9qryPW+dCsgq93xZtZ2UZ1xVWGfnLTH8xFFtmfLqqTJcMStdNaD2/oul4oc86ECnnIn1dVmfbzO9xqzeh5xW1ZYMqX0Zt1e80bUbf64Up/sCiqM6u1+PcVpGxgd8sW7jnyeuQLeGOFVzQvO5h/4+c/T+s9rluWQiNacbKS/SlLCkujhlt7qseGptdrPpjqab5fIGeKct/X31NtY1D+qlI1xeNHYoufWY9d5WW2ddmevsZufaJZ7w2pa0q6t/VKcux9cJnNxXpzRS7JVVuPtlsL7Ejeh3tA1fpn9mUjUvU7TP1Cvp8dWywWJuozP4N1dEUXVJmZ7lpqtpXaMOmqzI+4tovgxzvGQah9gjbrVu2W2heTurBe6Yd56dxtFn+fWMeuSijz9U4bIpdZua+PkVhO3NHnaKO3BbptZ0Fz56nlekfNSBi9gk6rM9c4UnjvojrIaUryvZpZIfIp3BvGL+38ksz7Zm9QJ9/1BQvqz1hKbY9mvZ7NTu7MmD32FLgZ8xMj7/1Gs9aPT6gcnml4bWZuezRSr3ffofzxr9/VRFlceQ8KzHQ68gRAManTWrDwM9Zrm2AxL2/YT1Vtb2JJUYXlxn4TbZXZc4ZD63BtPtqr+Y8dToGt61BkBVm5tZaRxPSdNDM/GJ1oQ50rLXOnVGDfpG2jT9oWhdqx1w6+D+aaa/uVZrvE3ruKye+KW2bywamTmu4YtrZfzSU5/mSmnusjuLjCvntyi0UZ2pepcrON8BpH8fcL2m969TXe06a8i0kN+rvn1rX72r5yb9m+MrMdFC4qQNnecf0dUn+ptiAIZnGxB1Ku+9dXdmH6nBPBzbftK5/ZunHlLJR9p6h9yhLh29AI/R7N198+mNd4N0WBnSLm6duXDHluaw8lvX9Ut/HrXNlsgq9n9Hy+tQaPJF8+qCiPrHjism7Qeo6GQj6Vuul0UEgKQdrItJapK/L6myb+T1O9SbmeW5bNujyZdS+/UPzaIMjmxT9mn+VeEwHS22b083rGFvCHiuQ8Z6r2P8jaf8Po31uoiyExjSblFddysZmz1nylzr03MyctInJ/1B9TbGNQ/rJp+uXBcYO8/KZp+UDMz33cVrPHXLqb4p+DLUldcpyar2w7aYiOVSxW1Lk5pPNf5fYEV3tA1fpn5W1ybed39ftM/moaoOl2ERVxkGWJeqSmLJqp6lOX6Fpm67q+Ihrv7Rd1oc5R1vWHmG7dc92883LbdD8aWMMclxtln9H8qt1/I6ZvcTJsJjqUOhy2tp4vyaU/eKC6+KocMkaJP490Mm3O/PPtGLknLQav7LrIaX73JR77lVRuC8SFe6EY3RNavovlihMUcBFq1bccu7b78i7Z/yrixQhMrvsnLto0pwzYvnKxC3JmirHKQKBMFZtUpsGvm3E3WlQT7Xd3tSlansVImbljJwrei5mEGSe5v1NtW97CWlyJ0Xe1s6UrwPxtjUJct2xq91OfP7FqXhef61pn9SBlTuBzkjRlxSr9dzGBmVcluc7NS+XqV3wtEJ++yaUiuJMzasqsgs5Z8Tcv0M7zXnH64JzfM25f9IZfLujdluRDpB8fd86fqA2oGnIBiySaUzcZWmfNNWdMw7q4FmRfkwtG6H3DL1HWTp8ZbDs926+uPoj9G4h3eLLUzuumPJcJtOYvl/K+/jqYEhWoffL8+KFNeByUgedq5QZO66YvBukrrvvPGu+6p1jEWkN6evJIeX3ONWbmOdVdc5oqnzZaToUYTuE6mw+uPzS+D8Gm0y0JWLGCrD/u2//D6N9bqIshMY0uyKvsrHZeY7M8uXWT3t+G8r/UH1NsY3L9NP9QP759IE4lX1nplcUyn/3u/VOvYT4TWT/rk5ZTq0XrlOrTw5V7JbUPo1PNiE7ost94Mma8ipzzqjbZ/JR1QZLsYmqjIOYRF0SE4ebH1X7Ck3bdE2NjwyyrFfhqZa1ovBnxfYI262btluRrb3QDH4+ec7aLL4tTZYZgPqdqqlAWfrS6txLhZOvfX6JeO56VaK3tUJc0vI7L/K6i3hbPdNKGfslrU/hnjDNLFU04TG6LmheHjHhSauvCq65A/P7PMozxTnjFzPbO+9gQCHWQd7rasTvqsgRAMaLtg18mfT8omE91WZ707SBH9tehWjLOUMQ7+6ftQOekk/upMjHnk680XMXC4zw66b4C4vrTqchJt9DTsNrG26DQ3kuX2Wf0w7UYWcgJDa/UyaUUvOqiuxCzhkx9xt9b1kmUZyGP1Ib96zmietIkTr4J2n40Tr+1hp4a8IGDMm0LO42nTOkHDwK6MfUshF6z9B7lKXDJeb3ZZPMoXcL6RZfntpxxZTnlAHJor5fyvv46mBIVmXOAkbf5ZH1zlV1rx1XrC4YlK677xk0k/jOR6a1SF9PDim/x6nexDyvaeeM1PIl9NSGPVBTv+bIxOjXnvOTibZEzFgB9n/37f9htM9NlIXQmGZX5BVqnwVZzvuGmf46W4JsN/SHmT15WKbbQvU11jYu00+hiQ6fPshX+JW/7zm2sKzec7lGv6ysLalallOf5dpNPjlUsVtS+zSpzhld7gN32TnjgJn+cv6VU+ar2GApNlGVcRAfofePicPN36p9haZtuqbGRwZZ1quwMCJUaY+w3bppuxXZ2m05Z4ylzZJvBbE5IaOWmNkTuR9owyAZstuTsa8iwjYDXaKO3N7QcrXLc22BXrMV9jo9tyAxjeIFfa3i9Y2qbPeZaa+4GKXrU7gbNf1rrHNVvBp9CjM35kR536sgxyadM2Rvs8cF8hbvyCem2AO0VyHtf0TIpKocAWB82qRBGPiHAoZXF9ubNgz8uu1VW84ZS9W+kHboHY3nWGSa3EmRQ5rX7gpzr830pIVrhJ/T9my+c88qvfarp43cUqGz3jShPF+lZXq51Z94WiG/UyaUUvOqiuxCzhkx9xt9V5l4Oq/59LYeX/KUgSqDf2LXvq/3rmvQBgzJNCbuNp0zzqgs5xU8P6VslL1n6D3K0uES8/uySebQu4V0iy9P7bhiynPKgGRR3y/lfdw6VyarGGeBldomyeDNjoR0hHRVrC4YlK7zOWdIHr4VkdaQvp4cUn6PU72JeV7Tzhmp5Us4rvr4Zkk6YtoRaUP2aFk7HmgTY2yJmLEC7P/u2//DaJ/rloWyMc2uyCvUPgu+yan8q9VjCXZeWX2NtY3L9FNoosOnD1bqu4hOXWSNS/6h592PzlL0Y6gtqVOWU+uFbTcVyaGK3ZLap0l1zuhyH3gUV86oaoOl2ERVxkF8hN4/Jg47TXX6Ck3bdE2Nj7Rd1oc5Rxtqj7Ddumm7FdnabTlnjKXN8tBjxIZY43n4DivT3tWCC/AoYOj95lxbrwXTNQTfKzGYfjfTe6mmXN+o5dRenihXuodL3utGgbJ/YGYu93zWhD3xfOw1/iU+pX5+W7FxKhuYT9nW5IrzjjbbVKHdNrM9JWV5x8sJeiZHdNOGwPU6cgSA8eJGQIeG2hvffWILiXftYsuAfGD8X7B3tb2pS5X2qqxd/9sUO2d8b2ZPNHzvXP9M/5cO8Y/Ws7ar0W3n61n9/4wJL1V40Mz0dhdZy1dxF5z274llqLt28lptz+5pZ2ypxit7Ha7TDtEnpu8dvlCN/O0NddZTHapj89wdzPjYTA8MhvLb5YmVl8tK4kzNqyqyO2JmOmfYxzH3G+3ovTTTX+P1tL5fKqgTKYN/ZzVvl2goWxI0xQYMyTQm7rK0u+/qk31RHc5lb+f9/Yplo+w9Q+9Rlg6XmN+7+eLqj9C7hXSLL4/tuGLKc+pgtK/vl/I+bp0rk1Xo/Ww+Nf0vYExCOkK66j8idcGgdJ2bx5KWHyLlHNLXZXW2rfwep3oT8zy3LRtU+VqiNuxe7cvv0zGcZYFxg7I6u8WyHd9Vu29tgVxjbAl7rEDS9xH2fyft/1gG2T430YcsG9NsSl5l/aeqY7OiW44X/P5HM3tl41D+l9XXWNu4TD+FJjqKxg5lhWHXsUye+TjQ/sS0VaG2pE5ZTq0XRyL6YLF9GJeUPo1PNiE7YluH+8Cp/TNfH7qoT9NEnylEqg2WYhPF2L91nTNiyqqdpndr9BWatumqjo+49ssgy/owCM0VYrt1z3YraluLnDOwWRJtlsdWRr40M/eVCnHYzHbOsAltIwHjQ77cjA9RjrdVOUjFvWqm92fMCW3V8Y5WvhUVri/1KFtX6e4oUFp7tcI/N9NfG+Us1oGPExquRQyaG6ceiVL83fj3c11sZi+7V8ZmzYfH+v9yTaPU+Umt87kx81EgP3Nl9LTkNyv1+b+qIvxEDZKTJn3lDEnvw8D1qnIEgPGiTHcXtTeh+7aonvtTDbRTqv9Gpb2pS9X2qqhdX6kG/JS2Mwed992jxut3asC+qf+/sgzf3SqPv7Tzc1mN8U36m2dm+suhy2o4z9f8nSqwgTfqAMeU2hUrrUEW2ULtorahF6z07tV3eKTpztmpAyX/6ICN7Sm/T2Ut134yxc4i29R2ym33g9oZNwFbq6pDdVmeL9O0/q1tff77zzUOX377OKHPkHr0vxFyjs2rKrLbqGVU+jH7tezYx/NK7rf50Onwn/MMAIid87WZ/jpHjn/TsrNJ3/+Rlqetes9xLed/ax5M6T3LG7ABNwZk2iuJuyzt7ru6sl9SUoeNpRN/1vfItzF8K7FshMrulggZlKXDNxhS9Hs3X4r0R+jdQrrFzuNdHhmEynNMeSzr+6W+j1sHV5SUybL3s+uC7+u02DLjK6+xuqBtXZcP/PygaTmn/Wo7LaG0FrWPZXW27fwep3pT1i752rJBlK89+swD1mD2nyY86RLSr1vVblxvDWi+Ujls9sh1e4kt4Y4VfKjp62H/d87+j2XQ7XPdPmTZmGZT8gqNi1Ydm92h5fiyZ3xvi+btlN4TY+eV1ddY2zikn4p0fdnY4WEze8J/pfFPVKW2VUVtSd2yHFsv/tOxm/4rIIdUuyVFbj7ZxNj+XewDV+mfuYT6NE30mcrG0VNtsFibqMz+DdVRk2AnlZVVO03ravYVmrTpqo6P2PbLIMv6sAjNFWK7dct2K2pbRUectcrpXmyWxmyWaA4HOmU9M9tLD8aTnha25Q0+76gqgMMVrrsNWBGrEV0nuGUN3iBHABhV0FPd50NTbeutUQCH6rnDUuPfqk86x/vncNwwvn0/iMO3rQkAYwXY/wDj0j53XR8AfWAAynr32yNst260rdgsFSq+zR7DdgJt0+XliVykIt3E6IFE5IvOvWQDoK8BoGXEs3nXHH4/HKrnDme1k2p/PSP7Zx830/toz8W4YbSg7zd4ZGlcnDOAsQIAGMf2GX0A9IGBsj5aZZ3+Im0rNktLFV+Whz5L+W2Vri9P5EO+tjuA6CASWS5qM9kA6GsAgFY76zhUjxZiT4uXvexdK0skypYl4gC4aI7HDaNZVun7DYZ8yVRxnpogO4CxAgAYo/YZfQD0gYGyPpplnf4ibSs2SwsV/6Tx79kNzcFSXAAA6GsAgDo2Ow7VAAAAAAAAQB8YgLIOACNc8WVZjmX6vyyb0/by7eJpMu5fIbMUFwAMA1nWfNyXjlyXha3oawAY0c46DtUAAAAAAABAHxiAsg4AI8CbWfg8C99mYaOekyVG/snCKw3ydfCmFtMg+858Y/pL684VZKngKSu80nfcEriHpbgAYNCsUMPPXQFiQRYuZ+FEFk7p/zGGYNl961QXSrvyPAsXE++vmq5YIzh2CWn0NQB0pbM+aIdqAAAAAAAAAPrAAJR1ABhRZKLtoyzsM3PLOUOQCUj5slqWHpI9nMUJ5mUWVnl+y/JEADBo5queWuK5ds/RSeey8GnEM0P3SXx3TH+FirX6uyn9TWy8VdMVizjWrYnIN/Q1AAyaLjhUAwAAAAAAANAHBqCsA8AII19NLzZ+5ww5f13PTznhqP5Gvpi+YPpbovydhbc78l7zVWGet869pWk/5Pk9yxMBwKA5nYWPPee3qK5aZ51bq+c2BJ5Xdt9+01+pw+ZBFu5G3l81XSnsMH0HkBDoawAAAAAAAAAAAAAAABgp3s/Cav3f55whTgzi5PBEj4+Y/mSizSdZ+ND0V6aQZz3vyLtJ2mXC8E3rnDiaiBOJOznJ8kQAMAx+Ud3rInr2tee8eOueDDyv7L6e55ro8KuR98emS5w4ZDWNm3rPXW1fxONYtiO5oW3FVc+zevq8lQXviL4GAAAAAAAAAAAAAACAkUL2UNpuHRdtayITabf1//tZ2OxclyV9lpvpSb91HXm/O5o2+SpdnDJkqfxLZrZjBssTAcAwEIc2cSDb6bl2o0AfvzSz976re98jM72NSNn9Kc8X54zHZtqR4ozpO8dt1eP1+v5rPc97ZvyrMKGvAQAAAAAAAAAAAAAAYOT4wkxPcOWTXFP6v/01s3xVLZNkMpH4zPOcu2Z6q5MzHXm3fEuTs1lYqP9/iMgBoEPsUr252HOtyAlCzlVxzii6T7Y5OZJwf8rzxSHujhPXlHXc0+MJz/O+ysIViggAAAAAAAAAAAAAAADMRXwrZ4hjgzhrLMnC0Sx85ly/l4VTpu8MIaFX8NwTpr+0/YEBvUu+pUm+isdNfbeFiBkAOsJO1VPLPNdEZ1bZ1iTlvs2q11PuT3m+65yxz8x0zjCm2DnjS+Pf8gQAAAAAAAAAAAAAAABg5HGdM2TCUCbWvtZj2dpEnBzezMJGPffS+l+2NnEn+lZl4XvrWP5fOYB3kXT/ZB1vM/1JwFOIGQA6whuql3Z5rm3Ua2usc6v13MbAM2Pv25KFg869vYj7U9JVxznjD097AgAAAAAAAAAAAAAAADAncJ0zxBlDJs526/FF019F47T1G5k8e276ThrylfNS55myzYm91L3837aDhEwUypfd7iofT7Lwp/FvIQAAMAwemeIVhR5k4X3rWLZp+sL5zbEsvJd439YsXM7CditIGiYi749Jl1DmnBHa1kTamg0UDwAAAAAAAAAAAAAAABgHjpiZjhVVEAePd6zjd7PwaYtp3mT6jhlTGq5Y107pub+yMA/xAkAHEJ14o+DaYtVhJzRcM7Ody2T7j68S7pNVhF5YOjIP4rjWi4w3Jl2yZcqPWXis/y/XeySuSdNfNeRdPf4oCyucex9SNAAAAAAAAAAAAAAAAADika+mD1vHR8zML6kBAMYZcYgQR4TlZMX/IyturCcbAAAAAAAAAAAAAAAAAOKRVTKOWseTpt2VMwAARg1xzLhpWNEnbyP2kg0AAAAAAAAAAAAAAAAAachWIvbWKFf1HAAATLM0CwfGPA/Wmv6WJgAAAAAAAAAAAAAAAACQyJosfGcdy/L9q8gWAAAAAAAAAAAAAAAAAAAAgOZ4OwvHNBwiOwAAAAAAAAAAAAAAAAAAAKAq/wc/548yY8RAbAAACMB0RVh0TWF0aE1MADxtYXRoIHhtbG5zPSJodHRwOi8vd3d3LnczLm9yZy8xOTk4L01hdGgvTWF0aE1MIj48bXN0eWxlIG1hdGhzaXplPSIxNnB4Ij48bXN1Yj48bWk+RjwvbWk+PG1uPjEyPC9tbj48L21zdWI+PG1vPj08L21vPjxtZnJhYz48bW4+MTwvbW4+PG1yb3c+PG1uPjQ8L21uPjxtaT4mI3gzQzA7PC9taT48bXN1Yj48bWk+JiN4M0I1OzwvbWk+PG1uPjA8L21uPjwvbXN1Yj48L21yb3c+PC9tZnJhYz48bWZyYWM+PG1yb3c+PG1vPnw8L21vPjxtc3ViPjxtaT5xPC9taT48bW4+MTwvbW4+PC9tc3ViPjxtbz58PC9tbz48bW8+fDwvbW8+PG1zdWI+PG1pPnE8L21pPjxtbj4yPC9tbj48L21zdWI+PG1vPnw8L21vPjwvbXJvdz48bXN1cD48bWk+UjwvbWk+PG1uPjI8L21uPjwvbXN1cD48L21mcmFjPjxtbz49PC9tbz48bW8+KDwvbW8+PG1uPjg8L21uPjxtbz4uPC9tbz48bW4+OTk8L21uPjxtbz4mI3hENzs8L21vPjxtc3VwPjxtbj4xMDwvbW4+PG1uPjk8L21uPjwvbXN1cD48bW8+JiN4MjAwQTs8L21vPjxtdGV4dD5OPC9tdGV4dD48bW8+JiN4Qjc7PC9tbz48bXN1cD48bXRleHQ+bTwvbXRleHQ+PG1uPjI8L21uPjwvbXN1cD48bW8+LzwvbW8+PG1zdXA+PG10ZXh0PkM8L210ZXh0Pjxtbj4yPC9tbj48L21zdXA+PG1vPik8L21vPjxtbz4mI3hENzs8L21vPjxtZnJhYz48bXJvdz48bW8+KDwvbW8+PG1uPjE8L21uPjxtbz4uPC9tbz48bW4+NjA8L21uPjxtbz4mI3hENzs8L21vPjxtc3VwPjxtbj4xMDwvbW4+PG1yb3c+PG1vPi08L21vPjxtbj4xOTwvbW4+PC9tcm93PjwvbXN1cD48bW8+JiN4MjAwQTs8L21vPjxtdGV4dD5DPC9tdGV4dD48bW8+KTwvbW8+PG1vPig8L21vPjxtbj4zPC9tbj48bW8+LjwvbW8+PG1uPjIwPC9tbj48bW8+JiN4RDc7PC9tbz48bXN1cD48bW4+MTA8L21uPjxtcm93Pjxtbz4tPC9tbz48bW4+MTk8L21uPjwvbXJvdz48L21zdXA+PG1vPiYjeDIwMEE7PC9tbz48bXRleHQ+QzwvbXRleHQ+PG1vPik8L21vPjwvbXJvdz48bXJvdz48bW8+KDwvbW8+PG1uPjA8L21uPjxtbz4uPC9tbz48bW4+MDIwMDwvbW4+PG1vPiYjeDIwMEE7PC9tbz48bXRleHQ+bTwvbXRleHQ+PG1zdXA+PG1vPik8L21vPjxtbj4yPC9tbj48L21zdXA+PC9tcm93PjwvbWZyYWM+PG1vPj08L21vPjxtbj4xPC9tbj48bW8+LjwvbW8+PG1uPjE1PC9tbj48bW8+JiN4RDc7PC9tbz48bXN1cD48bW4+MTA8L21uPjxtcm93Pjxtbz4tPC9tbz48bW4+MjQ8L21uPjwvbXJvdz48L21zdXA+PG1vPiYjeDIwMEE7PC9tbz48bXRleHQ+TjwvbXRleHQ+PG1vPi48L21vPjxtdGV4dD5UaHVzLCBmb3JjZSYjeEEwOzwvbXRleHQ+PG1zdWI+PG1pIG1hdGh2YXJpYW50PSJib2xkIj5GPC9taT48bW4+MTI8L21uPjwvbXN1Yj48bXRleHQ+JiN4QTA7aGFzIHRoZSBmb2xsb3dpbmcgbWFnbml0dWRlIGFuZCBkaXJlY3Rpb24gKHJlbGF0aXZlIHRvIHRoZSBwb3NpdGl2ZSBkaXJlY3Rpb24gb2YgdGhlJiN4QTA7PC9tdGV4dD48bWk+eDwvbWk+PG10ZXh0PiYjeEEwO2F4aXMpOjwvbXRleHQ+PG1uPjE8L21uPjxtbz4uPC9tbz48bW4+MTU8L21uPjxtbz4mI3hENzs8L21vPjxtc3VwPjxtbj4xMDwvbW4+PG1yb3c+PG1vPi08L21vPjxtbj4yNDwvbW4+PC9tcm93PjwvbXN1cD48bW8+JiN4MjAwQTs8L21vPjxtdGV4dD5OPC9tdGV4dD48bW8+JiN4QTA7JiN4QTA7PC9tbz48bXRleHQ+YW5kPC9tdGV4dD48bW8+JiN4QTA7JiN4QTA7PC9tbz48bW4+MTgwPC9tbj48bW8+JiN4QjA7PC9tbz48bW8+LjwvbW8+PG1vPiYjeEEwOyYjeEEwOzwvbW8+PG10ZXh0PihBbnN3ZXIpV2UgY2FuIGFsc28gd3JpdGUmI3hBMDs8L210ZXh0Pjxtc3ViPjxtaSBtYXRodmFyaWFudD0iYm9sZCI+RjwvbWk+PG1uPjEyPC9tbj48L21zdWI+PG10ZXh0PiYjeEEwO2luIHVuaXQtdmVjdG9yIG5vdGF0aW9uIGFzOjwvbXRleHQ+PG1zdWI+PG1pIG1hdGh2YXJpYW50PSJib2xkIj5GPC9taT48bW4+MTI8L21uPjwvbXN1Yj48bW8+PTwvbW8+PG1vPi08L21vPjxtbz4oPC9tbz48bW4+MTwvbW4+PG1vPi48L21vPjxtbj4xNTwvbW4+PG1vPiYjeEQ3OzwvbW8+PG1zdXA+PG1uPjEwPC9tbj48bXJvdz48bW8+LTwvbW8+PG1uPjI0PC9tbj48L21yb3c+PC9tc3VwPjxtbz4mI3gyMDBBOzwvbW8+PG10ZXh0Pk48L210ZXh0Pjxtbz4pPC9tbz48bWkgbWF0aHZhcmlhbnQ9ImJvbGQiPmk8L21pPjxtbz4uPC9tbz48bW8+JiN4QTA7JiN4QTA7PC9tbz48bXRleHQ+KEFuc3dlcik8L210ZXh0PjwvbXN0eWxlPjwvbWF0aD56qzhgAAAAAElFTkSuQmCC\&quot;,\&quot;slideId\&quot;:284,\&quot;accessibleText\&quot;:\&quot;F subscript 12 equals fraction numerator 1 over denominator 4 pi epsilon subscript 0 end fraction fraction numerator vertical line q subscript 1 vertical line vertical line q subscript 2 vertical line over denominator R squared end fraction equals left parenthesis 8.99 cross times 10 to the power of 9   text N end text times text m end text squared divided by text C end text squared right parenthesis cross times fraction numerator left parenthesis 1.60 cross times 10 to the power of negative 19 end exponent   text C end text right parenthesis left parenthesis 3.20 cross times 10 to the power of negative 19 end exponent   text C end text right parenthesis over denominator left parenthesis 0.0200   text m end text right parenthesis squared end fraction equals 1.15 cross times 10 to the power of negative 24 end exponent   text N end text. text Thus, force  end text bold F subscript 12 text  has the following magnitude and direction (relative to the positive direction of the  end text x text  axis): end text 1.15 cross times 10 to the power of negative 24 end exponent   text N end text    text and end text    180 degree.    text (Answer)We can also write  end text bold F subscript 12 text  in unit-vector notation as: end text bold F subscript 12 equals negative left parenthesis 1.15 cross times 10 to the power of negative 24 end exponent   text N end text right parenthesis bold i.    text (Answer) end text\&quot;,\&quot;imageHeight\&quot;:46},{\&quot;mathml\&quot;:\&quot;&lt;math style=\\\&quot;font-family:stix;font-size:16px;\\\&quot; xmlns=\\\&quot;http://www.w3.org/1998/Math/MathML\\\&quot;&gt;&lt;mstyle mathsize=\\\&quot;16px\\\&quot;&gt;&lt;msub&gt;&lt;mi&gt;F&lt;/mi&gt;&lt;mn&gt;12&lt;/mn&gt;&lt;/msub&gt;&lt;mo&gt;=&lt;/mo&gt;&lt;mfrac&gt;&lt;mn&gt;1&lt;/mn&gt;&lt;mrow&gt;&lt;mn&gt;4&lt;/mn&gt;&lt;mi&gt;&amp;#x3C0;&lt;/mi&gt;&lt;msub&gt;&lt;mi&gt;&amp;#x3B5;&lt;/mi&gt;&lt;mn&gt;0&lt;/mn&gt;&lt;/msub&gt;&lt;/mrow&gt;&lt;/mfrac&gt;&lt;mfrac&gt;&lt;mrow&gt;&lt;mo&gt;|&lt;/mo&gt;&lt;msub&gt;&lt;mi&gt;q&lt;/mi&gt;&lt;mn&gt;1&lt;/mn&gt;&lt;/msub&gt;&lt;mo&gt;|&lt;/mo&gt;&lt;mo&gt;|&lt;/mo&gt;&lt;msub&gt;&lt;mi&gt;q&lt;/mi&gt;&lt;mn&gt;2&lt;/mn&gt;&lt;/msub&gt;&lt;mo&gt;|&lt;/mo&gt;&lt;/mrow&gt;&lt;msup&gt;&lt;mi&gt;R&lt;/mi&gt;&lt;mn&gt;2&lt;/mn&gt;&lt;/msup&gt;&lt;/mfrac&gt;&lt;mo&gt;=&lt;/mo&gt;&lt;mspace linebreak=\\\&quot;newline\\\&quot;/&gt;&lt;mo&gt;=&lt;/mo&gt;&lt;mo&gt;(&lt;/mo&gt;&lt;mn&gt;8&lt;/mn&gt;&lt;mo&gt;.&lt;/mo&gt;&lt;mn&gt;99&lt;/mn&gt;&lt;mo&gt;&amp;#xD7;&lt;/mo&gt;&lt;msup&gt;&lt;mn&gt;10&lt;/mn&gt;&lt;mn&gt;9&lt;/mn&gt;&lt;/msup&gt;&lt;mo&gt;&amp;#x200A;&lt;/mo&gt;&lt;mtext&gt;N&lt;/mtext&gt;&lt;mo&gt;&amp;#xB7;&lt;/mo&gt;&lt;msup&gt;&lt;mtext&gt;m&lt;/mtext&gt;&lt;mn&gt;2&lt;/mn&gt;&lt;/msup&gt;&lt;mo&gt;/&lt;/mo&gt;&lt;msup&gt;&lt;mtext&gt;C&lt;/mtext&gt;&lt;mn&gt;2&lt;/mn&gt;&lt;/msup&gt;&lt;mo&gt;)&lt;/mo&gt;&lt;mo&gt;&amp;#xD7;&lt;/mo&gt;&lt;mfrac&gt;&lt;mrow&gt;&lt;mo&gt;(&lt;/mo&gt;&lt;mn&gt;1&lt;/mn&gt;&lt;mo&gt;.&lt;/mo&gt;&lt;mn&gt;60&lt;/mn&gt;&lt;mo&gt;&amp;#xD7;&lt;/mo&gt;&lt;msup&gt;&lt;mn&gt;10&lt;/mn&gt;&lt;mrow&gt;&lt;mo&gt;-&lt;/mo&gt;&lt;mn&gt;19&lt;/mn&gt;&lt;/mrow&gt;&lt;/msup&gt;&lt;mo&gt;&amp;#x200A;&lt;/mo&gt;&lt;mtext&gt;C&lt;/mtext&gt;&lt;mo&gt;)&lt;/mo&gt;&lt;mo&gt;(&lt;/mo&gt;&lt;mn&gt;3&lt;/mn&gt;&lt;mo&gt;.&lt;/mo&gt;&lt;mn&gt;20&lt;/mn&gt;&lt;mo&gt;&amp;#xD7;&lt;/mo&gt;&lt;msup&gt;&lt;mn&gt;10&lt;/mn&gt;&lt;mrow&gt;&lt;mo&gt;-&lt;/mo&gt;&lt;mn&gt;19&lt;/mn&gt;&lt;/mrow&gt;&lt;/msup&gt;&lt;mo&gt;&amp;#x200A;&lt;/mo&gt;&lt;mtext&gt;C&lt;/mtext&gt;&lt;mo&gt;)&lt;/mo&gt;&lt;/mrow&gt;&lt;mrow&gt;&lt;mo&gt;(&lt;/mo&gt;&lt;mn&gt;0&lt;/mn&gt;&lt;mo&gt;.&lt;/mo&gt;&lt;mn&gt;0200&lt;/mn&gt;&lt;mo&gt;&amp;#x200A;&lt;/mo&gt;&lt;mtext&gt;m&lt;/mtext&gt;&lt;msup&gt;&lt;mo&gt;)&lt;/mo&gt;&lt;mn&gt;2&lt;/mn&gt;&lt;/msup&gt;&lt;/mrow&gt;&lt;/mfrac&gt;&lt;mo&gt;=&lt;/mo&gt;&lt;mn&gt;1&lt;/mn&gt;&lt;mo&gt;.&lt;/mo&gt;&lt;mn&gt;15&lt;/mn&gt;&lt;mo&gt;&amp;#xD7;&lt;/mo&gt;&lt;msup&gt;&lt;mn&gt;10&lt;/mn&gt;&lt;mrow&gt;&lt;mo&gt;-&lt;/mo&gt;&lt;mn&gt;24&lt;/mn&gt;&lt;/mrow&gt;&lt;/msup&gt;&lt;mo&gt;&amp;#x200A;&lt;/mo&gt;&lt;mtext&gt;N&lt;/mtext&gt;&lt;mo&gt;.&lt;/mo&gt;&lt;mspace linebreak=\\\&quot;newline\\\&quot;/&gt;&lt;mspace linebreak=\\\&quot;newline\\\&quot;/&gt;&lt;mtext&gt;Thus, force&amp;#xA0;&lt;/mtext&gt;&lt;msub&gt;&lt;mi mathvariant=\\\&quot;bold\\\&quot;&gt;F&lt;/mi&gt;&lt;mn&gt;12&lt;/mn&gt;&lt;/msub&gt;&lt;mtext&gt;&amp;#xA0;has the following magnitude and direction (relative to the positive direction of the&amp;#xA0;&lt;/mtext&gt;&lt;mi&gt;x&lt;/mi&gt;&lt;mtext&gt;&amp;#xA0;axis):&lt;/mtext&gt;&lt;mspace linebreak=\\\&quot;newline\\\&quot;/&gt;&lt;mn&gt;1&lt;/mn&gt;&lt;mo&gt;.&lt;/mo&gt;&lt;mn&gt;15&lt;/mn&gt;&lt;mo&gt;&amp;#xD7;&lt;/mo&gt;&lt;msup&gt;&lt;mn&gt;10&lt;/mn&gt;&lt;mrow&gt;&lt;mo&gt;-&lt;/mo&gt;&lt;mn&gt;24&lt;/mn&gt;&lt;/mrow&gt;&lt;/msup&gt;&lt;mo&gt;&amp;#x200A;&lt;/mo&gt;&lt;mtext&gt;N&lt;/mtext&gt;&lt;mo&gt;&amp;#xA0;&amp;#xA0;&lt;/mo&gt;&lt;mtext&gt;and&lt;/mtext&gt;&lt;mo&gt;&amp;#xA0;&amp;#xA0;&lt;/mo&gt;&lt;mn&gt;180&lt;/mn&gt;&lt;mo&gt;&amp;#xB0;&lt;/mo&gt;&lt;mo&gt;.&lt;/mo&gt;&lt;mo&gt;&amp;#xA0;&amp;#xA0;&lt;/mo&gt;&lt;mspace linebreak=\\\&quot;newline\\\&quot;/&gt;&lt;mspace linebreak=\\\&quot;newline\\\&quot;/&gt;&lt;mtext&gt;We can also write&amp;#xA0;&lt;/mtext&gt;&lt;msub&gt;&lt;mi mathvariant=\\\&quot;bold\\\&quot;&gt;F&lt;/mi&gt;&lt;mn&gt;12&lt;/mn&gt;&lt;/msub&gt;&lt;mtext&gt;&amp;#xA0;in unit-vector notation as:&lt;/mtext&gt;&lt;mspace linebreak=\\\&quot;newline\\\&quot;/&gt;&lt;msub&gt;&lt;mi mathvariant=\\\&quot;bold\\\&quot;&gt;F&lt;/mi&gt;&lt;mn&gt;12&lt;/mn&gt;&lt;/msub&gt;&lt;mo&gt;=&lt;/mo&gt;&lt;mo&gt;-&lt;/mo&gt;&lt;mo&gt;(&lt;/mo&gt;&lt;mn&gt;1&lt;/mn&gt;&lt;mo&gt;.&lt;/mo&gt;&lt;mn&gt;15&lt;/mn&gt;&lt;mo&gt;&amp;#xD7;&lt;/mo&gt;&lt;msup&gt;&lt;mn&gt;10&lt;/mn&gt;&lt;mrow&gt;&lt;mo&gt;-&lt;/mo&gt;&lt;mn&gt;24&lt;/mn&gt;&lt;/mrow&gt;&lt;/msup&gt;&lt;mo&gt;&amp;#x200A;&lt;/mo&gt;&lt;mtext&gt;N&lt;/mtext&gt;&lt;mo&gt;)&lt;/mo&gt;&lt;mi mathvariant=\\\&quot;bold\\\&quot;&gt;i&lt;/mi&gt;&lt;mo&gt;.&lt;/mo&gt;&lt;mo&gt;&amp;#xA0;&lt;/mo&gt;&lt;/mstyle&gt;&lt;/math&gt;\&quot;,\&quot;base64Image\&quot;:\&quot;iVBORw0KGgoAAAANSUhEUgAABfoAAAJhCAYAAAAZhQHWAAAACXBIWXMAAA7EAAAOxAGVKw4bAAAABGJhU0UAAAEvcu6ehgAAgABJREFUeNrs3Q/kXuX/OP7Ly8zMRGZmJpGZmSQymUzGJDOZkSTJjCRJEslbkoxkksx4m0mSkUySRDJJPt5kJkkiSZKJZDIzo9+5fvd1f1/X63T/Oec+59x/XvfjwWX1uq/z7zrnXOc6z3Od64QAy+lskf4p0ifrdJ3X+/YBAAAAALDkBPrtEwAAAAAAFphAv30CAAAAAMACE+i3TwAAAAAAWGAC/fYJAAAAAAALTKDfPgEAAAAAYIEJ9NsnAAAAAAAsMIF++wQAAAAAgAUm0G+fAAAAAACwwCYJKt9fpPeL9EeRbhTpUpHuKdLOIj2e0u1zss5Nguaz2k6BfgAAAAAAKqsTVL6tSF+k/J8WaV/6ewx+/69IL6bfYtozJ+s8SdB81tsp0A8AAAAAQGVVg8oHivRnyvvCgN9PFOmv9PvPc7LOdfPOy3YK9AMAAAAAUFmVoPLBIl1P+Z4ckudYWO3lfnoO1nmSvPOynQL9AAAAAABUNi6ovCus9mA/M2I+z4bVAPiRGa/zJHnnaTsF+gEAAAAAWrC1SG8U6aN1vp2jgsorRbqcfv+pSJtGzOejlC9+tHbDDNd5krzztp0C/QAAAAAADdxSpFeL9HdYjmDrqKDyc2G19/rDI+axJfQC3zHfxzNe50nyztt2CvQDAAAAAEwg9uJ+Max+iLWfljXQH3urX0m//ThmHs9n5fXUDNd5krzzuJ0C/QAAAAAAE4i9+O8LvWFc4hjtyx7ofzwrg5dHTB8D5b9keW+b4TpPkncet1OgHwAAAACgoWNBoP98Vgb3jZj+pSzf9zNe50nyzuN2CvQDAAAAADR0NAj0573XV4ZMu6tI32X53pzxOk+Sdx63U6AfAAAAAKAhgf7Vj87+M2S6+GHar4t0Mst3aMbrPEneedxOgX4AAAAAgIYE+kO4npXB7aXfbinSl0V6tEgfpzzXwvAe8VXsqTF9m4H+aW9n29sHAAAAAMAAAv0hXMzKII5jv7lIm4p0vEg/h97HizeG1R7x5ydc/tbQGwrnZppfk3WeJG/X23lXkd4r0tU0jytFOl2knS1tHwAAAAAAAwj0h/BgVgbl9FLK80j2tydqLjf2in++SH9m85hFoL/L7TwSeg8wBs07Bvz3tLB9AAAAAAAMINDfEwPc34deT/TYIz32Zr87+/18Vk47ai439pjfXqSnwmwD/V1t5440rzeKtDf0xvq/r0jvZ/P6toXtAwAAAABggGUK9B8o0okiPVBzutgj/2oqo0sNln841A/011nnSbev6XaeKtLrQ347l23z/g7WGQAAAABg6S1ToH9Sh7Iyeq3BfCYJ9C/Cdl4esT07s3k+6lACAAAAAGifQP94/w2je6VXNe+B/km2M37Q98SYPH+neT7iUAIAAAAAaJ9A/3i/p/L5q+F85j3Q39Z2lvUD/fscSgAAAAAA7RPoH21fVj7nG85rngP9bW5nbkORbhbpZ4cSAAAAAEA3BPpH+zArn2cbzmueA/1tbmfuUAfzBAAAAAAgI9D/b/cV6XSRvsvKJqY/i/RmGD8m/TDzFujvajtz74fex3pXHFYAAAAAAN0Q6P+3TUXaMiZNYt4C/V1tZ99doTc+/26HFAAAAABAdwT6p2feP8bbprh93xbpIbsdAAAAAKBbAv3Ts0yB/neL9JRdDgAAAADQvWNBoH9aliXQ/0qRXrW7AQAAAACmIwZk+8HnHxVHp5Yh0P9kkc7Z1QAAAAAA3dsWekHZq2E1+BzTqSLtKdKKImrdeg/0x2GgRr0VErf5ZYcBAAAAAEBzMRj7T4V0QFG16khWtpvW2bYdLNI3ofcAacuAdG867g45DAAAAAAAWFTvhNVA/2PraLvuLtJfYfyDo18dAgAAAAAALKKT4d9DJMX0c5GeX/Bt21Gk30O1N0ROOhQAAAAAAAAAAAAAYIgnivRukb4N1XrnDkvbFCUAAAAAAMzOSpGuh9XA/Y0iPZD+nosfE91VpGNF+jLl/U3xAQAAAADA7MXgfj/Q/3HFaeKbAB8oOgAAAAAAmK07wtqheJ6uON07RXpB8QEAAAAAwGydCGsD/XsqTncu9Ib4AQAAAAAAZuh8WA3y/1xjuvuKtEHxAQAAAADAbF0Nq4H+c4oDAAAAAAAWx71h7bA9R4fkiz33PQQAAAAAAIA585+wGuS/WaRNQ/LFj+6+qrgAAAAAAGC+XAyrgf4vh+SJH9y9VqS7FBcAAAAAAMyPOBxP7MXfD/R/X6TTKf23SO8V6XL67acF2q7DYe1wRG2kqw4XcL4DAAAAwLyJ4/Hnwa3Pi/RJ+jf27s8/0vvmAm2XwB8sD+c7AAAAAEst9tzvB7bi0DwrA/I8m34/sEDbtbFIWztIVf0jtZKUtf2/COc7AAAAAMzUD2E1qPbhkDy3FOmKoqpFkFagX5peoB8AAAAAltbOsDao9tSQfPuLdFZxAQAAAADAfDkR1gb69wzJd1+RDiouAAAAAACYL+fDapD/Z8UBAAAAAACL5WpYDfSfW2fb5uOcsDyc7wAAAAAspXvD2mF7jq2z7Tsc2v8w6FWHDTjfAQAAAGBe/CesBrRuFumWdbZ9An+wPJzvAAAAACyli2E1oPXlFJcbP/i7ovgBAAAAAGByt4W1PVfPTmGZcbzrN0Pv7YGNFfLfVaT3Qq9X7Y0iXSnS6SLttPsAAAAAAFhmMeD+WVgb6L9cpNs7Wl7svf98kf7Mljcu0H8k9B4IDBpOIwb899iNAAAAAAAsozNheAA9pr+KdF/LyzxepO1FeipUC/TvCL1e/G8UaW+RtqR1ej+b/lu7EgAAAAAApiv/WOaoQP+pIr0+5Ldz2Tz2K1IAAAAAAJieqoH+yyN+35nN41FFCgAAAAAA01Ml0L+5SCfGzOfvNI9HFCkAAAAAAExP1R794/QD/fsUKQx1V5HeC73vXdwIvY9Ynw69t2IAAAAAACbSRqB/Q+h9TPhnxQlDHQnDP7odA/57FBEAAAAAMIk2Av2H0vTPKk4YaEfo9eJ/o0h7i7SlSPcV6f3s/PtWMQEAAAAAk2gj0B+DlfFjvStLUmanU3kddfhQ0akivT7kt3PZObhfUQEAAAAAdTUN9Mcxx+P4/LuXpLwOZeUl0E9Vl0ecXzuzY+pRRQUAAAAA1NUk0B/zx+FGHlqSsorDrfwSBPqpZ3ORTozJ0/+Y9SOKCwAAAACoq0mg/90iPbVEZfXfsPYDqgL968udoTcM1Q9h8Adz++l6kf4q0idF+k/o9chvqh/o32c3AAAAAAB1TRrof6VIry5ROcUhe24U6c0g0L8Mvg1rg/svFGlD+m1XkU6GtYH/ZxosK873ZpF+VuwAAAAAwCQmCfQ/GXofEF0W/SF7Yu/tE0Ggfxl8lO3n34bkeTysfRhwfMJl9b/78KxiBwAAAAAmUTfQH4Pbn4z4Pc7j5XVWRmeLdCn9t0D/criS7ed3R+TLh/n5dcJlxeGC4sd6VxQ7AAAAADCJI2E1ULlpTN6DRfqmSNtCr5d7Od0beg8BDq2j8nkg9IZm2Z3+X6B//dsd1vbUH/WB3PdKeW+puay7Qm98/t2KHQAAAACY1DthNUj52Ih8d4feB0j/GZN+XUdlc0vanhezvwn0r3/PZPs4jp1/64i85UD/rTWWE99+id8CeEiRAwAAAACTiB8TvRr+HaiPHwR9vpR3R5F+D+OD/P+k+a4X8SHI/5X+NkmgPz4weKlIX4Ve7+2bFctyz4B5xbcu4tjwcbiX74p0LfQ+Ehz35YdFuseh3diFbB9cGpP3yyzv3zWXE4cEekpxAwAAAAB0I367IB+yp69uoP9AWDvee9X0x4B5PRd6b1XEBwVnQm+IpP53Fe7Kpj1m901sJe33flm+PiLvHaV9dqrGcl4p0quKGwAAAACgG3H4ld/Cv99siOoE+veFXo/7fyZI50vzej+sPgAY1Gv/UFifwydN28HSfhj2vYn4ZsVXpTLfWnEZTxbpnKIGAAAAAOhOHFLl/4b8VjXQH4fricO+xKDu5vS3n0KvN34eEN6T5vXJiHk9my3zxJA8p4JAfxtey8ox9uxfGZAnPmj5Jsv3S6j+Md2jY/Z1fEPjZbsBAAAAAGByR0JvrPU7hvxeNdAfA8Z3Zv9/X5rm8wH54t9HjdX+U7bMTUPyxO8oxF7i/y3SLrtxYv/Lyjp+lyIG3eM3EZ5L5Xu59HscgmdLxXnHtwXiA4JtaZpyujf0HgIcshsAAAAAACYTh+yJwdtnRuSZ5GO80TtpmudKf+8H8XeOmDYf/mez3dSZ+BZG/qHkGPSPb2X8HdYO5xPH7T9Qc953h973FcYN2eRtDAAAAACABuKQPV+OyTNJoD8G52+kafZkf783/e3SmOnPZsu8kM0jDgEUe3/fate14uGwNui+Pf09vi2RPwB4suZ84/S/h2rfZjhpNwAAAAAATOah0BuTPY6/vnVEij3y+0HZx0u/DfNkyv9z6e9vpb+/Ombd4rjtH4fhweEf7L5WnMvK9LvSb59lv32tqAAAAAAA5k/ea37SNMzX6ffT2d/iR177vbzvHTHtvtB7QBDzxaFf4pjx/TH4Y8/++FbB7XZfK37J9uXbpd8eK+3r3YoLAAAAAGC+dBXo35v9/mD290Ppb3+OWKfb0u8x329BQL9Lu0v78qHS7xvC2rH6DbEDAAAAALCg6o7R/3rKG4PEK9nf+x/nPV/Kvyn773womWOKvlNPZ2Udx+PfOCBP/jDIR3MBAAAAABZUnUB//Ehuv0f+O9nfY8D/avr7c9nf7yrSK9n//5Uta0XRd+pCVtbDPsh8IKzt9X9IsQEAAAAALJ6qgf4tYe0HXA9kv92T/f2L0AvixyB/HIs/H57nZqge6I9jyO+weyYSy/ZaVtavjMj7c5bvXUUHAAAAALB4qgT6XyvSH1m+y6Xfj4XBY/yfKuW7lP32yIh1+k+RzkywLc+nZVwMvQ/Rxl7te5dwn95f2g8HRuR9Lct3I/Qe6AAAAAAAsEDGBfr3hX8H8B+skCcOF7OhlC8ODdPv1R+HADqe5dlWpCeK9H9h7fA/VcTvAMQ3Ca6E1cB+7NUehxeKPdsfWLJ9+mpYG7wf9fbErtJ+e9IpAQAAAACwWMYF+u8LawPB54bMJ/YMv16k30Pvg70bh+S7M/SGiIlDxsQgdAz8x2B8fDAQA9S3TbAN76Z1O1H6+0paTvw2wM4l2Z/9be7vrz8qTPN1lv97pwQAAAAAwPrzZugF8U/P4brdG3oB6viwYFDP9ZfC8ow/H99sOBvWPpiJD1LGfWT3ydI0p4OPJQMAAAAAMCVxeJ4YnP5wyO/9YYViwHvbOi6H+J2EG2HwtxJi+rtI+4dMe8uAaeObAAcdXgAAAAAAdK3/keDXhvwee6b3vwvwiOICAAAAAID5sSOs9kAfFcT/M+V5R5EBAAAAAMD8eDCsBvqPjMj3acrzsSIDAAAAAID5cTSsBvofHJHvk5TnsiIDAAAAAID5EYfr6Qf6D43I1w/0/6bIAAAAAABgftTt0X9JkQEAAAAAwPwwRj8AAAAAACywLWE10P/IiHy/pjzvKDIAAAAAAJgvP4deEP8/Q35fKdLNlOcxxQUAAAAAAPPldOgF8T8Y8vtd6fcY7N+uuAAAAAAAYL7cHXqB/L9Cr/d+2fPp948UFQAAAAAAzKfYmz8G8x8v/T0G/n8Ivd78exUTAAAAAADMp1uL9E2RroS1Af0zwdj8AAAAAACwEDYW6eUifV+kL0PvI70XinSPogEAAAAAAAAAAAAAAAAAAAAAAAAAAAAAAAAAAAAAAAAAAAAAAAAAAAAAAAAAAAAAAAAAAAAAAAAAAAAAAAAAAAAAAAAAAAAAAAAAAAAAAAAAAAAAAAAAAAAAAAAAAAAAAAAAAAAAAAAAAAAAAAAAAAAAAAAAAAAAAAAAAAAAAAAAAAAAAAAAAAAAAAAAAAAAAAAAAAAAAAAAAAAAAAAAAAAAAAAAAAAAAAAAAAAAAAAAAAAAYF3aU6QVxQCoGwAAAABgsWwt0ptFulmkjRXy7yrSuSJ9U6Qvi/Rzmn6rogR1g7oBAAAAAKYn9tB9vkh/FumflMYF8w4V6e8ivZD9bUfoBfZ+D72ev4C6Qd0AAAAAAFNwvEjbi/RUqBbMu61IfxXp2wG/7U7T/1SkTYoW1A3qBgAAAACYnsOhWjDvTMpzasjvX6TfX1akoG5QNwAAAADA9FQN5v2d8jwy5PeXw2rPXUDdoG4AAAAA5t6OFuYRP1D4RpE+mvG2bC7SkdALxpwPvd6ZG8ZME4M+D4XeEA9xLOeHi3TLOtm3TffLopVNlWDe1izPkSF5jmV5djVYnw1pnR4r0tNFeqZIT6RyPDhgHV8aMI87FrRu2FukR4v0bDp+Hgi98dKn4b4iPV6k51J5H5pw2eoGdYO6AQAAAJh7W0IvEH6mwTxiYOfVsNoL8pMZbEcM4MWgXhxS4WaRvkr/v7nCtPGBwLXQ6515tkjnivRrka4X6ZUF3rdt7JdFLJsqwbx9WZ6jFebz0ATrsb9IHxfpRprH5SK9m861s2l/9H/7uUgfpuP2nwHzeiv0HlrduiB1QxzH/Ous/PIUj58jHa53nPePQ5Z9pUgn1vnxr25QNwAAAABLJvYE/KFIJyecPn6I8MUi/RnWBtOmHeg/kLajP5TCAxWni4Gez9J0n4a1gZ8Y5Pwi+21lgfZrG/tlkcumSjBvc5bnqSF5DmV5Hqmx/BhwO59NG8voziF5t4XeOODlgPSg9Y779McwnR68TeqGGMS8GnoP3C6msrgQegHgfBu7CPY/FQYH+MvplLpB3aBuAAAAANaD2Gsx9m493WAesUdoHB4jBnP6Hy+cdqD/xWy5cfiJLTWmfT9NF4Neg3pDbg2rAbE3F2jftrFfFrlsqo7D/VPK8+GQ3/Ng3sMVlx2Hufkhm65qz+b4cOpqNt2WEfs2nre757RuiMfF76HXW/m20m9xmz4Ia3v2t73e/6RyjL2cH0377YUi/S/8O2B6VN2gblA3AAAAAIssjpsdAzEXW5xnPmbxtAL9b2XL/LDmtA9l0742It9rWb67F3BfT7JfFr1sqgbznkt5Ys/zO8aUXZXe5zHomQ8ZU3fImzx4ePuIfDFY/lvo9fidt7ohnpPvjfg9jkn+S7ad+1pc9xjMj4HUnUN+fzqsDfRfUjeoG9QNAAAAwKKKYzPHQNtfRdre4nxj79hpBvpfzpb3TRj/sd2y77Lp947ItzesHWZh0UyyXxa9bKoG86ILKd+3YTWgF3s7x16634dqwbXyvPrjam+aYN3fTNPfPyJPDBrGnrsX56xuiD2NL1U4F9/NyulwS+sehwu6OeZ4zcu3n25RN6gb1A0AAADAInon9IIFL7Q832kG+vPejfGDhbtqTp9/bPGvCvn/CNWDOg+l7d/UYPvi2wmPz2i/dFE2B0Ovl+kk6b0JtrlOMC86kcombksMVMehSY6H3lAY/cBcqLDf8wDyiQn3V+yNHgPW474z0e9x/Pwc1Q0xGHpPhXxnQ7VgcR3xTYK3K+S7rbSfDqkb1A3qBgAAAGDR3JsCAPGjmJtanve0Av0xOPNztqy3JpjHq9n0Fyrkz3tjPjsiX/yo4s2w2ot1kjLOl3XPDPZLF2WTB9fqpkmOpbrBvGH6vXbfqJD3UrbMa6H+Gya5i2F8T/fYez4+5IoB161zXjeU9cd4v9ziPONbPbdXzJuPd75f3aBuUDcAAAAAi+bz0As2nO9g3tMK9L8Q1gZ77phgHh9n05+tkD/vgfzBmLynwtohK6oG9OKQEHlg7NSM9kuXZTMtbQTz+r1wY+D7tjF595WOyablEHs5VwlafxTGj5U+D3VD+TiPQ4vEQOR9Lc63TkCz39M8Bt43qBvUDeoGAAAAYJHsCqvBhic6mP+0Av0/hX9/TDMOZRDH/f4q9Hr2xuEt4vAFtwyZx1/ZPJ6usMwns/y/VsiffyS4SkCvHMh7a4b7peuymYamwbzN2XH2UoX8J8PaYN5zU9rOZ9Py4sdzN8xx3ZCLvcKvhvbG5p/E32lbL6ob1A3qBgAAAGDR/CesBhsOdDD/aQT67w5rgyYxAPZ1GD60QwxylMczXinlebTCch/N8t+suK5VA3oxCPNR6CaQV3e/TKtsutY0mPdhqNe7/eNSuR2dwXY+PMd1Q18/+PjYDI+NW7NtfVzdoG5QNwAAAACL5rPQztjEw0wj0P9MWBs0ieMdxyBlf/iEuF0xsH85rP1Y7/3ZPDaX5nGswnKPlaapOuTGuIBeOZB3esb7ZZpl06UjE65PzHs+Tfd2jen+KJXBA1Pazjxo/f4c1w3x4UH5gVw8FrfP4NjoB59/CL3gdVA3qBvUDQAAAMAiuR5WxxXuwjQC/e+GakGTGJT5vyzfj2E1qLcl1O9hebQ0zZYa6zwsoLchlVP/tzNzsF+mXTZdeSdbn6q9xw+F3gc2fwm9YOAk51Y/3T/Fbe1/4PXXOawbYoD/2zD8jZvfwvSD/RfTsg/OwfGvblA3zHvdAAAAAMyZPEjzZ0fLmEagP+/h+r8xee8KawMsRwaUxbQCVuWA3pYwnUBe3f2y6MG8OB721fDvgPLPRXp+QP74Iec4Znz8tkPsrRuHuFiZYLnlYN7BKW7z36FZb/xp1A0xgL2/SC+GXrC0PPzWtOwPo4fAUTeoG9QNAAAAwFy7P7vh/72jZUwj0J8HwN6pkP9Slv+/6W+bQvOA1SRDUOQBvT8GrFeYg/0yq7KZlR2hneDj36UyeHCK25AfS3fPad2QiwHH86Xyum0Ky4295L8r0hdzePyrG9QN81g3AAAAAHMo/zDfpY6WMe1A/9kK+c9l+T/O/n4z+/sjFebzSGjno5Knw9qgzztT2Pd198usymaRfRPqj1/eljyY98Cc1g1lsWf0tzWPs6beTtt365we/+oGdcO81Q0AAADAHHowrB2qoAvTCPR/EOoFwp7K8l/O/v5T9vfjFeZzPMv/y4TrXh53O6bPQ/e9XOvul1mUzaJ7v7RfX5zisn8PzXoLT6NuGOSJbLkvdbys42nbts3p8a9uUDfMY90AAAAAzKF7shv+Kx0tYxqB/jezZZyvkP/xLP/X2d/zBwZVhsd4O8v/wQTrXQ7k5b2Zuw7o1d0v0y6b9SA/zmL6cIrLznvtHpzTumGQXdlyX+lwOfGNhfjR350V86sb1A3qBgAAAGBubcxu+K92tIxpBPqPheof443yIEv+0c9nQ73Ay4dZ/mdrrnMM5H0c/j3kUD5UR5cBvbr7ZZpls17Esbzzj25eS/t9Gv7KlnvLnNYN45bb1dA9MbgZe5LvrjGNukHdoG4AAAAA5lr/Nf6uxkqeRqA/Bk1upGXEf1fG5M+H7nkz+3vem/i3Csv9Lct/R431jQGdj8LwXrD5Rzi7CujV3S/TKpv1Jn/bJKYnprTc/vlwfY7rhkG2Z2W1t4P531ukX4u0r0LeTeoGdYO6AQAAAFgU58NqoGF7B/OfRqC/vB2HxuR9J8t7oPTbV9lvo3r87s7yfVljPeNDiFGBvL48oPdpaD+gN8l+6bps1qP4kdd8TOwfwuQ9d+N0VcaTz3vFfzbHdcMg/bdzuvgA8J2hF+Q/UCHvpgHnhbpB3aBuAAAAAOZWPozNkQ7mnw+rUzfQH4MScQznG+nfUUGQfEzx98fM94ewOu51WR7kennEPF7J8h2uuD0xkHchVB/PusuA3iT7pcuyWc8OhNVetDG9PcE84lsrMTD3WoW8+0M7H/nsum4Y5LNQbezwOnVDdHvoBVWrHI/b0jnxkrpB3aBuAAAA6Imvc58r0jeh13Pr59B7VXmrouncXUV6L/TGVo43kfFjinF83522k5LNYTXQ8HIH8381rAYWfqw57aNh7dAGx8fkfzesDjVy15A8h7I89w7J0w82xsDgoDGMY0/M/gcNP624LeVA3pmK05UDehtmvF+6KJtlEIOa17IyP1lj2tgL+rtQ/cOlj4V2hkZpq264I7UBvijSQxXW+2TLdcOO0OvJH8v/tzHpj1Q3xLRd3aBuUDcAc3rf8nowBBcAMEUxmPZ3kV4o3Wx/k24C9yiizhxJQYp/BqQr66jsl2U7p+FMKreLLc4z9op9Mt3M5PvmVNo3KxXm8Vhp2qfG5I89G78Oq2NFl4+BeCP1Sxj/oc8YkLoUVnu05r1l43/3A1qXQ/UHl5ME8vrysZybBvSa7pcuymZZxKFjvsvK/P/C6GFkYvnFHtB/la6l4/SH3PlsTuqGV0vH2gelczMec8+noMfzFedZtW6Ix/uPQ64To9In6gZ1g7oBmNP7lvuCb20AAFN0W7r5GDQsRn981p9CNx+RW3Y70k36G6H3IcMtqTH4ftaY/NZ2UnJ7WO3F2sbbEJ+EasG0cWNlx+E5Pgy9AOCFinXGpnRcXE/bE8e8jsGz2Ns/PnyMgaj9FeYTezOfSsuObyOdTemXNN+3Up4q7gyrwbMzE5bpqTR9nM9dM94vbZbNMopD4nydlXfsbX4+HRuxZ1/8hsSX6Tr5WqrvqtqQHWt3z0ndsCcFMcrH2S9pO+O/b6ZlVVW1brgU6gf5xw0ro25QN6gbgFndt2xJ9atAPwAwNf0egKeG/P5F6G6YkGUXy/z1Ib+dyxqT+20nJSdD/WED5lkM/MVhQuKQHidCb6iPSYJgsZfq0TSfmI6lv9W1f8QxW1XsGX1gjsq4rbJZVnF4kxhQfiwdozE9nsr0tgnn+XSoNsb7tOuGjaXzMf77cOgFPBaVukHdsOx1AzD9+5bYcaX/vROBfgBgKv4Oo4fGeDms9uqnXfGV+I1DftuZNSQftZ2UxPL8Pt00GLsXFk8MpMah8eJQNVvUDUDHdQMw3fuW+ND0YjqPBfoBGGhHg2njRSn2xoq9TOKYqo9M8QZwX+j1bHk+/XvfjOczj+L4nfH1wI8a3Nj3e989n/b1LRWX22+sHBnRSOnn2eU0bM3mdD6OMu4hzDD3Zftsd4N1jK+O93upxd5lzxTpiXR8HRzQCH6pg+0UqBouno9/ht7QAMBiidf7Kx3VceoGUDe4P5rvZce3PV5031rrvnWR7s/iB+Ljw7oYgxHoB+Bf4sXhTJhsPND4mnX8iFN/XNQ4jzj+5uV0wfkoXYi6sD8t54/Q+2J9XHZ/XNF44Ts85fnMo9ioeTVrMHwywTxij/trodfjPu7b+Erhr6kx8cqYafeF1YDw0SF5Dmd5HhqS52wYPD5s3D9VXv/eGMaPNXtiCc/9/nGxr+Z0/TGALzc4dz9O9UZ/Pu9m9ccn2W9x3Mk49vJX6f/b3s44RvD5YBiBUfsqjiN6WlHAwojD6sRA3l0dLkPdAOqGZb4/muWyN4TB3zopp/vdt9a6b12k+7P4wfX+g4A6gX731ABLIPbm+CFMNtbq4XQhjReGQR9NezFV9r+FZm8LDBJ7AMcPeX1XpG2l32Jv4z/Tsl+a0nzmzaZU/n+WLrx1GkzxQv5Zmu7TsLZ3dWxQfJH9tjJkHpuzZT81JM+hLM+wngtx/rFnypkBjYmPa5TJg9k2/ZMaUrEX+a4R27BebUjH/s8TTNv/6NOrNaeLDcjzWfnHY+fOIXnj+XhqwP7e2MF2vpjqMb3bBtuXbihfVRQw92KQ4/sp1WfqBlA3LNv90Tws++kwPtj6nfvW2veti3J/Fu+p3y9tX9VAv3tqgHWuf4M2SW+s/tfiY8V+74h8/QtAm68l3p9dVIYt+9EwPnjc1nzmUbzpvi9daM9M2GB6P00TG12DnvBvzRpkb46Yz08pz4dDfs8D/Q9XWK93BjRM6nzINzagfk/TvbDE53+/3J+tOd09WbnfWbPO+CGbtmqvmgeyuuafUH882arb+WqqD3cHBtme6o9TigLmVnxDKX5cc7O6AZhx3bBe74/mYdmxPX09tY+HJfetk923zvv9WQykx85J+VBEkw7d454aYJ3Zmy52Fyecvv9192tj8uXjr29rYb1XwmqwcFxP5B9HXPDbms8iODZBg+mhbJrXRuR7Lct395A8z6XfY++EO8as35EK67YlDO65cqhGmfR7le9Z4jogNogvh/q9Lk6G+h9PvjU7j/4J9YcJyx8G3d7hdn4Qem8gbQsM40EIzK/b1A3AnNUN6+n+aB6WfSRMNuym+9Zq963zfH8W//a/0PuO2aB747qBfvfUAOtIfAL8S5H+CpOPn38hVep/jcn3QHbReLCFdc8v5O+Nyft6GN57uK35LIKjEzSYvsum2Tsi396wdhiWccfLt2E12B8bK7EH//ehXhB32NiAf9a4kTmXptmwpHVAHJs1vmI5SWCm/4Ds9Qnqi/6DtU0TLPfNUH+80brbGR9IxF79FwMAAOvVJPdH87Dsr1KyX7q7b53X+7MYhxj09tykgX731ADrSP81rSavWH0cVntpj+rlnn9otY0PAr2fze/5Gg2FnzqazyAPpYbJpgbbGYe5eXxGDab8A7p/Vcj/R6gWqD+Rlh/zX0r74Hjova5Z5c2KcqPk8/DvsRwvVSz3/muhyyiW37dh+IePR9kTxg93Neh8aOMDTTtTffNAx9v5XMV6oY55qxMAAJbZIgb6+8NnHmlxXdy3/lvsMf/bhOm9Cbd73H1L3M74QGNQQL1poN89NcCCuze7EDS5oL+XXQhGfai2HzS7Edp50vtNttxHx+TdXbpg7e5gPmVxzPKbYbWnwCRlnPd+vmcGDaZXs/wXaq7vsxOsX79H/xs1GyXx2xKHwr97IbxTYR6nl7hR8m4Y/mHkcfpDdv1WY5pL2b651rAeiD3tD3e8nVtSfRVvFra2UN7zWCcAACyzRQz0f5i1wz9I911711kbdR7uWw+H8R87HpYmPZbG3bfEIXL+DMMfMPyTHRtVHzi4pwZYJz5PlfH5hvM5EtZ+ZX3QhT0fB//1ltb/r1A9QL+hdLE61sF8BjkV1r4WWLXRtFJqfLT1Ybu6DaaPs/xnK+Q/m+X/oOa69Xt7xwdPVV8RzBslITWKyg2TJ+e0URJ7Y8QhaPK3F+5JjbHYeLuRGmf/GTDtsbT/rqV88WFV3eGwXkkN4kldTuX2Vo3t/afB8VEWe9jcPoXt/CiMH+ezjnmrEwAAltmiBfrvCMODy/E7WC+GyQL17ltnr8p9y/nQ/gOHRb6nBiDZlVXaT7Qwv7xXfAxSlj8M0x+z7XyL25AH6Kv0Hr8ZBg8Z0tZ8hnmrZqOp3Fh6q8Uyq9tgysvm6Qr5n8zy/1pjvTaH3lBI494KGdcoic6UGiUxEH7vnDRK4pAzb4fedzH669d/tbL/Uah4fP1d2ob+B2vjdzS+DKsP1W6W8h2suB5PpnOyjfqj6jJPltb1uSmUd9PtDKlO6NdrbY05OU91AgDAMlu0QP/bYXxwN95XTdLD333r7LRx39J06J5FuacGYID/ZJX2gRbmFwOY+atiMQAZn0ZvC70esVeL9EzL2/B5trx3K+S/nuU/3cF82mg0bQirPYi7COjVaTCtlC7uj1aY/6OlY6Cq/uundR8EbRyyHz4vrftv6VicdaNkezpXjpcaTfG4+yL0XpVcSXn3h7UB/zge/Q/pPNqYbf/pLM83FY+BT8aU6ctj5vFCWt4fNbb949I+OTqFG6em2xnlr+w+3OL6zUudAACwzBYt0B/bhjGge19qm8ae6VfC4A+p3rXAbdR5vW+d5/uWNgP983xPDTCXmoz3NixdrbH8z7LpNra0TbvC2mB/P/1fkXZ0UIZvhrWvKY5zfUhDpK35NG00lRtLpzsoszoNps2h3jBFIeXJpxnXCyT+3n/98O0JtmdYo+TWtC/zdbk4Z42SKsfRW6UG6IEhDdvfs3zbRywz9r7/JjXQtgxI96bj4tCYdf9fWladXid/lPbHAx2WbVvb2T+W+uv8fsvrOQ91AgDAst0LT3p/NMt7s1Hi/cCJAffiv6S27CK2UeftvnUR7lvaDvQvwj01gMZNcn3Ci8A4MaD/3YB1eyu0N+xF352lZewfk/9Glvd4B/Np0mjakC7g5aFaZtlg2hLq98A+Wppmy4i8sbHyfWqAHplwezaOaFzG8Sv/LK3Pm3PUKLlaoZwerri/8ldmh5Xl3WHtK63D0rhXV3dmeR+coM7pp/s7Kte2tjN3M3T3Wu+s6wQAgGW7F570/miW92ZV3FpqPzYZM999a/favm9pO9C/CPfUAHMjVqZbO0h1LgD9V/raFHsTXxxywfpfGN3beBL52HGXw/An8Y+Mufi3NZ9JGk1bwvQCerNuMMWGQhzS6avQ68kfA9krDc+jUb1IYg+J8jj2D89Jo6RKoP9wxf31bhj9qmp8APd7xZukk2PWuz9m/d8191050H+wgzJtcztz+RBKGztY72nXCf9IkiRJkiR1kBbhXng9B/r7Pik9AFlZkDbqMgX6u7hv6SLQP+/31ACEXk/afgX9e4vzjeMEXklB3FuK9Hj499Pfn0O7w/jEHgX52N/xQ6V7st/jf78RemOb5+uxq6P5TNJoyoc0+e8cNSY3tdBg2jSgQdNmI2pcoyR6Ivy7t8+eBo2SuMwPQu/Njg/C5G+qdBXof7zjY6j/MeC6w9iUPzD8YFgc+Tl6d0fLmGadIBAhSZIkSdIsA/3zZD0G+m8t3WvcuyBt1Hm6b10ms7inBqBFefDwUkvzjONtxyfHP4W14wDGYT4uli4K33SwTU+kbek/af47XXw+Sb/lF/LfpzCfKk6XyuWdOWxM5k/uH6mQP3/jYRofNarSKIlOlcr6xyy4XrdR8mhpXscnXPdFDPRvr9mAzn0T6o+dOY+B/i6/LTCLOgEAYJmtx0B/lAfoH3LfOvP71nk2i3tqAFr0YFjbw76pOBxLP2g5LPh3pnRRONHRtsXXEuPHeMq9rM9ly357ivMZpjy2YUzxq/Zd9ySo22D6KdQLaB8Paz/+NC+NkjCgvD+asFHyWGk+T0247osY6H8qLeNGqP8mw/ulcntxgerM/LXart5EmFWdAACwzNZroD//2OzRBvNx37r+zeKeGoAW3ZNVzFdamF+/Ur8WRo//91G23C+muL3xDYN8fPC9M55PubH07RQbTXUbTB+Eeq9nvp3l/2DOGiUxmF7+UPR/wmRD93wYesHuCw321yIG+j9vsG8fL5X9hwtUZ+Y9+rv4tsAs6wQAgGW2XgP9h7J5H3HfOvP71nk2i3tqgHVZmc7qA0Qbw9qx1Zr6Jc3r4ph8t4XVV+quTbGsX2vpIt7GfMrfAjib/n56So2mug2mZ0O9wOyHWf5n56xR0j8Gr5QaJpdm1ChZtED/Ldn5+9gE08dtzB+UXQuTf99g2vKPi9/S8rxnXScAACzTvXDT+6NZ3pvVcTCb923uW2d+3zrv5+Oi3lMDzI3Dof2PH9UJ2veHomhjPLrrNS7A/wvTHQdvV7Z+MVi3c4bziY2l/K2Gck+Dt6bQaKrbYNqV5f+tQv7fsvx3zGGjJLovrA04z+rjYYsW6O+/3nojTP5B5TdLZf7EgtTXN9L6Xm95vvNQJwAALNu9cJP7o1nem9VxrMY9nPvW5bbI99QAGjfJ+Wy67Q23pd/b9XKFvBdCe28SjLMprVN/Ow/PcD4rYxpLgxpNn3bQaJqkMflVNs3uEfl2Z/m+nNJ5tGmCRkn0eBDor+vj7LicVBz+Kh/v/ocwea/+ON22KTZ8Y/qsxfnOS50AALBs98JN749meW9W1Ttpvq+6b52L+9Z5tsj31AAMqJSPNJxX/yObsZf+uMBb/5Wu8yPyxMBaHBrnRvp3kkDghtTg6G/joxNuWxvziY2lC6H6mIFdNpqOTdBgyhtZL4/I90po/lClrn7PjXcnmPZkEOiv0/jr92pv+iHtA9m8Jv2odSyvGHR/bQr7aX9o/wPC81QnAAAss0nuj9q6b51k2RvC6O/iRbvTvfmvod6buO5bl9M076nbiPUAMMDmsBpse7nhvO4Kq2N3nxyRb292AbhnRL5HSxeL4zXXJ47PeDFNGz+iOenHM9uYT7mxdKbidOVGU1sXwFez+f5YY7rP0jSxN/agMcpvDasfLP10isdx/1j534TTXwizCfSvZOdMTLdXaKz+WnE7nuuwnG+Gycc/zcUG9bVsnU/WmDbeuHwXpvfRrMdCu6/1zludAACwzCa9P2rjvrXuss+G1aE0Y9twUBA//i12rvtrzD23+9bp3rfOs2neUzc9ZwAY4Uyo9hHdKp7IKuunB/weP9jyffr9mTHzeqxU+T9VYz0eC6tDg8RXDndMuD1tzWeSxlLfmy02muKbFk+Gtb3IYzpVpD1hfK+QW8Pq2xixR0XeW2NT1qCKQxxtndLxuzs7pmJ6vsJ2lMUHXt+E6Qb6Y4PzjdJ+ODOg3LaXjp+YXhpQ9rEHfz4+YhwO5+7QbiC4P9RXm6+23hl6Afv+ev9f6PX2HyaWzyvppuWFKe6v/ra3NWzPvNQJAADLrOn9UZP71kmX/X0pf2z331tqX8d7m59DrzOe+9b5uG+dZ9O+p24S6wFgjNiL+GZKO1uY333ZRTUG8M6F3jhvMVB2I11MD1WYT3yd68M0zYUw/hXAHekC8W02zf4J1r+t+eQNrasTNpb6ToXVMSfvmnAen4Rq41oeqHABP5XKJjYez6b0SzqG3kp5uvZUWBsgztPfof4rh3G//z6lc+7xMfvg7ICG9qD0SMp3PbQ/TmnZhrD69s/THZXJ12Htmwvn0zkT6484vmh8wPBT6A3Vs2OKdeSG7By+u4X5zUudAACwzNq6P6p739p02QdTW7mcN97LXEm/vTzBPZn71uUzq3vqSc4ZAGroj6l2ssV5xiftMRB5IqVH0t+68FW6QMT1j98a2DDj+ZTFBwWvN5zHqxUaM9MUe0nEIWWOp3Qs/Y31aWd2Lm/vcDnxTYc4pM9j2fIeT8fabTPa9qdDtfFJl71OAABgOmJv64OpnXwi3Y/F++07tVHdtwJAfKIaX9WKPYPvUBwA/+/GIPZKiWOCblEcAAAAAMy7+JX1P0O7428DLLL4bY74CrQHoAAAAAAsjPiqXhxP77SiAJZcHMIrBvmNgQ9AV+I15r3U/r6RrjuxHb5T0QAAAE3tSzcZryoKYEnFD5jF4cz05AegK/F7UPGDkIM+ghjb4nsUEQAA0FT82Gb82v0pRQEsmbdC78O7mxUFAB3ZEXq9+N8o0t7Q+w7MfUV6P6wG+79VTAAAQFt2KwJgydymCADoWOxM8/qQ386F1WD/fkUFAAAAAADz53KRNg75LY7P3w/0P6qoAAAAAIBltaPBtDEA+1CRjhfp+SI9XKRbprTebS07DgPzeJGeK9ITRTpUpJUZrs8sy7SJLr7VEoeGOzEmz9+hF+h/xKkMAAAAACybONb5mZQmET/Gfa1IPxXpbOgNo/Jrka4X6ZWO172NZccPvP4Yhn/g9cQMymKWZdpU/G7L+SLdOuXl9gP9+5zSAAAAAMAyib2vfyjSyQmmjT3OPwu94OqnYe2wKvHhwRfZbystr3dby34qDA7wl9OpKa3PLMu0TS+G3sOTO6a0vA1Fulmkn53SAAAAAMAyiT2fY4/10xNO/37oBZ3/DIN7b29Nv8U8b7a87m0se1/6/Wro9UKPY7vH4XFeKNL/wr+D/UenUBazLNO2vZqOr91TWNahVCbPOq0BAAAAgGWxN/QCxhcnnD6OHd8PgL82It9rWb67W1r3tpYdg/nxbYadQ6Z/OqwN9F/qeH1mWaZd+aBIvxVpW8fLiQ9I4sd6V5zaAAAAAMAyiB90/aVIfxVp+4Tz+C6sBpv3jsi3N8v3aUvr38ay94feUC97xyzrzbA22H9Lh2UxyzLtSnwrIfbqv9jhMu4KvfH5dzu1AQAAAIBl8U7oBYlfmHD6/pA3Mf1VIf8fWf7bG657W8uOQ/W8XWH628LaQP+hjtZnlmXatefSej7fwbzjNwy+Db23IQAAAAAAlsK9oRd0vV6kTRPO49WwGmS+UCH/hSx/0zHU21r2N6F6gPxqNo/9Ha3PLMu0a/EjwjdC7wHG1pbn/W7ofVAZAAAAAGBpfB56weHzDebxcVgNMp+tkP9slv+Dhuvf1rLrBJz7vefjUD8bOlqfrss0vjEQhyH6OfvbPUV6L/S+1RAD8XEs/f8MmPZYkT4p0rWULz4kebDmfvsojP/2QF2vhN4DEgAAAACApbErrAaHn2gwn7+y+TxdIf+TWf5fG27DLJb9d5r+Yofr08V2xY8Mx+GJfsnyXk+/9T/oezPbvn46k/LE7zd8mf72d8qb5ztYowyfTdPEhwobWjiW4/afc0oDAAAAAMsm9tbuB2kPTDiPlbA22PtohWkezfLfbLD+s1j2rdn0j3e0Pl1tVwzUx2D/8Sxv7JEfh7v5IvS+N7CS8sYhifKA/wNF+qFIz4TeOPgh/Xs6y/NNjXI8nE33cMPj+GjovWEwTFzPl53uAAAAAMB69FlYDbZunHAem8PaoPSxCtMcK02zaYGW3Q+ox6D3SkfrM43tup7lfWtInrfC2ocHgx4GxTL4Pcu3vWI55g9M3m9wDMe3COIDhm2hN/Z/OcVvUMSHAIec7gAAAADAetQP9l5vMI8tYW2A+WiFaY6WptmyQMu+GIYPU9PW+kxju65WyPtwlmdUj/n8Q8BHapRlf+ifSYdQujusHeJoWPrVqQ4AAAAArEd5MPnPluaz3gP9+8PoHvDrLdCfD68zKtD/bqg3zFBfPjRQ3TdKdoS1bxKMSied7gAAAADAenR/WA2E/t5gPptC86D0pgVYdvxg7HehN5Z91+szje3qKtD/eI3990c23d1OSQAAAACAevIg7qWG87qZzeuRCvkfCe18jHeay347ldOtU1qfrrdr3gL9DzglAQAAAADqeTCsBll/bjivn7J5Ha+Q/3iW/5cFWPbxVEbbprg+XW/XPAT686F3HnRKAgAAAADUc09YDbJeaTivD7J5/bdC/rez/B/M+bJjsPu3Iu2c8vp0vV3z1qP/oFMSAAAAAKCe+PHTfpD1asN5PZvN68MK+T/M8j87x8uOwefYO373DNan6zKdh0D/X9l0tzglAQAAAADq6w+d0nSc/F1hNWD7W4X8v2X575jTZd9bpF+LtK/CPDd1sD5dl+k8BPpvpGmuOxUBAAAAACZzPqwGaLc3nNdX2bxG9YDfneX7sqXtaHvZd4ZekP9AhWXHIP8nHa1Pl2U660B//kbJZ05FAAAAAIDJxKBsP9h6pOG8jmbzenlEvleyfIdH5IuB4DjW/I3074YpLfv20HvT4XCFbY4f540B8Jc6Wp+2yzQ360D//myaF52KAAAAAACT2RxWh095uYX5fZbmFQPlg8ZcvzWsfoD10zHzejSsBoJjOj6FZe8IvZ7810JvKJxRKc7rZkrbOyyLNsu0byWtd79sbx+SL3/Q8OuI+V3I8j1XcR0eC+0N3wQAAAAAsNTOhF6w9WIL84pB50thtQd4PnZ9/O9+0PpykbaOmVceCI7pqY6XHXvn/1haZpX0Scdl0WaZRvFhwRulbTgzYNr48OJCKd9LA5Yfe/Bfz/L8UKS7w+g3MKL+sFGG7QEAAAAAaCj25u73TN/ZwvziWwKnQu9NgZ+LdDalX9Iy3kp5xolD93yY5hMDzps6XnY/mF43HZ5CWbQ1n8fHbMvZlO/CmHyPpHzXR+S5OmI9NoTVoYPudgoCAAAAADR3MvSCridbnGfsiR6Hfjme0rH0t2mY5bK7XJ95265JPZ2Ot/869QAAAAAA2hF7z38fej20jZdOl+KDifi9gThM0hbFAQAAAADQnl1F+rNIXyoKOvRRka4ED5QAAAAAADqxP/TGTj+tKOhAHBoqBvnvUhQAAAAAAN3ZF3rB2FcVBS16OfSGh9KTHwAAAABgCrYX6ZMinVIUtOCt0Pvw7mZFAQAAAAAwXbsVAS24TR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S2iLIgDnk7KYmZWW8wGzc3uRXizSXYpiLsvM/mE9tQvQtgbXeVD/wv9vX5FeK9L3RTqvOP7ltiK9XaQfi3Q9pe+K9JLGN86ndVsW0zrv47wOpHKK8z/dMN8iimV6rUifF2mTKoQFPzb2F+nVIl0q0j8pHbYr56bM6ixr2eumZd3+HTNe/jxe712nta21R9o9B5btnHLtdWws+j27+ne5z587uljZXVmF2FbaXKSni/Rb6e8O2LUOFulqkV4v0oYi3Vsqs7cU0VBnWz5mn5vz7XU+rZ+ymMZ5H3uxXEgXorycTk+Yb1FtLW3XY6pOFvjY2JvqjQ9K6y7QPx9lVmdZy143LeP2x955Z1KahXm93rtOa1trj7R7DizbOeXa69hY5Ht29a/zJ6RjKe7zW9tc4UPZysbG54OhF6jP/ZHl+Tz7+0rKe6RI72R5dqXf4wnxoQN2oG1F+jOVbe6+rLw+UEwjxadoR1M5lgP3Xxbp3VJ6Px2DHxfpSli8wKbzafHLYlrn/dZURrcU6fKI47xqPhdkNNbmy7dBoH+ey2zcsgQblmv7Y0+tH4p0csZlPo/Xe9dpbWvtEYF+11717bLes6t/nT99ccixH0OLvfsPpxV9fUSeYYH+sjMpz8Hsb486YAd6I5XJxwN+u79Ip8LsX+9dFP8N/w70P1hhumNZ/v8uyLYu0/m0Me2j9VQWszjvX614Q18136KJ2xVfs/wseEWVyY+NcfXRtH0SBPrnucyqLGs9101VzpdlqZvjq/hX5uy6Os3r/TIfC/N23VivbWvtEW1f117HxiLcs6t/xRWqzD+2GXe3MbPYG/9G6PXwGKZqoH9nkW6GtUHWRxywA/2eyuSComjsRPh3oP9QxWk/SvnPLci2LtP5dHrMDegilsUszvsTFW/oq+aDZXR6zs4Lgf75LrNl3z/zdr7MShxSIvYIvDjH7ebTjoWl2vb12LZ2XOHa69hYhHt29S9VxDdF4lBO25rOKD5V+nRMnqqB/uirUsXqgP23W7IyEehv7vEweaC//+T03QXZ1mU5n45WuAFdtLKY1Xkv0A/d10duZgUA7J/5PV9mdc3/pUh/FWn7nK3btK73y3wszOO2r8e2teMK117HxiLcs6t/qSqO0x979TfuJBLHmTo+Jk+dQP8zofehCgfscA8Egf42NQn0x/HQ4gfSFuXVtWU4n+4OvQ/frLeL4azOe4F+6L4+cjMrAGD/zO/5Mgv9b5e9MIfrNo3r/TIfC/O47eu1be24wrXXsTHv9+zqX+p6Lh0Hz3e9oDqBfgfseIeDQH+bmgT6F816P5/iQ8IrFW9AF60sZnXeC/RD9/WRm1kBgGXfP/N8vsyiLGIZxHFc57EjSdfX+2U+FuZx29dz29pxhWuvY2Oe79nVv0widkSOw+vHt0K3drmgtgP9K6HXw+Wb1Ai+FnqvJhwYMP358O8g7tkKef4ZsU4700n2SyrAaQSJDw9Zx0Fpy5B57A+9seR/SmUW1/3XtP33V1iH+OrwK2HtMDX/SZVPfMo47M2OO1OZ98vrWtp3r1Q48OJHR54t0hdpuuvpgP2g4jpXMUmg/70FbQQ0PZ/K4hs976Tj6HpK8Wvfb4XxH5hp+zyK3wu5OebcONBhWXRxrM7Ded9VoH+S9bon9MacK2/7pSLdlfI8k8q9nCfWUS+V5newdH36cchyYz315Jjj4GDang9Lf/s0bd+1dGzsq7jv96eyuJrKJv77WTo+d7dUH8R1ebNIP5fKONZvf6bl/pbq+bJj6Yaov+/iOfNgx3VGW2XT5r4admxUrY+6aKP0HUjb2C+nWM4vF2lzjZvZaVyDmxwTbZ93bZRZmOKyqtRNk7Td2tjvddp+da/fdba/rWth28faKJ/XvFGf9j6uc72ve363fSwcHTGfCyPKftzyuqgbJ932No7vZWpb52JP2bfTMdpf1+cGrGvVjyI33Q9N7o2atkfW4znl2uvaO4lJ1rmNe/Zlq3+nrW57ZMuYsj+ayuifCvdydc+fNuJk/W+JvjYiz2Npn/6SjvuZBvpjwfzfiAIvH3QrqcL7aUzB35oCHuNuovsfxvohLWslHQQnsu18sOODtO5TwlvSCflPOpDvSOu9Nx1A+bxuHXFS9A+yT9LfT5fK6+/SdHFYm1PpJIpfgL4tLXd3Kr9/UlkeGlHWP6Z57MymPZct8+0ZBfr/t04C/XXPp9zZ7HjYmx1TF9PfY0Nm1wzOo6o3oG2WxTSO1Wmf910F+puu17Z07Iwqi1uzOuafdL6uDFmfzanu+rvUAN6U6oZPs0bW46Vp70j7OO9p8Ula1n+HHEfX0jVplNdS3jNpnTamG4Kr2Xyup/+/moLxVe1Mx+IvpXnly72ZyiNf7zPZjcuXWZ1fboAe7KjOaFo2be6rKsdG1fOi7TZKX3+bzmVlvSv9PdZVlyrczE6jXpvkmOjqvGujzKpqsqyqx9+kbbem+71J26/KdaTO+df0mtPVsTbKrmxeT1S8aZ32Pq56vW9S57d5LOwp0velMnloSLtgJQX9/knXj10zqBvrPEhpq623TG3rPalu+q5UPttTMGzYup7ueD9Mcm/UZntkPZ9Trr2uvVW0VZ+2/Rb+eo1txLcVTqb79OtpXVcGHAufp98/nvL9Rv9hx4ulcvu+9GBgW1bOcR3vbnj+tBUnezY77zcMqZuvh7UdJ2cW6L+QDoT30gWmH7T4LMtzech8Xq7whGVjhZvor9Nv9w45WKcR/K1TeWzJgtKvVKg8/hfWPmV8Nl2sfi9VtA+nsr6Q/f1mdnKupP1yc8jTquPZdH+lijV3Wzrhhj2ByhtiL0450H9bWNzX+to6n05meTYPCEhdS799M4PzaJKLYZOymNaxOs3zvqtAf1vr9XqW570h8zleo7z+LjVW4jHwfuj1HsnrhccHNAhjXfdSqX6MT9C/SMfySppf3tD6bMS6PDfiYvtIqb69I5XPlhrH0fZ0bOflE29G3k3rfCirx/eXAv4PpEbHM+l62b9u5o3fbzqqM5qWTVv7quqxUff8aauNEtK+HLW8k6X5HJ5RvTbpMdHFeddGmVXVZFlVj79J225N93vTtt+486Xu+df0mtPFsTbOf8L43tuz3MdV67WmdX7bx8L+Ur6dI8p2d8rz5IzqxqrXjTbbesvUto7n1WNp2f15XExBrRjEOpLaEA+X8vyT2iFd7Ye690Ztt0fW8znl2uvaO06b9ek8BPrnPbbxVOi9afBwFmyP6Vgp4H2ldMxtmOL9Ru7VbB5/ZvfB/WPn17D6UK/p+dNWnCw/Dh8eUm/8PS+B/mEfFLg1rH2l4bYBeZ4I1V6lGHUTnd9kbxwyfdyBR+co0N//mNePY/K9n83z3JhgeL/S2JCdqPEgOZPlf2NMRbk1rO0JeqT0+8V0IRpWzk+GtU/EN08p0H9XdvIteqC/yfmU96geNPzSR9nv26d8Hk1yMWxSFtM6Vmdx3rcd6G9rvXZnv/8RBvcgivVT/yn19RENgz0pz91Dfv+4wgV5d+lYenNAnttLjfsNQ463/gX3jSHLym86H2lYH+RP8d8akuet0nofGNJQ+H3EOd+0zmizbNraV1WPjarnTxttlHw+v46ok+L+ujrmOjaNeq3pMdHWvmyrzKpoc1lVjr+6bbem+71p269OT+Yq29/FNadpvTHOZxXaSLPcx1X3U9Pzu+1jIfpyTMA2D9b9OaRtMY26seq2t9nWW8a2dbmDwAMD8mwqBRL/HnA8t7Efmt4btdkeWY/nlGuva+84bdan8xDoX4TYRt892fzezY7ZyymwvS0d209MOP+m7ZF+/ZDfZ+YPOGJnwSsjpq1z/rQZJ7s1m9f7Q/I8HFaH7jkwSeG2Fej/ZES+z0dUXuUKd9Kb6LywHh0y/UNh8BOTNlWtPPZk+d4YM89dpW3fM2KZ18PosfV3p4r25ph8b2YVap7v/vT3D0ZMe2dpfY81KM9Bgf5rYXXoh34aND7WIgf6m5xP+Tjpewf8no8pfWjK59EkF8NJy2Kax+oszvs65VmlN0ib6/X1mGO03BgbdjzF3gqjnmCfC9V6ruTfAhjmxyzffUMutv3fTwyZR/764JmG9UF+Q7NlRAOgynlyocM6o82yaWtfVT02qp4/bbRRNofVni+vjtn3o8ahnVa91vSYaGNftlVmVbS9rCrHX522W9P93rTtVzfYMG7727zmtFlvjJM/oK7bNuh6H9fZT03P7zaPhbxt2c/37Yh83wwJKE2rbqyy7W23qZaxbZ2fOx+PKb88SPpsB/uh6b1Rm+2R9XZOufa69o7Tdn06D4H+RYht5Prf1/su/f+nob3vnjZtj+Tb3b8WxAcc8SHJvpplMO78aTtO1l/fX7sKLrb9Md4wZgc90tFN9Ep2EMYLxl0zCtZWrTxOVQhy5fIeCydHLPOTMfPpL7fK6x+bw7+f7vdfret/ZHFYyvfVaw3Kc1Cg/0hYHfahn3ancvw2rI9Af5Pz6WA69p6qMP3hKZ9Hk45jN0lZTPNYncV5X6c8x+Vre73y3gTDGiPPjrmJW0kXvmdHrMfZ0F6gf9wNxMsVGpqHK17LqqgS6K9a9787pmHSpM5os2za2ldVj41pBvpP1Lg2jdq+adVrTY+JNvZlW2VW99rUxrKqHH912m5N93vTtl/dYMO47W/zmtNmvTFKvpw/J2gbdL2P6+ynpud3m8dC+ZrfzzvoTb69I4IB06obq2x7222qZWxb1wnG5ef2hx3sh6b3Rm22R9bbOeXa69o7Ttv16byM0T/vsY1cf1ibm+m+/FSLsaGm7ZFcPoRPfPMhDmn7fot1ddtxsnxono2hA+sl0B/lY2feTAfhljBdVSuPz2tWem9n+T9tcMH6Nox/EjhKv8HQL9sqaVOD8pxkjP6bYbkD/cNsShejn8cce12eR9O8GE7zWJ3FeV+nPMfla3u9NofVt2xuDDl+vi8dZ7cOKNM47S0Nb3baaog+E8Y/vNib5Xm54bnSVaD/8Q7qjLbKZj0H+vOxH7c2uJmd9jV40mOijX3ZVpnVuYlpa1ltBxua7vembb+2gw1tXnOmFWy4P5v+9wnaBl3v40n206TndxdByeiVMfN9PQVxZnl/UmXb225TLWPbuk4w7qks788d7Ycm90azCvQvwjnl2uvaO07b9ekiB/pndQ/wXKmObfO+oml7JLehFF/4vUK9Urf+aDNOlsfh7+6iENdToL+8rP4X5B+dYrC2auXxVxg/tMWwMvqzwQXrZoX9NcxKtpx3plSedQP90VdBoL8cYItDZVxKFXWVC2ZX59G0LobTPlZncd7XKc9x+dperxBWx1Mc9IGvg1l938/zdCnPxxXqqWkG+g+EtWMeDnryno9jeKDhMTXLQH/dOqOtslnPgf58DMpxvTaGbd8srsGTHhNt7Ms2yqyqtpfVZrChjf3epO3XRbChzWvOtIIN+f66NME0Xe/jSfbTpOd3V0HJHdmxejWsHc95JbVFn5zx/UmVbe+iTbVsbes6wbjDQ+qAtvfDpPdGswz0z/s55drr2jtO2+fxogb6Z3kPkN/nvTJn9xuj7jfj/t9eY9lV69a24mR5HP6BLgpzvQX6QzoAb5byx9c37pijgN+1UO81pGNh7RfZJ7lg5R+Q+HiCbdvYcsVYxSSB/veCQH8UnwzGJ9nfly6MVV+B6uI8mtbFcNrH6izO+zrlOS5f2+tVbhR8Wfrts3S92ZYdY19nv/f/Pu5cn2agP5QaGy8N+P357DxpahaB/iZ1Rhtls54D/TdbuJmdxTV40mOijX3ZRpnVvRmfx2BD0/3etO3XRbChzWvOtIIND4bBvYartg263MeT7qdJz++ugpJR/uG9/ON+h9Jxs2nG9ydVtr2LNtWyta3rBOPuHxLY62I/THJvNMtA/7yfU669rr3jtH0eL2qgfxb3AH3xIcON0PyhVRftkUEuT3ju1X1bqmmc7Pds2ge7KNT1GOiP7gxrvzbfr4QOdXwiVK088nJ/vsJ8j2b5f2zhgnV1gm3bkE3/x5QqlkkC/YuqzUD/6+n3jwY0nOpUmG2fR9O6GE77WJ3FeV+nPMfla3u9+n7K8t2e/tb/qNL96f/zL9z3L44xUFzlwzTTDvTH4YU+K5VVfzzNg+kGMz6w2NbCMTXtQH/TOqONslnPgf46H1sctn3TrteaHBNt7Ms2yqyqtpfVZrCh6X5v2vbrItjQ5jVnWsGGvJfYlQnaBl3u40n2U5Pzu8ug5MHSTXN+HfvvHNyfVNn2rtpUy9S2rhOMOzAkltHVfqh7bzTrQP88n1Ouva69dWKVbZzHixron0UcLq/z+oH+3zuYf1txq+i51Ea7GuoPW1u3bm0aJ8uP7YNd7Lj1Gujvi0+Evi8V/vYOT4SqlUce3Hq/Zll/MOEFK2QnaUz7J9i+69n091acJu7fHROWp0B//fOpP2TKL2FwL41Jnoy2dR5Ncxy7aR6rszjv65TnuHxtr1df/pHW/rjs8XW8y0MaZP08sWFW5dXAaQf6++LHfm6mYyzWqXG4mvjBn/iBopWW6oNpBvrbrDOalM16DvTn9dGxBjez06rXmh4TbezLtsqsbtumjWW1PU5w0/3etO3XdrChzWvOtIINkwRtprmP6+ynpud3l0HJkK4ZeQeA/nd/9s3B/UmVbe+qTbVMbes6wbgHhlyju94PVe+NZh3on+dzyrXXtXects/jRR6jf9pxuJDaCLH++Dpb9q4W419t3oPuTWUUYwv5t1uqDuEzSd3aJE6WD0t1SxfBxfUS6I+VzdsjDtC8p+ETHQZrq1YeL4R6PYPygNlTDS5YX4V6H3y6s1Su+ZfMP6sw/d2pcpiUQH+98+lAhXNpVIXZ9Xk0zYvhNI/VWZz3dcpzXL6216vvtixfLNut6QJ8PMuzkl2HfsyO4Sqvvs0i0L879MYN3JsFfzZ2UB9MK9DftM5os2zWc6A/7/FxrsHN7DTqtTaOiTb2ZVtlVkXby2o72NB0vzdt+7UdbGjzmjOtYEPUf8365gRtg673cdX91Mb53XVQMj8+XkvL+3ZK5ddGO7arNtUyta3rBOMeDYOHP2hrPzS9N5qHQP+8nlOuva69dY7dNurTRQ70TzsOF8W3fk4W6aEOYqlt3oNuTHVaXrb5sLJVhvAZd/60HSfrPwi83lVwcd4C/e9WCAAMC/T/VDHgdDp0p2rlsT2sfco7Lnjdf5oZe0fe0uCC9VKpHF8YkXdnKtPbh1SeMT03pszjxymeb1CeTwSB/jrn0+kKx/kHYXSgv8vzKL8Y/rfjspjmsTqL875O42JcvrbXK/dFNt+PUjmXe3a/neWJF+mqY9xPO9C/OzUy902hPphWoL9pndFm2cwy0D+qPmqjjZLXR3G80W0Tbt806rU2jok29mVbZVZF28tqO9jQdL83bfvVOV+qbH+b15xpBvrzNkeV3lrT3MdVr/dtnN9tHguD3JodH7+mYNlzUyq/NtqxXbaplqVtXScY12/j/NjRfmh6b9Rme2S9nVOuva6947Rdn3YZ6F9PsY3oaKorohhI749J/96Ae8BJtHUPGr2V7kO3lsqgzhA+VQL9bcXJ8rdEPwsdyV8ZqDsuYFuB/nzohnjx2TTkQMhfV9k4pLIZ9cXiYTvuobTc62k5GxqUZ/60a9yTo1eyvF+PyLcjO7Geb3jBihXen6VK4mzpohKDcPFjJ7+H1aE08nW5Vpr+dOmGJ07/RDrZfmhYnk+Hfwf6H+zoXNgT2ht2YxJtnE/vj6k0tpX2/0MtnkdV5AGzD0u/rbRcFtM8Vmdx3kdPVrygVMnX5noN2+cx/WdAnrtLear2FDiXTXO84+DxhnSM/N+U6oNpBfqb1hltlk2bNw1Vjo2q9VEbbZQdpd8/GXEzfiUMf5V9GvVaG8dEG/uyrTKrou1lVTn+6rTdmu73pm2/OudL1e1v65ozzUB/XgZHagYru97HVa/3bZzfbR8Lg7yTTXejdPPeZfm11Y7tqk21LG3r/Nz5aES+rSmgN+ycbGM/NL03arM9st7OKdde194q2qxP69yzL3Ns47Y0fT7v/8vuhfoOhMk7UbfRHglhdfi2QXHmOkP4jDt/2oyT7c/yvjgkz2OhF6v/JUww9Ff+ZKb/2kCdQGfe23rUE7ELYwI4W0qVfOwBele6AMUdejFVivnrF2+mg31DqeC/HxIU6X+I5kr499O9K6UT5lSDkz0/mH6rkP/TLP8zQ/J8OKZSOFYKQtQJKP9TOvh/z/bFsDc8nh0z/Y2s0r+rYeX53oDlnGg5oLY1HU83Q7VhJu5K63U1beuVVMHtbLgebZxPr5TK6pXUOIpjMcZXW78LvaE18gtN/O3pFs6jKg6UGpn9Dy/tC2tfaWyrbpnWsTqL8z6EtU+e32shX1vrVQ4C/5VdY24dku+7bF9UHe4lf8o/7FW6vRUbot+NCeAcLTWqHk1/G5Sa9vhfKV2bbx+S72jFuj8/T55ruc5os2za2ldVj42q9VEbbZSQyj4v67iMfJzLPakR/WtYO+TVc2HtR5q6rtfaOCba2pdtlVkVbS6ryvFXt+3WdL83bftVPV+qbn9b15w2641xNmfl/HKF/NPex1Wu922c310cC2X3hnrjMk+rzVdn27toUy1L2/pwKT6xb0xQ7M0O65mm90ZttkfW4znl2uvaW0Vb9Wnde/ZlqX9jmX6Ulrk71XfltydOhbVvVsT5xwcvmyYsuzbaI9vSdo/qFZ8PoXVxxMOPcedPm3Gyx8L/1979QOxV//8Df5uZmYlJMkkkM5OJZJIk5iOZmchMkowkH/nIh+RjZhLJJJmRycxMZDKZRDLJx0ckSZJIkslEZpKZsd95fa9z/e73fe7rzznnOtd1X9d9Px68te7rff69z/uc67qe51zvs/y5KYOygPy75zdNQoQ4OE8P6CSnytfqBP7nK51rUIATG5kPD3RhROe6NaT0x2zLv0THjn8zLT1cIr+qGEM/PFHuxI1lR7lSruMjA5Z9Y8CB0lQsJ660/FSZV4xpdfeI9txY+VD+Zhbq3J8d7MeH7Me9lQMgyrEaofPhSueplgtp+F2kKa386VC1XE71HxIyyObyALg2YN4/l9s96bjY0X6vpOVXCsfNc18lgMvLlezk3kYXx9P2tPLOgX75veyjhwa8dq6D46iu/GElN8sQ+HLlJNfluWWafXU1jvt+391fOT6inf5RefOqW6+r9RrmRI0Pna+m+kNCbSq3Kz+H/TpkP75U6W+DQvP7BpxDqx4Y04+qJfr5gy36VPTrtyrzOplW3nl1Z+XDYJTXKh+24t/PVtrpx3JbNnZ0zuiybbrYV036Rt3zURefUUadj65lx2h8wL5YWffX08qfxU7zvNZFn+jquOuyzeqYdFl1+t8kn90m3e+TfvYbd7w0Pf66eM/psq/VcTL7sjjq8+Ws93Hd9/suju9p9IVB+u332ITHcJffT5q8b0zrM9Va/2xdDfp/K7cnP9fm7fdmjc/qk+yHtt+Nuv48spaPKe+93nvTlI/jtt/Z18v59680fpipRwZkpjsmaLdJPo9sKL9L9o/n14fsw82V72f9G7Z2tDhXd5mT9S9Sfzric+RfTYP+vQ2+jD854krY10OCzrPZBp9NK++W7zfMoQHzjZ8tfVUG79fLnZCvw+lyJ+4c8yZ8q3Kw/V5+ML97xInqWmWath9GRpVRIXJ0pDNlp4rtj5/lfFsGY8PC48/GLG/cMxeig79XLvNmucx4E637s/cHy3W+kk3/ZXli2DrBQX+mQR+d5HkLz5dh2Ys199H2sp+8VV4M21oeyOcqfbupro+nHeUbw/WyL8XrRyv75Fz52uW0/K60SY6juuJN74ty+X+U+/COKZ9bptFXV+u4/8eIi035ubtuva7Wa9y54mYa/YDdO8s6u8bM69kx23S93KcPlR+qbg74UHI2W86ZIR8y4i6MRwfs818anJ+upPE/jW6ybf0HFX00pl7/p4ujvlRc6+ic0UXbdLWv6vaNuuejLj+jVI+Hc+XybpT74oPygkn/w9+pGh8Up/UePEmfmMZx12Wb1T1ftVlW3f436We3Sff7JJ/9Rh0vbY6/Sd5zptXXxrmnXObNEeHQrPdx0/f7Ls750+oLubhj98eWx/C0zo1N3zem8ZlqLX+2HvQZ+6Oync6VwcfNcplnsvNyHW33Q5vvRl1/Hlnrx5T3Xu+90zyOu/jOvtbPv6+UfeWPNHrs/1Pl8r5ueP7t+vvGwZrH8PUxn4uaHD9d5WQbs+x5VBs+nZaG7nk0MbEY2/InzbCuPFnzBB9XiIfdNZKP6fWwJoUVHu6ozmqKn+T9t/zwtrf8cB6/PIqLhofLDyYnyg9e/bs7/rlO9q+2AdaLN9LSnYBMz5aOggQW+7vZR5rDMQWwRvR/DfOeppitaPBjmmHdfpgcFfR/O+L1u7J5HNKksObEcR13EzQZ7zDuzjilbdZ12wBrT3wWjAuWcafXvZoDpvrdTNAPwFoQQzbF3f9xY/lWzTE7D5cNv01TrNsPk8OC/LgDYtxDgPvjaB3UpLCm9B+u0/RheTGm6BFts27bBli7YuzhGJbgC00BU/1uJugHYC2IYYpiuCU3icxQjPf2a+pmfFcW98PkJA/47Qf9D2lSWFP6Yys2/Ynd5+vgjVzbAOtV3CAU46ye0BQwte9mgn4AFl0M9xgh/25NMTvx4I5vNboPk6l90B8P1YgHcfyiOWHN6T/IJ96cd9SoHz/Fi+D7NW2zrtsGWPseKs9/hv2E6Xw3E/QDsMjiV+wx5KOb3GCVPky2Dfr3ltO/rDlhzTmfnSMi2I6x5eNhs/enXnB9W1EeTb1hu+K1q2n9BNnaBljv7izKxaIc1xTQiYPZZ4vvNAcAC+qd1LvJbYumgNnqIug/l3q/CtmgOWHNiee2XMzOE6NKDGXzkLbRNsC6s0MTQCfH0deVzw9xI9UdvmcBsGDu1gSwOiYN+mPIp798wYM177GinC7KT0X5O/XuYI/xmb9Mvav1j2gbbQMAtPJJ+flhWLmsiQAAGGeSoD/qx09K92tGAAAAAABYHZME/WeK8qImBAAAAACA1dM26D9alGOaDwAAAAAAVleboP+Foryv6QAAAAAAYPU1DfoPFOXiiNdjHkc0KwAAAAAAzMa+tBT0bx5T9/GifF2UO4qydUDZk3oXAfZqVgAAAAAAmI3TaSnof2ZEvQeKcjWrO6z8pkkBAAAAAGD63ijKtbQyqP+lKK9U6m4vyu9pfMh/q5wvAAAAAAAAAAAAAAAAAAAAAAAAAAAAAAAAAAAAAAAAAAAAAAAAAAAAAAAAAAAAAAAAAAAAAAAAAAAAAAAAAAAAAAAAAAAAAAAAAAAAAAAAAAAAAAAAAAAAAAAAAAAAAAAAAAAAAAAAAAAAAAAAAAAAAAAAAAAAAAAAAAAAAAAAAAAAAAAAAAAAAAAAAAAAAAAAAAAAAAAAAAAAAAAAAAAAAAAAAAAAAAAAAAAAAAAAAAAAAAAAAAAAzLndRTlblGtFuVGUK0U5UZS7WszrzaJc16QAAAAAADAb+4pysyi3BpQI/Hc2mNcj5XSCfgAAAAAAmIHtqXcX/1tF2VWUrakX1p9LS2H/dzXnFdP+kgT9AAAAAAAwM8dTb6idQd5PS2H/wzXmdaYoR5OgHwAAAAAAZubbomwa8lqMz98P+g+Nmc9TRbmUenf1C/oXzz1FeTX1ntUAAAAAALR0e+oNn3JhDS777tQLEdfjfokQfX9Rni/KK0V5uii3zcm2bSnK4TF1/kq94P7giDp3FuWn1LswIOhfHPErjWNF+SYtXdB5cg0eg3eVx93h8hiMvnzvKh3L96feL2V+LcrVonxWlBd0RQAAAIDFF0FRhG39QPXigi17Y+o9sPXWmPLYOtwvR4ryd1F+Lsqp1Av4fku9EPzogrRDf/sfGlHnk7R0IaBJ0H9qSF+Jiwbbaky/qUa/O+wUM1A8jyGGbPqw0l5PrqFjMLbx06LcKMpHRTlZ9rlvy/nFhYM7Z3gsP5d6D71+o1y3WHZcNLhcrucm3RIAAABg8WxOvbvc/0zLg7aLC7bsl9L4sPX7dbZfIrD7tJzuk7Q8wIsg/PPstQ1z3BZxESeCyV9G1Hkx9R7cm29f3aA/tj1+7XFyQJ/5uMH+eiJr7ygRDP+zKPfNefvOi+/SfAX9XRyDsR0RzMdFo3sGvP5qOc8I2bfP4Fh+qKz37IDXYvm/F+VdXREAAABg8cSdqo+kXjiUB50XF2zZP6ZeqHttRDm4zvbLuXKaCCoH3Zl+e1oKMd+e47bYW67jy0NejyA9gtR8+JK2Q/ecTivD/iMNpo+LEr+X0/3b6aWRi2m+gv5Jj8Ht5Xknptkzol4/wL8wg2P5fFG+HPF63Nl/s5wfAAAAAAsqHmQ6y6C/q2XvS+OHdVlv+2V/Ns3rI+q9ntV7YE63P0LOGOZk0J3K8bevivJ45e9tg/6tafCvQfY2mMcH5TQ7nVIambegf9Jj8GhZ/+8G875jysdyXHgYdeFqWzn9ft0RAAAAYHEdSKsX9E+y7C/T6LtU1+N++T6bZteIeruyep/M4bbvTr0hcHYMeT3C1OMD/t426B823n7cLX13zXm8X06z0SmlkXkO+tscgx+V9a+OqfePbN5PTPlYjqD/lRHz2JwE/QAAAAALbxGD/gfLafZ1uC77y3XYPME8YoiMZ1epbR7K6l+tUf+PrP49Q+rEHfOXW5azLbc7Qvfv0vDQMbYzQtBBgfqkQf9naeXY7N/U7BP9YV5oZq0F/R+X9WMonFEPdX4yDX9YeNfHcvTrCzW2817dEQAAAGBxLWLQfz4tPczyw9Qbx33XBOtxf+oFc/27YtuE/R9l2/LgKrTNsaz+Rw3Xd9g4+HkY2bS07UtnUu8hu8PEEDl/puEXGG5lfaPuBYd+0H8iLT0bIC+na8zjRBL0t7HWgv6z2TSvjaj3r7LOjbTyolXXx/LT5WsPD+n7367CuR8AAACAji1a0H9vGh4ux8NZX03tgvrjafkQGHXnEePF50Hb8VVqm4+z+qdq1D+V1f9wTvpiDMlzbEydD1L3FxzyoD+8OGA+L4yZx7wF/fFA2bhA8Vvq/cLhenl8vJN6D4wdJX7JEUMRna/8LY6Lv8vyear/fIxHy3nFEDI3yvWIMeO3pLUX9O/Lponhpx4ccs74sazz5oyO5eifcYHsUFp67kU8T+KLcn/c6a0QAAAAYLEtWtD/bhof7v6c2t3h/05qFvZXQ/53VrFtrmb1X6pR/4Ws/m9z0A9jfd6fcB6TDt1zIvvbyUqfioB6z4h5zFPQfyrrN7vKfhr/vVT+/UpR7qtMc2/Z/lcq/S6mfW/IcRaB//1j1qU/7fvZutxX/j0C5m/S2gr6w9dp+XMeqg+N7j/P4YMZH8vPFeWH8viIixDXynPWNm+DAAAAAItv0YL+GOYiAt24YzmGpIhQMw8n84Btd4t1qhv2x3pcSNMJ+Zu2zYbKth+qMf9DWf2bc9AHR21jBPFHasyny6A/fFZp1xgK6I4h85iXoP+NbH23VF6LQPfv8rWvK6/dVvaj1yr9Lvp43L2/p3w97gL/X1bn0xHrcmZIuw5a17UU9N+Vlg8jFcfXsbLvRHtGwP7PVTyWN6bJnkUCAAAAwBxaxDH6qyIcO5yWh2tRfk3t7lYdF/ZXQ/4Tq9w2Wyrb/VSN+T9VmWa1gr+42zlC5whBtw4oe8rt31tjXl0H/dF3fqq006Uh85iXoD9/mPDtA17P++2g4Vp2VLb37QF17knLg+VBD0Z+Li3dYb5pxHF7La29oD/cN+B8FCUukmxfo8cyAAAAAKtoLQT9fdvS8jG/Jxkzf1jYv7GyjJNz0DZbK9t8oOH8b5XzmLUH0vJhSoaVukMLdR30hxjS5s80Pvyel6A/D5cHDV+VP+Ng75i+dG3EcvILII9UXouwuv8rm3HPXFhrY/TnItD/fkB/ficNvjiyyMcyAAAAAKtsLQX9fXl4GGHlhpbzqYb9W9NsQv6mbbOI4WCEoL+neg/UfaPmPKcR9If41cHNyjo9XakzL0F/rGs8N+LFIa/nQf+TY/rStZrHWHU+h1P98H4tB/3xi4n4Bcigi1lfpcG/qBD0AwAAANDKWgz6487+fEiQPRPMKw/7/8j+/d4ctc3mNHk4uJ6H+xgX9IfnKu0V/Wtn9vo8PYx3WB+JAP6XNP2g/3waPXxQ3fks8rkxfuUQv2r4MvWef/BsWvnLkNgX2x3LAAAAAHRhLQb9IQ/o9084rxNpeZB2eg7bJr/j/GCN+gfT/DyMd7XVCfrD8Uo/iOFrtlb6yLyJ4XvilyffFOVfafkDhqcV9OeB9qYx67cWg/5/pN6vSn5Oy58REg/pvVTpQ187lgEAAADowloN+vMHVB6YYD7VMfmjRFi6ec7a5ues/vM16j+flj+0eD2rG/SnAX3hQvn3eQv64/kHMdzUD0XZl/19FkP35EH1egv6701LvyYadt45WelDhx3LAAAAAExqrQb9e7N572s5j2rI/12aXdjftG0+TM2GFXo3q//hOj8GmgT9EYRXH7D6nzRfQf+baekiRDVon0XQn7fNzjHrutaC/n4/+DuNfjbIhWzenzuWAQAAAJjUWg36H8/mfXeL6SPk/zibx6ny7/kwPtMM+5u2zctZ/fM16ufjqL+8zo+BJkF/KvvTlbQ80P4mzUfQfzot3dk9qG/OIui/nr321Jj1XWtB/69l/Us1+lD/lw9/O5YBAAAAmNRaH7rncotpI+TP77it3lWbj/8/rbC/advcl9Wvs82Xs/r3rvNjoGnQH+Jhq3mg3S+r6dG08sJU1SyC/i+y194fs85rLei/3qD+V2nwuPqOZQAAAAAaW6tBf//O5mMNp4vhNkaF/H152B9joW+eg7b5Mptmx4h6O7J6XzgE/m/fNQ36w7NpvoL+/Ncmw7YlHxZmWkH/key1uFv9jpbzWcRz49Wy/rc16n40op0dywAAAAA0kj+0tmnYHndCR3B4o/zvxhksO5axYUydCL/iLtnfUi+4rCvm+1GqPz72NMP+Nm2TB5NHRtQ7muY3XF0N/Tuoz7SY9o00P0H/uWw9Ph3wegTuf2Z19g+o00XQvz0t/7XDsP67LS0fAumpOesXbY7B/j64mUZf4Aj94Z4+WMBjedJzPwAAAAAdizve+0HRTw2nPZSWh5zPT3nZp8q6ES5FyD4oxI+/RYAWd9Y+2GBdqiH/yZrTVcP+jau8Xz4tp/m9KLcNeD3C1T+y9WWpH3/Vcvq836ymo5Xj8Wi5v7eU2/h9WgqX+wFzvPZSNo9dqV7Qnz+QeNDDrv9VWZfoa/dlr8dDev+Xehfj+nV+LKd7fIHPjbvT0tj7b4yol7fzgwt4LE967gcAAACgI3G36QupF+blgc3x1AvhNtSYxzOVaV+c8rJ/qNSPYHBP9vr9Rfm6KL+kXuDWRJuQv+/t1F3YP+l+ifCvH+bGXcj5rwzi3/3wMIYWud1h8H+//sj71Ss1+35uS9nvVjvojzvp/0wrhxPqh8UPp5UBbZRz2Txeyv4egfU9A5ZzX2X6YcNjHRmwrGtZ334uLf9lQDzI9vU0eqiaRTg3PpdN89KA1+/O+tw/F/RYbnvuBwAAAKBDebg2qjw6Zj4xfMP51LvDPoLyzVNedtzp+1saHGJeKV+LcHFLw/aICwT9UO9kyzY9npaCzN2rvF+2lOsT+yUuepwqSwSpEd6+06KN1poIJr8f0r5/pebD+Gwv++Fqi5A8njFxvdz/36Xenf35r1/Ola9dTkvDwjxUHss3K20RFw7Opt4d6Klsl0EXEz4Z0i8fLJf3R7nMOD7ilwQPlK9/UPbNR9bYuTG2px/SRz+LhxKfKLc32iHC+b011mdej+U2534AAAAA+P/ibtoI/ONBqIdTb8iIg6kX1k8i7nZ+c8J5xJ3Nj85RW8UdwQfKNoryVPk3YDZ2luenw2U5WP7NsQ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1s0AQAAAAAALA4Ith/tCivF+X7opzQJFPxWlH+LspnRdmsOewnbQSOFQAAAGgivmDeGlGuZ3U/GlM3yuUhyzkxYhrh8fzZXe7vv+2rqbu90sbPzPn6nqpxHmhS/mU/6cvgWAEAAIDJxB3bT6ReQJ9/6Yy7t3eklUO13FWU99PKsO6NomxPo4d2uTP17gzvT/NFUfYmw8HMowghNhbltqJ8mwT9027rRQt84u7TA0X5c8C5II7rM5VyrigfFOXjolxJi3nxSDCnjcCxAgAAwNx7rPKl8/yIuhHM/1ipf1eDZUX9P1IvRGb+HUuC/lm0cfx65tM0fgiHTUV5ak7W+720Muh/osZ0T2X131uj+0lfXqy+PI+0z+K2aZ3lOJ8AAAAwNXEnbj98u5ZG32n/Uloe7h2uuYy7yvpvau6FcTgJ+ufJiTnaD4fTyqB/b81pL5T137dL9WW0zxprU/sOAACAVZXfZRvl6RF1txblRlb3y5rLeK6sv0NzLwxB//w4MGf74dnUPug/VNY/Y7fqy2ifNdSm9h0AAACrLsZkv5qWArvPxtT/MC0P+HbWWMbnRfmfpl4ogv758EDq/dJmrQT9cb6JC4aGrNCX0T5rpU3tOwAAAObGibQU2N0syt0j6u5LywO+42PmfXdZ7wXNvFAE/atvT1r+ENu1EPSjLzunaJ+11Kb2HQAAAHP3hTgP7Y6MqHtnpe6fafS4/v9JveF+ttZYj3iQ3cup9wuAv1PvgXXxa4P4FcFjHW7v/UU5VZRfy3WLZX1dlKNFuX3MtI8U5XRRfivXL8pPRXmnKNvHTPt46o1Nfr7yt0/Kdfi73PaHOtrOSda1btB/V/l6vy2bBsAPl23yc7n9N8r1/WDCff5gUS4PWJ9virK7rPPPtPzXLPmzKl4bsO/+yOr8NOTYiD50ptL/r5TzfH7ANNHf4iLYo5W/xwW1mwPWLS+PrtIx1CboP1vWe3JBz5HD9tMsj+8PBrT7qRp1bs1onbvuy+McGDG/jwbU/2yGx1CT95hJ2mfS82ebc9Y4XR8HbbaxbZs2fc9su5w655Ou9vEife5o+3nimfIY/bVsLwAAgHXvp+zL1C8j6r064MvXsyPqx5fTczWWv6tch+Pll724eLCj/ILaX867E27jxnL+8cXzWOr92qC/nB/T0oWLYV8mT5V1Lpbru6H876Xy7xGO3FeZ5t5yG/I7/i6W0743JBiIL973T7itbdY1Vyfo31W2149l4BDL2FpO2w/Fnxgy7W1paRiod8p26q9j/guTCOy2tWyDO8r1GxX+bcv2fZSv0vALV1uK8ldZbh8QbNzI2jxVtuNWOV3YXB4zEbTcHHMMNfllxSyOoZTaBf1fpcUL+uvsp1ke3xvK6X5Ow4P+fp9+Ow0P+rtc52n15bpi6LgfKuu6f8gxHH87Uta5POT8N+kxNMl7TJP2mfT82fScNc40joMu3iOatOkk75l1ltPkWJl0+xfxc0fbzxMbyuMtv5gPAACw7v0n1Qvuvi+DkL+zupeG1H2kfP0fY5Z9d/kF8PUhr3+dLevVltsXXwY/Lb9gD7qL7vlsGVfLL9m5N7LXt1Re25a1x9cDvqzHsl+rfOG+kHp30e0pX4/A6n9ZnU8n2Jdt17VpcPHf8vU9A17r/0pkULAbX977we/RGsv/KtX7Rcggb2bzOTukzvNp9MWAXARfedAXd/5GYPZ7Zf/GQ62/LeeXD4sVYUZc+Dqf6l0sqxtUzeIY6msa9N+d1VuUoH9nzf20Gsf3kTQ66A+b0vCgv6t13jmlvtzUw5Xl3zWi7o40fCi5SY+hSd9j6rbPpOfPpuesDTX2QdfHQVfvEXXbdNL3zHHLaXqsTLr9i/i5o+3niQ3l+7KgHwAAILO98gX07IhAJb48nqzU3zGg/qkyTBjnUhl8bBry+gtp+R2GW1ps31tjvjTfnpb/BH9f5fX8zvBBw/tcyF6/c8DrOyrt9faAOvdUApaNLfflpOtaJ7jIg8Rh+y1CjQMD/n46DR/+JncuW8b7Ldsib/c/0uDQKtq5f0fg9RHtvrOs88CA156thC5ns/m8WPbbk5VpPk7dhaOzOIYGbeu4oD+GSfpvWrygv+l+muXx/VwaH/SnNH7oni7Xucu+3MYX2bz/NaLey2n4cHOTHkOTvsfUbZ+uzp9tzllNzreT9KmutrFum076ntmkb9c5Vrra/kX53DHJ54nwdFoauufRBAAAwP/5PPuyFT/pr95xeKr8Ihh3TD5Q+QL51oAvbnEH17iH9T5WTv/hiDr3V5b1VIvw4WZZRo3B/3b25bpaLx/vfdeAafOxsQeFnlvT8jHgh8mHUHqk5X6cdF3rBBfbstcPDZnH/vILeG7niD5TdV9lv+9s2R550LyvRmDy9JA6cafvsLsFn8ymv57GP+sh5MOBTBKOzuIYyg0K+v8u+3VeBo2xvIhBf539NMvjO2//SYL+Lte5q77c1v5s3t+NqPd1Ghx2TnoMdfEeU6d9ujx/tjlnjdNFn+pyG+v2uUnfM5v07XHHSpfbvyifO9p+ngAAAGCEaoD3cvZaBPdxh99n2d++ScPvlu5/8X1gzDLPpKULC9dGlHy9Xm+4XcdT/Z90b0mD7/aMh9fFkAYvDpku/xL75AQByMU0eSg66brWCS6ijfoPso3hLnY33Be3an5pz4cVeKNle+R34g4L8l7O6nw8ZHt/qxwTuTw0u1hzvU6lbsLRWRxDo84T/QsoWytlR7mPv0uLHfTX2U+zPL5nHfTXWeeu+nJb/ePz1oj3nV1peAg56THUxXtMnfbp8vzZ5pw1Thd9qsttrNvnJn3PbPMsgGHHSpfbvyifO9p+ngAAAGCE+Ml2PtZpfmdkf7iIg9nfXqgEH/mX0i/T6Dsr+/rhzPG0MigcVjY33K5+0PjhFNpsc/kl/5c0P0H/pOtaN7jIn+twM9uHo3zWcPvezep/0nK7I1jr311+Y8g6/lDZlurDDZ9Mg3/lkr++WkH/LI6hXJsx+m8mQX9Xx7egf7CjY+Yfz+v435SOoS7eY+q0T5fnz3kN+rvcxkn7XN33zC6D/i63f5E+d7T5PAEAAECDL6H5nZExBnJ1bOMIUPMLA5+Xf7831Xvo54Zs2tNT3KZ+yPhBh/OMu0Jj/OK4g/NfNb6cr+YX7qbr2iS4+KDSX+Ln+4dG1L+axg+jk8tDzT8naIPT2XyqD+J8PC2Fpv06L1XqfDym/6xW0D+rY2jYPqkT9Icvk6C/q+N7LQf9sU63jynDxvDenp3rY3s2Vo6Ty2nwQ3i7OIa6eI+p0z5dnj/nNejvchvbBv1N3zO7DPq73P5F+9zR9PMEAAAAYzxS+aIVX1r748C+O6B+9aG8EfK/Xv77njHLyh/A9tGUtidfxscdzC8ufMRdcz9UvoTP09A9k65r0+Ai7qS9WekHl8q+UPV3ajYswVNZ/asTtMWj2Xy+qLz2aRlC3JFtx3+z1/t/HxVmr1bQP4tjqKpN0H82Cfq7Or7XctB/akDfavKch/yBn89lf99bnns2T+EY6uo9pk77dHn+nNegv8ttbBr0t33P7DLo73L7F+1zR9PPEwAAANTwU+XL4Vvlvx8c8qUu/0IWY8T+mnp38I6zMS0f438aNtX8olvHm+V8LqSVd5XOW9A/ybq2CUjiQZVfVPpCbGc1AP4je/2VGvM9kNX/acL993M2r/5FqP6DDx8r///jtPyiVXgt9Yb2GGW1gv5ZHENVbYL+RSboX5yg//G0PBzsizH435vS+1BX7zF12qfL8+e8Bv1dbmOT97FJ3jO7DPq73P5F+9zR9PMEAAAANRxJK8OVUePtf1P5MjZo6JNhrmfT7qk5TXw53t5ge25ky3i4ZZv0h36JixiD7gqdp6B/0nVtGlzk4g6+Hyrbemf2eh6kn6sxv4Np/IN02/TrI+Xf4hcp32Z1DgyoE+HJ0THzXs0x+mdxDFWnFfSv3vFtjP7RfkzLL9b1n9Hx0BTfh7p4j6nTPl2eP+c16O9yG+v2uUnfM7sM+rvc/kX73NH08wQAAAA13JNWBnmj7ix7qVI3fnZ9e81l/S+b7tMa9eMXBD823J4vU7MHusbdZPkwRfmwL8OCtXkJ+rtY1zrBxdY0eCinVH7J/zQNHkLj39nfr9TYnjycf3HCfn13Nq8fyz4aAd/zWZ0Yr7t/R+VPWXuOGzZgNYP+WRxDOUH/6h3f1fYX9K+Un2NeL5c77sHwkx5Dk77H1G2fLs+f8xr0d7mNddq0i/fMLoP+Lrd/UT53tP08AQAAQE2X0vLg/o4xX+5vNAw6Bn1JjfKvEXUjqI2Hs73ScFteqyzj3yPq3pV6Q7zkzxc4UeNL/IdpPoL+Lta1TnCxtWynUftq0PR3VvrKuIC4f3djPPT5tg769efZsi+U/WlDpc67afkvWS7VmO8sgv73VvEYyj2XBP2rdXyntDzoP1NjfeYx6H9vivtrW3aOiSG3vhxzTHRxDE36HlO3fbo8f85r0N/lNtZp0y7eM5v07XHHSpfbvyifO9p+ngAAAKCm/ItrnQcMns7qP99gOTH0wd9p5QOA859nRxAb4WLc3RZ3UW5suC3x5ffPyjLiy/Y9lWXEg+9+T0tDtvSdS6Pv9ryjMv/9UwpA6uhiXcMLaXzQH6/9Y8S6DAszjmav/XdM3+g/lO+Vjvp19W70/wyoU33uRJ07CNuEZu/XOGby9T1feW3DDI+hXPUXPFGemNJ5aGdaeSFm1ursp1kG/fnwUhFkDxomI/Z/PhzNpimvc1d9uSv5+1GEpuN+YTbpMTTpe0yT9unq/DmvQX+X21inTbt4z2zSt+scK11t/6J87pjk80R4JvUeRBzDBj2cAAAAWKE/rnHdL36PZqHK1obLejkNfujin2UociP7orq75fYcHLOMfij22Zgv3bfK/99WttGhonyflj+n4IPytfw5BbtqfuH+Pqu3r8V2drGuIb/r8OyIAOGHIfu7/1DMCMUG3Yn/STb/fw7ZlvPZOnZlYxkI3Cr3+bYx+yH21aYa830qLQ9f68jvcHx3zHHVP7Z2ln9/KC3/5cwsjqG+swOWc7jj808Es2+nXohVp/13l+t1rdzW6HcR1N7VwbrU2U+zOr77x14e4n9ebn+0WQRol8rj97OsTrTl9rQ8nO5ynbvsy13Yk5qNc97FMTTJe0zT9uni/NnmnDVOl32qi22s06ZdvGc22Xd1jpWutn9RPndM8nliQ+V8+I2P7wAAAIN9UH6xqnu3Zfz0uu2dgUeGhCT9cjnVf0jiMIcrXwir5cKQL5kRkP05ZJoIcB4uv8xWX8sDpvwu6Agv7xmwnPsq0x9rsY2Trmvs6/1p6aHK/aAq7rTLQ8L8TsEY3uaJ8vWN5fyvlNM9MmQ9o15+MeHNrE1i/OqPyr8fn0K/PlEjZHk11RsmINprbyXE6O+7YSHzprKN877464j+/UOl71wtj4d7Z3wMxZ3jz1T6Rr/8XLbDpgn3TbTnK5U+PG6e+9LSXa3VEv1wZ8t1abKfZnV89/1zxH5+v6yTB/3fl8fY9o7XeVp9uQv9Y/KxGb4PtX2Pado+k5w/25yz6uryOOjqPWJcm3bx/l5nOU2PlS62f1E+d0zyeSL6819J0A8AADBWfCl9q2FIMsmD0h5MvTGnr5RfSmMohRhf+d+p+a8EhtmRemPo/potIy5OPFVjugvll/Qb5ZfRo5X1Ole+djktDc0Qd/SdTyuDyPjSGncg7yrrnRnyRTnu6nu0xTa2Wdd/pOGBafVn/VuHvH6z/GJ/MvXG1R1nT7ntv5brE/vj29QL4XdOqV8/WK7nqHDxzrLOrjHz+mxMe1Xv3n12TP3rA/p6rOcXZfvEg4Lj4sMdMz6GzoxZ7+qQJ209X7b9i6le0B8B07XyPLWr3MZH0vKhJL5rsR5199NqHN99MQzMV2W/iPX5PC3/9VUMX/P6gOOoq3Wedl+eVIyz/+MqvA+1fY9p0z5tzp9Nz1l1TPM4mPQ9ok6btn3PrLucNsfKJNu/SJ87uvg8EefC/tA9jyYAAABgXXm4ozpMRz5++KigP+5mfXPIa/lY2Pbl+hNDgzygGQAAAAAAVkfdoP/bEa/flc3jkCYFAAAAAIDZqRP0xx3b4x4C3B+7+aAmBQAAAACA2al7R/84/aD/IU0KAAAAAACz00XQvzH1Hub4i+YEAAAAAIDZ6iLo31tO/7LmBAAAAACA2eoi6D+Xeg/r3aA5AQAAAABgtiYN+nen3vj8OzQlAAAAAADM3iRBf9T/rij7NSMAAAAAAKyOSYL+M0V5URMCAAAAAMDqaRv0Hy3KMc0HAAAAAACrq03Q/0JR3td0AAAAAACw+poG/QeKcnHE6zGPI5oVAAAAAABmY19aCvo3j6n7eFG+LsodRdk6oOxJvYsAezUrAAAAAADMxum0FPQ/M6LeA0W5mtUdVn7TpAAAAAAAMH1vFOVaWhnU/1KUVyp1txfl9zQ+5L9VzhcAAAAAAAAAAAAAAAAAAAAAAAAAAAAAAAAAAAAAAAAAAAAAAAAAAAAAAAAAAAAAAAAAAAAAAAAAAAAAAAAAAAAAAAAAAAAAAAAAAAAAAAAAAAAAAAAAAAAAAAAAAAAAAAAAAAAAAAAAAAAAAAAAAAAAAAAAAAAAAAAAAAAAAAAAAAAAAAAAAAAAAAAAAAAAAAAAAAAAAAAAAAAAAAAAAAAAAAAAAAAAAAAAAAAAAAAAAAAAAAAAAACYqt1FOVuUa0W5UZQrRTlRlLtazOvNolzXpAAAAAAAMBv7inKzKLcGlAj8dzaY1yPldIJ+AAAAAACYge2pdxf/W0XZVZStqRfWn0vgFEBHAAAM50lEQVRLYf93NecV0/6SBP0AAAAAADAzx1NvqJ1B3k9LYf/DNeZ1pihHk6AfAAAAAABm5tuibBryWozP3w/6D42Zz1NFuZR6d/UL+gEAAACAhbO9g3ncnnrDp1xYhfWf9rLvLsqrC7pvJ22bCNH3F+X5orxSlKeLctucbNuWohweU+ev1AvuD46oc2dRfkq9CwPzHPTfO8V5v1Zu899FOV+UzU6LAAAAAPPtVBr80Mq25V+adGFFqHmyLG1F6HssLQWqF2e4/l0se2PqPbB1XD9/bMH2bRdtcyT1gt+fy/NGDIXzW+oFwkcXpB362//QiDqfpKULAU2C/mHn0rhosK3G9Jtq9Lv8QsY7Rfmg5rybuH3Acp9xegQAAACYf3G35oGi/JlWBjxfpN5Y1XmJB1tGwPRxWhmKntCcCynuDv6xKG9M0IdeHdCHLs6o/3a17JfS+LD1+wU7tidtmwigPy2n+yQtHxongvDPs9c2zHFbxEWcm6n3gN1hXizPb/n21Q36Y9vj1x4nB/SZjxvsryey9o4SFyf+WZT7BrRv7NufUrd39wv6AQAAABbce2llwPNEjemeyuq/pxkXTtzdHBdsJrlIE3eLP5J6QWQedM4i6O9y2XGxI0LdayPKwQXat120zblymrhYMOju8dvT0oWEt+e4LfaW6/jykNcjSI/QPB+KqO3QPacHnEuPNJg+Lkr8Xk737xr7OI7fHR33mxup9wuOuKhr6B4AAACABRLDQlTDqb01p71Q1n9fMy6UXakX0l7qcJ75hZ+LM96eSZa9L40f1mWRtWmb/dk0r4+o93pW74E53f64YBEP6x30q4P421dFebzy97ZB/9Y0+NcgexvM44Nymp016n5YlMtFucMpDQAAAIBnU/tg6lBZ/4xmXBhx5/KvRbmaeg8g7cqBtHpB/yTL/rIsa1Wbtvk+m2bXiHq7snqfzOG27069IXCG3fUezxg4PuDvbYP+YePtx0W1u2vO4/1ymo016sYvLeKu/ksJAAAAgHVvkqA/wqgIxQzxsDj6w4v8u+P5LmLQ/2A5zb4O12V/uQ6THBPny+NyNdrmoaz+1Rr1/8jq3zOkTtwxf7llOdtyuyN0/67cH8O28/s0OFCfNOj/LK18PsI3NftEf6iluv5V1n/FqQ0AAABgfZsk6Gex7ElLAWbXF2cWMeg/X04TgXIMgxLjuO+aYD3uT70Hv/bvcG/Txh9l2/LgKrTNsaz+Rw3Xd9g4+E+m8Q87Hlba9qX4ldGLI16PIXL+TMMvMNzK+kbdCw79oP9EWno2QF5O15jHidQs6I+LEjGuflyUud0pDgAAAGD9ahP0ny3rPan5Fspn5X77YArzXrSg/940PFyOh7O+mtoF9cfT8uFs6s4jxovPQ/Pjq9Q2H2f1T9Wofyqr/+Gc9PMYkufYmDofpO4vOORBf3hxwHxeGDOPpkF/6D8r5fUO2m5buY6XnN8BAAAAFkuboP+rJOhfNPdl+/e5Kcx/0YL+d9P4cPfn1O4O/3dSs7C/GvK/s4ptczWr/1KN+i9k9X+bg34e6zPpw8EnHbrnRPa3k5U+FXff7xkxjzZB/8tp6VkAG1ts7+byfSD66s1sXZ9NAAAAACyMpkH/3Vk9Qf/i+E+23x6dwvwXLejvP1/ikaI8nXp3pl9Jgx+kurvFOtUN+2M9LqTphPxN22ZDZdsP1Zj/oaz+zVXu4wfGbGME8UdqzKfLoD98VmnXGArojiHzaBP050MjPd1w2rjoEBe0PhrQ9wX9AAAAAAukSdAfged/0/wH/ZOMCT6sXFvw/fxpti2bpjD/RRyjvyqC7sNp+RjtUX5NvSFNmhoX9ldD/hOr3DZbKtv9VI35P1WZZrUezB0P/P069QL0rQPKnnL76zx/pOugP/rOT5V2ujRkHm2C/m3ZfM81nHZL9u+Pk6AfAAAAYGENCvr/Tr1gOy83BtQT9C+O66ldeFnXWgj6+7aV88n3f9sx84eF/Rsryzg5B22ztbLNBxrO/1Y5j1l7IC0fcmhYqTu0UNdBf4hnQvxZWZ+3B9RrE/SHm2ny4ZPeT4J+AAAAgIU1KOjfl1beEbsj9YaF+C7Nf9AfgdvtUyiLKg9w/5zSMtZS0N+XB/FxoWdDy/lUw/6taTYhf9O2WcSgf3tRfk/1Lta90fB46TLoD/Grg5uVdaoOtdM26P8rTf6LnVNJ0A8AAACwsNqM0d8Pq4zRP1oEhl1eaGgb4D2W7dvfp7StazHojzv7r2Xz3jPBvPKw/4/s3+/NUdtsTpMH/ZvX8fE+LugPz6WVvxTamb3eNujP+9QDLddf0A8AAACwwJoG/eHLJOivY9ADLicpB1uuRz6U0TdT2ta1GPSHPKDfP+G8TlT25+k5bJubDfvbwTQ/D+NdbXWC/nC80g9i/P6tlT7SVB70/6Pl+gv6AQAAABZYm6D/bBL01zEvQf8T2Tx+mdK2rtWgP3/Y7IEJ5lMdkz/KZ2n6d8A3bZufs/rP16j/fFr+0OL1rG7Qnwb0hQvl39sG/fnwRU+0XH9BPwAAAMACaxP0s1gezPbtlSktY60G/XvT8mdXtFEN+fPnXEw77G/aNh+mZsMKvZvV/3CdH2dNgv64g//7ynn3P6mbO/ofb7n+gn4AAACABbYWg34P413ZHvmY4NOwVoP+x7N5391i+gj5P87mcar8ez6MzzTD/qZt83JW/3yN+uez+i+v83Npk6A/lf3pSuXc+01qF/RfzeZxW8v1F/QDAAAALLC1GPQ/mbodMmeaAfms9If2mNY46mt96J7LLaaNkP9CGn6HfD7+/7TC/qZtc19Wv842X87q37vOz6VNg/7wSFGuDzjfNHWjnO76BOsv6AcAAABYYM8lQf96CPo/yLblzinMf60G/afL+R5rON2GNDrk78vD/k9S92F/m7b5Mptmx4h6O7J6XziV/t++axr0h0EXW5vIf7Hz6QTrL+gHAAAAWGAvpZUh0xNTWtbO1AtAmb08TNw3hfnnD61tGrZHUBnju98o/7txBsveWKMvRpAdv4D4LfXGVK8r5ps/iHncWPfTDPvbtE1+ceDIiHpHs3oezL30a4gzLaZ9I7UP+h/Opnt1gvV/v7IOz0/5uAUAAACgQ2fTyqD/cMfLiPHt30690HRTjfq7y/WKu+gjRIpxrOMu2bvsrta2pKXhPY5MYf7Hsv7zU8NpD6VmAeOky+7fuRztESH7oBA//hbjpcfY5w82WJdqyH+y5nTVsH/jKu+XT8tpYsinQWO+b0tLD4D9xOG1rB9/1XL6vN808UzqZvikDyvH4btTPm4BAAAA6EDcNRwBUYTp1aD/59QbvmfThMuI0POVovyZzXvcPONu85tp8PA5EfjvtOtaO1m246UO53lHUV4Y0I+Op/q/4HimMu2LU172D5X6PxZlT/b6/UX5uii/pN5FpybahPx9b6fuwv5J90sE+f0Hw15My39lEP/uXwj4Ni32g6q7sqPSr15JzX+9tKXsd02D/v6wXG2H7Ylz8v608lkBv1aOi66OWwAAAAA6EkNL1B2b/sQEy4k7PGM8+BdTvaB/e+oFk28VZVfq3VUdD6s8l03/nd3X2j2pdxElShe/jrhYsw89OmY+0SfOp94d9hGUb57ysh9PveF4qnXj7vUr5Wvxq4ctDdvj/rQUrJ9s2abH09IzIXav8n7ZUq5P7Je46HGqLL+WfeidFm201sS57fsh7ftXaj6Mz/ayH9a1MetzD7RY/2dr9JPrafCvXtoctwAAAAAssPzhuKOC/ggV3xzyWj5+9MOatLX+WOBvrPN2iLutI/CPoDOGqoqLUgdTL6yfxMMj+nBdMdzOo3PUVnF3/4GyjaI8Vf6N1dd/xsp7mgIAAACAaasb9H874vW7snkc0qStRfvGECNxl+69mgMWVlxsibv/49kLWzUHAAAAANNWJ+iPIUDGPQT4r3IeBzXpRO5LvecmfKEpYGFdSL2hplywAwAAAGAm6t7RP04/6H9Ik04shpiJsb1PaApYODH0VoT8uzUFAAAAALPSRdAfD52MB4D+ojk7ExdMIiw8pilgYcSDomP4LXfyAwAAADBTXQT9e8vpX9acnbqzKBdT70HIwHx7J/UevLtFUwAAAAAwa10E/edS72G9GzTnVOzQBDD37tYEAAAAAKyWSYP+GIc6xucXRgMAAAAAwCqYJOiP+t8VZb9mBAAAAACA1TFJ0H+mKC9qQgAAAAAAWD1tg/6jRTmm+QAAAAAAYHW1CfpfKMr7mg4AAAAAAFZf06D/QFEujng95nFEswIAAAAAwGzsS0tB/+YxdR8vytdFuaMoWweUPal3EWCvZgUAAAAAgNk4nZaC/mdG1HugKFezusPKb5oUAAAAAACm742iXEsrg/pfivJKpe72ovyexof8t8r5AgAAAADAuvP/AGT9/GNKS4kbAAAJcHRFWHRNYXRoTUwAPG1hdGggeG1sbnM9Imh0dHA6Ly93d3cudzMub3JnLzE5OTgvTWF0aC9NYXRoTUwiPjxtc3R5bGUgbWF0aHNpemU9IjE2cHgiPjxtc3ViPjxtaT5GPC9taT48bW4+MTI8L21uPjwvbXN1Yj48bW8+PTwvbW8+PG1mcmFjPjxtbj4xPC9tbj48bXJvdz48bW4+NDwvbW4+PG1pPiYjeDNDMDs8L21pPjxtc3ViPjxtaT4mI3gzQjU7PC9taT48bW4+MDwvbW4+PC9tc3ViPjwvbXJvdz48L21mcmFjPjxtZnJhYz48bXJvdz48bW8+fDwvbW8+PG1zdWI+PG1pPnE8L21pPjxtbj4xPC9tbj48L21zdWI+PG1vPnw8L21vPjxtbz58PC9tbz48bXN1Yj48bWk+cTwvbWk+PG1uPjI8L21uPjwvbXN1Yj48bW8+fDwvbW8+PC9tcm93Pjxtc3VwPjxtaT5SPC9taT48bW4+MjwvbW4+PC9tc3VwPjwvbWZyYWM+PG1vPj08L21vPjxtc3BhY2UgbGluZWJyZWFrPSJuZXdsaW5lIi8+PG1vPj08L21vPjxtbz4oPC9tbz48bW4+ODwvbW4+PG1vPi48L21vPjxtbj45OTwvbW4+PG1vPiYjeEQ3OzwvbW8+PG1zdXA+PG1uPjEwPC9tbj48bW4+OTwvbW4+PC9tc3VwPjxtbz4mI3gyMDBBOzwvbW8+PG10ZXh0Pk48L210ZXh0Pjxtbz4mI3hCNzs8L21vPjxtc3VwPjxtdGV4dD5tPC9tdGV4dD48bW4+MjwvbW4+PC9tc3VwPjxtbz4vPC9tbz48bXN1cD48bXRleHQ+QzwvbXRleHQ+PG1uPjI8L21uPjwvbXN1cD48bW8+KTwvbW8+PG1vPiYjeEQ3OzwvbW8+PG1mcmFjPjxtcm93Pjxtbz4oPC9tbz48bW4+MTwvbW4+PG1vPi48L21vPjxtbj42MDwvbW4+PG1vPiYjeEQ3OzwvbW8+PG1zdXA+PG1uPjEwPC9tbj48bXJvdz48bW8+LTwvbW8+PG1uPjE5PC9tbj48L21yb3c+PC9tc3VwPjxtbz4mI3gyMDBBOzwvbW8+PG10ZXh0PkM8L210ZXh0Pjxtbz4pPC9tbz48bW8+KDwvbW8+PG1uPjM8L21uPjxtbz4uPC9tbz48bW4+MjA8L21uPjxtbz4mI3hENzs8L21vPjxtc3VwPjxtbj4xMDwvbW4+PG1yb3c+PG1vPi08L21vPjxtbj4xOTwvbW4+PC9tcm93PjwvbXN1cD48bW8+JiN4MjAwQTs8L21vPjxtdGV4dD5DPC9tdGV4dD48bW8+KTwvbW8+PC9tcm93Pjxtcm93Pjxtbz4oPC9tbz48bW4+MDwvbW4+PG1vPi48L21vPjxtbj4wMjAwPC9tbj48bW8+JiN4MjAwQTs8L21vPjxtdGV4dD5tPC9tdGV4dD48bXN1cD48bW8+KTwvbW8+PG1uPjI8L21uPjwvbXN1cD48L21yb3c+PC9tZnJhYz48bW8+PTwvbW8+PG1uPjE8L21uPjxtbz4uPC9tbz48bW4+MTU8L21uPjxtbz4mI3hENzs8L21vPjxtc3VwPjxtbj4xMDwvbW4+PG1yb3c+PG1vPi08L21vPjxtbj4yNDwvbW4+PC9tcm93PjwvbXN1cD48bW8+JiN4MjAwQTs8L21vPjxtdGV4dD5OPC9tdGV4dD48bW8+LjwvbW8+PG1zcGFjZSBsaW5lYnJlYWs9Im5ld2xpbmUiLz48bXNwYWNlIGxpbmVicmVhaz0ibmV3bGluZSIvPjxtdGV4dD5UaHVzLCBmb3JjZSYjeEEwOzwvbXRleHQ+PG1zdWI+PG1pIG1hdGh2YXJpYW50PSJib2xkIj5GPC9taT48bW4+MTI8L21uPjwvbXN1Yj48bXRleHQ+JiN4QTA7aGFzIHRoZSBmb2xsb3dpbmcgbWFnbml0dWRlIGFuZCBkaXJlY3Rpb24gKHJlbGF0aXZlIHRvIHRoZSBwb3NpdGl2ZSBkaXJlY3Rpb24gb2YgdGhlJiN4QTA7PC9tdGV4dD48bWk+eDwvbWk+PG10ZXh0PiYjeEEwO2F4aXMpOjwvbXRleHQ+PG1zcGFjZSBsaW5lYnJlYWs9Im5ld2xpbmUiLz48bW4+MTwvbW4+PG1vPi48L21vPjxtbj4xNTwvbW4+PG1vPiYjeEQ3OzwvbW8+PG1zdXA+PG1uPjEwPC9tbj48bXJvdz48bW8+LTwvbW8+PG1uPjI0PC9tbj48L21yb3c+PC9tc3VwPjxtbz4mI3gyMDBBOzwvbW8+PG10ZXh0Pk48L210ZXh0Pjxtbz4mI3hBMDsmI3hBMDs8L21vPjxtdGV4dD5hbmQ8L210ZXh0Pjxtbz4mI3hBMDsmI3hBMDs8L21vPjxtbj4xODA8L21uPjxtbz4mI3hCMDs8L21vPjxtbz4uPC9tbz48bW8+JiN4QTA7JiN4QTA7PC9tbz48bXNwYWNlIGxpbmVicmVhaz0ibmV3bGluZSIvPjxtc3BhY2UgbGluZWJyZWFrPSJuZXdsaW5lIi8+PG10ZXh0PldlIGNhbiBhbHNvIHdyaXRlJiN4QTA7PC9tdGV4dD48bXN1Yj48bWkgbWF0aHZhcmlhbnQ9ImJvbGQiPkY8L21pPjxtbj4xMjwvbW4+PC9tc3ViPjxtdGV4dD4mI3hBMDtpbiB1bml0LXZlY3RvciBub3RhdGlvbiBhczo8L210ZXh0Pjxtc3BhY2UgbGluZWJyZWFrPSJuZXdsaW5lIi8+PG1zdWI+PG1pIG1hdGh2YXJpYW50PSJib2xkIj5GPC9taT48bW4+MTI8L21uPjwvbXN1Yj48bW8+PTwvbW8+PG1vPi08L21vPjxtbz4oPC9tbz48bW4+MTwvbW4+PG1vPi48L21vPjxtbj4xNTwvbW4+PG1vPiYjeEQ3OzwvbW8+PG1zdXA+PG1uPjEwPC9tbj48bXJvdz48bW8+LTwvbW8+PG1uPjI0PC9tbj48L21yb3c+PC9tc3VwPjxtbz4mI3gyMDBBOzwvbW8+PG10ZXh0Pk48L210ZXh0Pjxtbz4pPC9tbz48bWkgbWF0aHZhcmlhbnQ9ImJvbGQiPmk8L21pPjxtbz4uPC9tbz48bW8+JiN4QTA7PC9tbz48L21zdHlsZT48L21hdGg+GWoKyAAAAABJRU5ErkJggg==\&quot;,\&quot;slideId\&quot;:284,\&quot;accessibleText\&quot;:\&quot;F subscript 12 equals fraction numerator 1 over denominator 4 pi epsilon subscript 0 end fraction fraction numerator vertical line q subscript 1 vertical line vertical line q subscript 2 vertical line over denominator R squared end fraction equals\\nequals left parenthesis 8.99 cross times 10 to the power of 9   text N end text times text m end text squared divided by text C end text squared right parenthesis cross times fraction numerator left parenthesis 1.60 cross times 10 to the power of negative 19 end exponent   text C end text right parenthesis left parenthesis 3.20 cross times 10 to the power of negative 19 end exponent   text C end text right parenthesis over denominator left parenthesis 0.0200   text m end text right parenthesis squared end fraction equals 1.15 cross times 10 to the power of negative 24 end exponent   text N end text.\\n\\ntext Thus, force  end text bold F subscript 12 text  has the following magnitude and direction (relative to the positive direction of the  end text x text  axis): end text\\n1.15 cross times 10 to the power of negative 24 end exponent   text N end text    text and end text    180 degree.   \\n\\ntext We can also write  end text bold F subscript 12 text  in unit-vector notation as: end text\\nbold F subscript 12 equals negative left parenthesis 1.15 cross times 10 to the power of negative 24 end exponent   text N end text right parenthesis bold i. space\&quot;,\&quot;imageHeight\&quot;:269.584},{\&quot;mathml\&quot;:\&quot;&lt;math style=\\\&quot;font-family:stix;font-size:16px;\\\&quot; xmlns=\\\&quot;http://www.w3.org/1998/Math/MathML\\\&quot;&gt;&lt;mstyle mathsize=\\\&quot;16px\\\&quot;&gt;&lt;msub&gt;&lt;mi mathcolor=\\\&quot;#00007F\\\&quot;&gt;F&lt;/mi&gt;&lt;mn mathcolor=\\\&quot;#00007F\\\&quot;&gt;12&lt;/mn&gt;&lt;/msub&gt;&lt;mo mathcolor=\\\&quot;#00007F\\\&quot;&gt;=&lt;/mo&gt;&lt;mfrac mathcolor=\\\&quot;#00007F\\\&quot;&gt;&lt;mn&gt;1&lt;/mn&gt;&lt;mrow&gt;&lt;mn&gt;4&lt;/mn&gt;&lt;mi&gt;&amp;#x3C0;&lt;/mi&gt;&lt;msub&gt;&lt;mi&gt;&amp;#x3B5;&lt;/mi&gt;&lt;mn&gt;0&lt;/mn&gt;&lt;/msub&gt;&lt;/mrow&gt;&lt;/mfrac&gt;&lt;mfrac mathcolor=\\\&quot;#00007F\\\&quot;&gt;&lt;mrow&gt;&lt;mfenced open=\\\&quot;|\\\&quot; close=\\\&quot;|\\\&quot;&gt;&lt;msub&gt;&lt;mi&gt;q&lt;/mi&gt;&lt;mn&gt;1&lt;/mn&gt;&lt;/msub&gt;&lt;/mfenced&gt;&lt;mfenced open=\\\&quot;|\\\&quot; close=\\\&quot;|\\\&quot;&gt;&lt;msub&gt;&lt;mi&gt;q&lt;/mi&gt;&lt;mn&gt;2&lt;/mn&gt;&lt;/msub&gt;&lt;/mfenced&gt;&lt;/mrow&gt;&lt;msup&gt;&lt;mi&gt;R&lt;/mi&gt;&lt;mn&gt;2&lt;/mn&gt;&lt;/msup&gt;&lt;/mfrac&gt;&lt;mo mathcolor=\\\&quot;#00007F\\\&quot;&gt;=&lt;/mo&gt;&lt;mspace linebreak=\\\&quot;newline\\\&quot;/&gt;&lt;mo mathcolor=\\\&quot;#00007F\\\&quot;&gt;=&lt;/mo&gt;&lt;mo mathcolor=\\\&quot;#00007F\\\&quot;&gt;(&lt;/mo&gt;&lt;mn mathcolor=\\\&quot;#00007F\\\&quot;&gt;8&lt;/mn&gt;&lt;mo mathcolor=\\\&quot;#00007F\\\&quot;&gt;.&lt;/mo&gt;&lt;mn mathcolor=\\\&quot;#00007F\\\&quot;&gt;99&lt;/mn&gt;&lt;mo mathcolor=\\\&quot;#00007F\\\&quot;&gt;&amp;#xD7;&lt;/mo&gt;&lt;msup&gt;&lt;mn mathcolor=\\\&quot;#00007F\\\&quot;&gt;10&lt;/mn&gt;&lt;mn mathcolor=\\\&quot;#00007F\\\&quot;&gt;9&lt;/mn&gt;&lt;/msup&gt;&lt;mo mathcolor=\\\&quot;#00007F\\\&quot;&gt;&amp;#x200A;&lt;/mo&gt;&lt;mtext mathcolor=\\\&quot;#00007F\\\&quot;&gt;N&lt;/mtext&gt;&lt;mo mathcolor=\\\&quot;#00007F\\\&quot;&gt;&amp;#xB7;&lt;/mo&gt;&lt;msup&gt;&lt;mtext mathcolor=\\\&quot;#00007F\\\&quot;&gt;m&lt;/mtext&gt;&lt;mn mathcolor=\\\&quot;#00007F\\\&quot;&gt;2&lt;/mn&gt;&lt;/msup&gt;&lt;mo mathcolor=\\\&quot;#00007F\\\&quot;&gt;/&lt;/mo&gt;&lt;msup&gt;&lt;mtext mathcolor=\\\&quot;#00007F\\\&quot;&gt;C&lt;/mtext&gt;&lt;mn mathcolor=\\\&quot;#00007F\\\&quot;&gt;2&lt;/mn&gt;&lt;/msup&gt;&lt;mo mathcolor=\\\&quot;#00007F\\\&quot;&gt;)&lt;/mo&gt;&lt;mo mathcolor=\\\&quot;#00007F\\\&quot;&gt;&amp;#xD7;&lt;/mo&gt;&lt;mfrac mathcolor=\\\&quot;#00007F\\\&quot;&gt;&lt;mrow&gt;&lt;mo&gt;(&lt;/mo&gt;&lt;mn&gt;1&lt;/mn&gt;&lt;mo&gt;.&lt;/mo&gt;&lt;mn&gt;60&lt;/mn&gt;&lt;mo&gt;&amp;#xD7;&lt;/mo&gt;&lt;msup&gt;&lt;mn&gt;10&lt;/mn&gt;&lt;mrow&gt;&lt;mo&gt;-&lt;/mo&gt;&lt;mn&gt;19&lt;/mn&gt;&lt;/mrow&gt;&lt;/msup&gt;&lt;mo&gt;&amp;#x200A;&lt;/mo&gt;&lt;mtext&gt;C&lt;/mtext&gt;&lt;mo&gt;)&lt;/mo&gt;&lt;mo&gt;(&lt;/mo&gt;&lt;mn&gt;3&lt;/mn&gt;&lt;mo&gt;.&lt;/mo&gt;&lt;mn&gt;20&lt;/mn&gt;&lt;mo&gt;&amp;#xD7;&lt;/mo&gt;&lt;msup&gt;&lt;mn&gt;10&lt;/mn&gt;&lt;mrow&gt;&lt;mo&gt;-&lt;/mo&gt;&lt;mn&gt;19&lt;/mn&gt;&lt;/mrow&gt;&lt;/msup&gt;&lt;mo&gt;&amp;#x200A;&lt;/mo&gt;&lt;mtext&gt;C&lt;/mtext&gt;&lt;mo&gt;)&lt;/mo&gt;&lt;/mrow&gt;&lt;mrow&gt;&lt;mo&gt;(&lt;/mo&gt;&lt;mn&gt;0&lt;/mn&gt;&lt;mo&gt;.&lt;/mo&gt;&lt;mn&gt;0200&lt;/mn&gt;&lt;mo&gt;&amp;#x200A;&lt;/mo&gt;&lt;mtext&gt;m&lt;/mtext&gt;&lt;msup&gt;&lt;mo&gt;)&lt;/mo&gt;&lt;mn&gt;2&lt;/mn&gt;&lt;/msup&gt;&lt;/mrow&gt;&lt;/mfrac&gt;&lt;mo mathcolor=\\\&quot;#00007F\\\&quot;&gt;=&lt;/mo&gt;&lt;mn mathcolor=\\\&quot;#00007F\\\&quot;&gt;1&lt;/mn&gt;&lt;mo mathcolor=\\\&quot;#00007F\\\&quot;&gt;.&lt;/mo&gt;&lt;mn mathcolor=\\\&quot;#00007F\\\&quot;&gt;15&lt;/mn&gt;&lt;mo mathcolor=\\\&quot;#00007F\\\&quot;&gt;&amp;#xD7;&lt;/mo&gt;&lt;msup&gt;&lt;mn mathcolor=\\\&quot;#00007F\\\&quot;&gt;10&lt;/mn&gt;&lt;mrow mathcolor=\\\&quot;#00007F\\\&quot;&gt;&lt;mo&gt;-&lt;/mo&gt;&lt;mn&gt;24&lt;/mn&gt;&lt;/mrow&gt;&lt;/msup&gt;&lt;mo mathcolor=\\\&quot;#00007F\\\&quot;&gt;&amp;#x200A;&lt;/mo&gt;&lt;mtext mathcolor=\\\&quot;#00007F\\\&quot;&gt;N&lt;/mtext&gt;&lt;mo mathcolor=\\\&quot;#00007F\\\&quot;&gt;.&lt;/mo&gt;&lt;mspace linebreak=\\\&quot;newline\\\&quot;/&gt;&lt;mspace linebreak=\\\&quot;newline\\\&quot;/&gt;&lt;mtext mathcolor=\\\&quot;#00007F\\\&quot;&gt;Thus, force&amp;#xA0;&lt;/mtext&gt;&lt;msub&gt;&lt;mi mathvariant=\\\&quot;bold\\\&quot; mathcolor=\\\&quot;#00007F\\\&quot;&gt;F&lt;/mi&gt;&lt;mn mathcolor=\\\&quot;#00007F\\\&quot;&gt;12&lt;/mn&gt;&lt;/msub&gt;&lt;mtext mathcolor=\\\&quot;#00007F\\\&quot;&gt;&amp;#xA0;has the following magnitude and direction (relative to the positive direction of the&amp;#xA0;&lt;/mtext&gt;&lt;mi mathcolor=\\\&quot;#00007F\\\&quot;&gt;x&lt;/mi&gt;&lt;mtext mathcolor=\\\&quot;#00007F\\\&quot;&gt;&amp;#xA0;axis):&lt;/mtext&gt;&lt;mspace linebreak=\\\&quot;newline\\\&quot;/&gt;&lt;mn mathcolor=\\\&quot;#00007F\\\&quot;&gt;1&lt;/mn&gt;&lt;mo mathcolor=\\\&quot;#00007F\\\&quot;&gt;.&lt;/mo&gt;&lt;mn mathcolor=\\\&quot;#00007F\\\&quot;&gt;15&lt;/mn&gt;&lt;mo mathcolor=\\\&quot;#00007F\\\&quot;&gt;&amp;#xD7;&lt;/mo&gt;&lt;msup&gt;&lt;mn mathcolor=\\\&quot;#00007F\\\&quot;&gt;10&lt;/mn&gt;&lt;mrow mathcolor=\\\&quot;#00007F\\\&quot;&gt;&lt;mo&gt;-&lt;/mo&gt;&lt;mn&gt;24&lt;/mn&gt;&lt;/mrow&gt;&lt;/msup&gt;&lt;mo mathcolor=\\\&quot;#00007F\\\&quot;&gt;&amp;#x200A;&lt;/mo&gt;&lt;mtext mathcolor=\\\&quot;#00007F\\\&quot;&gt;N&lt;/mtext&gt;&lt;mo mathcolor=\\\&quot;#00007F\\\&quot;&gt;&amp;#xA0;&amp;#xA0;&lt;/mo&gt;&lt;mtext mathcolor=\\\&quot;#00007F\\\&quot;&gt;and&lt;/mtext&gt;&lt;mo mathcolor=\\\&quot;#00007F\\\&quot;&gt;&amp;#xA0;&amp;#xA0;&lt;/mo&gt;&lt;mn mathcolor=\\\&quot;#00007F\\\&quot;&gt;180&lt;/mn&gt;&lt;mo mathcolor=\\\&quot;#00007F\\\&quot;&gt;&amp;#xB0;&lt;/mo&gt;&lt;mspace linebreak=\\\&quot;newline\\\&quot;/&gt;&lt;mspace linebreak=\\\&quot;newline\\\&quot;/&gt;&lt;mtext mathcolor=\\\&quot;#00007F\\\&quot;&gt;We can also write&amp;#xA0;&lt;/mtext&gt;&lt;msub&gt;&lt;mi mathvariant=\\\&quot;bold\\\&quot; mathcolor=\\\&quot;#00007F\\\&quot;&gt;F&lt;/mi&gt;&lt;mn mathcolor=\\\&quot;#00007F\\\&quot;&gt;12&lt;/mn&gt;&lt;/msub&gt;&lt;mtext mathcolor=\\\&quot;#00007F\\\&quot;&gt;&amp;#xA0;in unit-vector notation as:&lt;/mtext&gt;&lt;mspace linebreak=\\\&quot;newline\\\&quot;/&gt;&lt;msub&gt;&lt;mi mathvariant=\\\&quot;bold\\\&quot; mathcolor=\\\&quot;#00007F\\\&quot;&gt;F&lt;/mi&gt;&lt;mn mathcolor=\\\&quot;#00007F\\\&quot;&gt;12&lt;/mn&gt;&lt;/msub&gt;&lt;mo mathcolor=\\\&quot;#00007F\\\&quot;&gt;=&lt;/mo&gt;&lt;mo mathcolor=\\\&quot;#00007F\\\&quot;&gt;-&lt;/mo&gt;&lt;mo mathcolor=\\\&quot;#00007F\\\&quot;&gt;(&lt;/mo&gt;&lt;mn mathcolor=\\\&quot;#00007F\\\&quot;&gt;1&lt;/mn&gt;&lt;mo mathcolor=\\\&quot;#00007F\\\&quot;&gt;.&lt;/mo&gt;&lt;mn mathcolor=\\\&quot;#00007F\\\&quot;&gt;15&lt;/mn&gt;&lt;mo mathcolor=\\\&quot;#00007F\\\&quot;&gt;&amp;#xD7;&lt;/mo&gt;&lt;msup&gt;&lt;mn mathcolor=\\\&quot;#00007F\\\&quot;&gt;10&lt;/mn&gt;&lt;mrow mathcolor=\\\&quot;#00007F\\\&quot;&gt;&lt;mo&gt;-&lt;/mo&gt;&lt;mn&gt;24&lt;/mn&gt;&lt;/mrow&gt;&lt;/msup&gt;&lt;mo mathcolor=\\\&quot;#00007F\\\&quot;&gt;&amp;#x200A;&lt;/mo&gt;&lt;mtext mathcolor=\\\&quot;#00007F\\\&quot;&gt;N&lt;/mtext&gt;&lt;mo mathcolor=\\\&quot;#00007F\\\&quot;&gt;)&lt;/mo&gt;&lt;mi mathvariant=\\\&quot;bold\\\&quot; mathcolor=\\\&quot;#00007F\\\&quot;&gt;i&lt;/mi&gt;&lt;/mstyle&gt;&lt;/math&gt;\&quot;,\&quot;base64Image\&quot;:\&quot;iVBORw0KGgoAAAANSUhEUgAABfoAAAI6CAYAAAB/zPniAAAACXBIWXMAAA7EAAAOxAGVKw4bAAAABGJhU0UAAAEfVDeuKgAAgABJREFUeNrs3Q/EJVX/APBrrayseL1eySuRrCSJV5LkFStJkkiSJJEkSaLf7nqee1ciyUrWkpUkWZIkSSRJ8ookSRJZSdaKZGWttexvzszc+5x7n/tn5t4z989zPx/G1nPn75kzZ85858w5rRasvfbFrWkd9n/djhcAAAAAgB1OoN/5AgAAAABghQn0O18AAAAAAKwwgX7nCwAAAACAFSbQ73wBAAAAALDCBPqdLwAAAAAAVphAv/MFAAAAAMAKE+h3vgAAAAAAWGEC/c4XAAAAAAArTKDf+QIAAAAAYIXNEjje+G+23DvZ9Ec2nc+mb7O//afVOvTvVmvz4WI6dNVy7f+6HS8AAAAAADvcNIHjQ1dm839WLNP5uNXauKn4ewh6t79utTaf31pn59rl2v91O14AAAAAAHa4uoHjjdtarc6fZVD7ue2/bz6W/f2vcp0nl2//1+14AQAAAADY4eoEjjdvz+Y7Vwa9Hx8+T+e+qHX70eXa/3U8XgAAAAAAdriqgeP2NVHL9WNj5ns6CnzfvTz7v67HCwAAAACwVg78s9Vqv5xNH6zPMVcJHHd2ZdN35Xy/ZP+9Z8z6PijnO5/Nt3s59n+djxcAAAAAYC10Lmu12oezf/8uW2Z/tD7HXinw/czWPJv3j5lvbxHwztPww+XZ/3U+XgAAAACAHS201N58fmuw1V4XLAL9W2m0O/vtdDnPzxPW9Wy0vieWY//X/XgBAAAAAHa00Ip/49aiq5bQD7tA/3abD0et2zdGrycPkP+6Ne+hK5dj/9f9eAEAAAAA1kbnPoH+ob+f2Po9vBQZZfNAtK4fl2f/1/14AQAAAADWRudegf6hv0et1sOXD0PnuSb77YdoXUeWZ//X/XgBAAAAANaGQP+I389P6NM+DEj7VTa9GKXf/uXZ/3U/XgAAAACAtSHQP+L3c1E/9FcNpNll2d+/aLU2H8z++8My7c6Obglf6TxcW2/55IH+OR9v6vMFAAAAALC2BPpH/P55NM+JLG0uzaY9rdbmo9n/nywGNO5cErWEPzHdfhz4Z9EFTudCsb5U+79sx9u+IZvezqYz5TpOZ+s72mod+nczxwsAAAAAsDYE+keky53988RTGJA22Hwg+tsjNdN9V7bcs9m/f0bpv8BAf5PH27m7eJExdP2ni68ZUh8vAAAAAMDaEOgfPU8e2P6xbIF+pmzpfmO0jhNb6zh4Rb3th5byBy/Pln1iOQL9TR1vmC9f18vZuq4r+vrfuDX7/3ei4/4+/fECAAAAAKwNgf4p021XGcAO6/h2hv24a3kC/U0cb+eVbHppxD69sbVPG7c0u/8AAAAAADuWQP+U6bY/WscLM+zHqgT6pzzeznejjyv0z9/rCujBZvcfAAAAAGDHEuifcvnXq7dGH7ueFQn0T3O8YUDfzccmzPN3Geh/oNn9BwAAAADYsQT6p1z+VJlmf824H6sS6E90vNvyXxno37ip2f0HAAAAANixBPrrLxuC0r3lT8y4HysQ6E95vH15b3c2XcjWebLZ/QcAAAAA2NEE+qdY9r1o+adn3I8VCPSnPN6+vLe/+joF+gEAAAAARhDorzb/xq1Z+hzNph/6l+38mf17ZHJf9CP3Y0kD/U0db98+vVMO1rsr/f4DAAAAAKwNgf6K6bQnm/aOn6bajyUN9Dd1vL39uaHsn39fM/sPAAAAALA2BPoXvB8rMhhv0jyXHWfn+2y6Z/XOFwAAAADA0hHoX/B+rGGgv/1WNj2xmucLAAAAAGDpdO4T6F/ofqxZoH+zne3D4dU9XwAAAAAASycEXXtB1J/X6LgF+ueu83i2/TdW+3wBAAAAACyNA/8qA69n+oOonVey6dps2rWzj1+gf75CF1HjvhgJx765sfznCwAAAABgKYSAaxw4HTVt3LZz02BZAsedu6NA/57m9n+Rx7t5e3Zs35Qvl/ZunzZuLvJkZ//yny8AAAAAAJbE0rTof3NrPzYfam7/F3W8nRuz6a8KL5Z+W43zBQAAAADAklh04Lj94vZuk/LpZDY9m37/F3G8B6/Itneq2tcjIT2W+XwBAAAAALBkVj1wvIqD8a7z+QIAAACAudh8pNVqv9Vqdb6v2AJ3xBT64YZlJ9DvfAEAAADAjtXZ1Wq1z0WBtfPZdEfx97759mR/vyb7977s3y/KeX+XfqwGgX7nCwAAAAB2tDy4XwbVOh9WWyZ8CdB5V9qxInlcoN/5AgAAAICdqnN1f1Ct82S15dpvZvM+J/1YDQL9zhcAAAAA7Fibjw0E+q+ttlz7jaKLH1gFAv3OFwAAAADsWO0TUVDtZPXlNm5ttTq7pR8AAAAAACxU+0wU6H9DegAAAAAAwMrYuHmg2557h88XWu57CQAAAAAAAEtm81AU5L+QTXuGzxcG3W0fll4AAAAAALBU2p9HLfq/GDHPHa1W52z27w3SCwAAAAAAlkbojie04u8F+n/M/v9oMbVfz6a3s//+rvztl9U5rvZd/d0RJZnOyC+wEygfAAAAANhRQn/8fcGqT7O/fVT8G1r39w3Se2R1jksgD1A+AAAAALAW8pb73f75z2bTru3ztJ8uft+4bYWO65JW68A/009VJQ8irukkrU2p88sylA8AAAAAkFTnpyhQ9t6IeS7LfjstreoQdBXoNy1voB8AAAAAdoxD/x4IlD0xfL6NW7LfjksvAAAAAABYKpuP9Qf6O9cOn2/j1mze26UXAAAAAAAslfaJKNB/UnoAAAAAAMBKaZ+JAv1v7KxjM9gmoHwAAAAAYEfbuHmg2577dtbxte9qYLDPM/INKB+UDwAAAAAsic1DUZD/QjZdtrOOTyAPUD4AAAAAsKO1P48CVF/Mb7thwN/OLukPAAAAAABTO3TlQEvU481vM/Rf3T5Sfj1wyeT52zdk09vlOALns+l0ttzRbN//7fwBAAAAALDG8oD7JwP983/Xah26qpnthdb77Wezf/+Mtjch0N+5u3ghMLR7jNPFVwEAAAAAALB22sfGBNBDAP6vVmvj1rTb3Hy01Tp4ebb+J6oF+g9eUbbifzmb77ps2lvsU/udaPnvnUsAAAAAAJirePDLcYH+zivZ9NKIdbyxtY6NW6QpAAAAAADMTeVA/3ejfw/983fXsfmgNAUAAAAAgLmpEujvXNpqbT42fj2dv8tA/wPSFAAAAAAA5qZqi/5JuoH+jZukKdS+Dm/IprfLcTDOl4NbHy2+lgEAAAAAGCtFoL+zuxxM+KT0hNrXz91jBuMOAf9rpREAAAAAMEaSQP/+ch1PS0+o4+AVZSv+l7Pr6Lps2ttqbdya/f870XX5vXQCAAAAAMZIEegPQcl8sN5d65FmoUuVPL3ulX+YMS+9kk0vjbiu3ti6NjdukVYAAAAAwAizBvpD3+J5//z71iO9el8vCPSTIj99N/q6C/3zd/Pa5oPSCgAAAAAYYZZAf5g/dCvSuWc90ip0q9L+VaCfRPnp0lZr87EJ85SDXG8+IL0AAAAAgBFmCfS338qmJ9YorV7vHyhVoH89dK4vu6f6acSAud3pXDbPX9n0Uau1eahokT/ztstA/8ZNzgMAAAAAMMK0gf7NdrbM4fVJp7zLnvPZdESgf52FL1j6XvY8l027y2vpmmx6sT/w335qhm1l6+1cyNZxUroDAAAAAGNME+jvPF4MFLouul32hFbaoasVgf41vl4+iAL5vw+fZ/Ph/pcBm49Ome+640E8Ld0BAAAAgDHqBvpDcDt0TTLy92wdmxs7LI2OZ9O3xX8L9K/59XI6CuK/NeY6iLv5+W3Kbb1TDta7S7oDAAAAAGN07o4C13vGz7t5ezbPN63WgX8VrdwHp42bi5cAoSXyTtG+o+yCZV+ZBgL9ayvkgb6W+mMGyG2/PdDFz2U1t3VD2T//PukOAAAAAEzQfjMKXD40er7OjcVAo2MHI52h9fIyCsHZcDybz2/9TaB/ja+Vp6Jzf6HV+r9/jJl3INA/bt5t+e6SYiyAzj3SHAAAAAAYIx809MyQQP3JbHq2f96DV2R/O1UhyH+xWO+OSaPwEuR//X+bJtAfXhhsHsiW+bJopZ0PsFohLTvXDlnXnrIP+NCtyw/ZdLYcJDicy/darY3/yNuN5Yf3o/Pz7YR5v4jO4981t/NWNj0hvQEAAAAAZpKPXXBue9cpdQP9G7cN9Otedfpj+7o6zxRfVeQvCo4VXSR1x1UIXb309us+5y+10E9+nh+6afzSmHmvHnhh80r17Wy2s2UOS28AAAAAgJmEblbav2//siGoE+jfuKlscX9xiulE/7pCC/7uC4BhrfZD0H8ndp+0LML4FH3B+xHjUIQvLsKXG/G5OPDPatvoPJ7N/4a0BgAAAACYWd51yv+G/1Y10J/37/9tEbztXFqu95eiNX4c+A3d8+Tr+mjM/jwdjaPw2IjtvSLQ32ieeCFK33NFC/9B4QVMGKy6N9+v1QfTDXlpXB4IX25sbjgPAAAAAAATde4u+9G/evjvVQP9ITDcuX7r/zduLZf7dPt8+d/H9MkeXhD0trln+Dz5OApvZNPr2XSN85ha++sogH+qCLqHsRJCd0oh3TvfDfzezv62t9q6w9cC4QXBgX8VywxOGzcXLwFGfUUAAAAAAEAp77InDDr81Oh5phmMN8gH9r1YBIb7/l4G8Q/9e/Sycfc/3a8DmJ/wdUbfAMpfl19r/D3Qnc9LxZgMtdZ9YzHuwsSunHylAQAAAAAwWd5lzxfj55km0B+C8+3z5TLXbv09tNTO1/XthP06HgV8399aR+gCKLTyDi8oaM7m/f1B94OXF38PX1HELwBCN0115F9hnKo4ZsOLzgMAAAAAwFide4q+10M/6yGAPmrKu2rp9pf/cP9vI9f9eLnMyf6/t18t/354wr5dkk0fjg4Cd35y/pqUd4nUTesfBn77JDoXX0krAAAAAICF6Ws1P+U0ct1flUHio1t/C4O5dltzh5b9o2zcVLwgyJf/q+gbvtsHf2jZH74qOHSV89do3vg1CvS/1v/b5kMD+WCf9AIAAAAAWIimAv2d66Ig8Z3R3/eXf/tz9D4durL4PV/+dwH9heSLfQNfT9wzcH53D/TVr4sdAAAAAIDlVreP/jBAaz7v30Ur/q7u4LztEwPz74nmibuMuU/aL0LnyegcXCi6URrU95LIoLkAAAAAAMutTqA/DJLba5H/5tbf8257zpTreGbr7+0bsvW3o/n+ira1S9ovQhj8uBfEHzFQ88ZtA63+90s3AAAAAIClVTXQ39nbP1BrCAZ3hQF/e4Hhz8rA/w1FX/xx9zyhBXnVQH/oK/7gFc5PSiHNO2ejwZfbo+ftjqOQT29JOwAAAACApVUl0N9+IZv+iOb7rv/30A3PsD7+O68MrOfbKMj8wJh9OpTNc6z+sbSfLbfxeTng7PvFmAIUNv7bf37ilzVDz3l33vPFix4AAAAAAJbQpED/xk1DAvh3Tp4ndAsTBnaNhS5guq36QxdAm49uzXPgX9n/P5L99r/+7n+qCOMAhC8J2qe3Avv5VwVvli3Y73Ceg/bhgeD9mK8q2tcMnPPHpR8AAAAAwFKaGOi/dSCA/8bw9eQtwM9l06liwN5hg7wGneuLrmDyrmHOlwPCni1eDIRA9KEr6x9Dvr6LxbH0bWtXsZ0wNsChf6/3ee6mRe88/lEhXb+K5v/RtQIAAAAAsLLaR4ogfufo8u3bxs3lS4qzw1uobx7Qz3z+xcPxgRb6FyYPshta8fctc9QgygAAAAAAJBa658kD0e8N/73brVAIbIfugdZNPn7C+eFjKOTp8neWRreMWPayIcv+0Wpt3i7fAQAAAACQSG+Q4BeG/x5aoHfHBRg3ADAAAAAAADBnB6/Yamk+LogfBv7N53tTmgEAAAAAwNLo3Bl1QXP3mPk+Luf5UJoBAAAAAMDS6NwbBfrvHDPfR+U830kzAAAAAABYGqG7nl6gf//o+bqB/vbv0gwAAAAAAJZG3Rb97W+lGQAAAAAALA199AMAAAAAwArr7N0K9IdufEZp/1bO96Y0AwAAAACApdI+WQb6Dw3/vbMrmy6U8zwkvQAAAAAAYKl0jpbd8rw7/Pf2DeXvF1qtg5dLLwAAAAAAWCqdG8tA/l9F6/1B7WfLbns+kFYAAAAAALCUQmv+vGuehwf+Hrrt+alozd+5TjoBAAAAAMBS+r9/tFqdb1qt9un+gH77mL75AQAAAABgJXQuabU2N1qt9o/Z9EU5SO/7rdbGf6QNAAAAAAAAAAAAAAAAAAAAAAAAAAAAAAAAAAAAAAAAAAAAAAAAAAAAAAAAAAAAAAAAAAAAAAAAAAAAAAAAAAAAAAAAAAAAAAAAAAAAAAAAAAAAAAAAAAAAAAAAAAAAAAAAAAAAAAAAAAAAAAAAAAAAAAAAAAAAAAAAAAAAAAAAAAAAAAAAAAAAAAAAAAAAAAAAAAAAAAAAAAAAAAAAAAAAAAAAAAAAAAAAAAAAAAAAAAAAAAA7UefabNolHQBlAwAAAACslAP/bLXaR1qtzoVsumTy/O1rsumNbN5vsn+/yKaTxfJhPYCyQdkAAAAAAHMSWui2n83+/TP792IxTQrmdfZn09/Z9NzW3w5eUQb2ThUtfwFlg7IBAAAAAOZg89FW6+DlrVb7iWrBvENXZr//lU3fb/+tva9cxy/Z73ukLSgblA0AAAAAMDftu6oF89rHynleGfH7Z8XvmxvSFJQNygYAAAAAmJuqwbzQLUcerHtg+O8hiNdtuQsoG5QNAAAAwNILfQ/PKh/o8OVs+mCxx9K5NJvuLoMxJ4rWmZ3dE5a5JJvuKbp4CH05b96f/f9lO+PcznpeVi1tqgTz8jTpznP3iOO+b2ueMCjn1Plxd7FPmw9l//1k9t9PZf/9SJGOm7dv38fNA0PWcfVqlg2d67LjeTA75qfL/HNH0V/6PGzcmm3z4Wx7zxTpnfe5vmvn539lg7IBAAAAWEOdvWU3BcdmWMdl2fKHt1pBdj5awHHsKoJ6oUuFzoXs3y/LIN+lk5cNLwQ6Z4vWme3j2fRGNv2WTeey39orfG4TnJdVTJsqwbyNm6J57q2wnnvq78fGLdlyH2bLny/X8V3271vl9Xa8OB/d39ons+m9It+G/9+2L68WL63+7x+rUTbk/Zh/FQVD4+m30QHUJPudrbv984htn87y7WM7O/8rG5QNAAAAwJoJLQE7P7Va7RenXH5Pq7X5fPbvn/3BtHkH+jduK4+j7EohtBqutP+XZPN+Uu7zx/2BnzzI+Vn0264VOq8Jzssqp02VYF54AdRLmydGzLN/a55RXXgMEwJu+ZckF6M0un74vAf+VfQDPhiQHrbf4ZyGAPY8WvDOUjaEIGb7TPnC7fMyLd4vAsB9x9hAsD8ebHXcNKrvdWWDskHZAAAAAKyUvNXi6Varc3T6dYQWoaF7jBDM6Q5eOO9Afx7g6AZBPigCTZX3/51yf/8c3hoydOHQC4gdWZ1zm+K8rHLaVB5w85dyvveG/94XzLu/2rZDNze9l04Xq7dsDi+nQnC8t997R5/bcN2GFvPLWDbk3Z6cKlorH7pyID2zY+q829+yP/l+XyzT8dWiy6C8K5nnsv//ekjA9F5lg7JB2QAAAACssNBvdh6I+TzhOu+bf6A/77Lg4viAzMj9vSda9oUx23ghOq4bV/BcT3FeVj1tKg+4+Uw5z4XhLWH70q5C6/O8tW7cZUzNLm/i4OGhq8bMF4LlvxctfpetbMivybfHrD/0Sf7r1nGG4Hyy8/51EUg99O8R235yINj/rbJB2aBsAAAAAFZU3jfzr9m/f7VaBy9PuN575xvozwfa7W7vm8mD7W7b3x+i5a8bM991/d0srNz5nuK8rHraVA3m5fO+X873/VZALx/v4f7s7z9WC64Nrqvbr3boJqX2vh8pA+D/HT1PHjQ8nfZFXYqyIe+25dvJ12LeF3k3ne5Ks+95n+cXxufXOH17+eMyZYOyQdkAAAAArKD2m2Xw4rm0651noD9u3ZgPWHhNveX7Blv8q0Ka/VE9qBNavIbjnyaQ09vee8VAwos4L02kzebtRSvTqaa3p0i/GsG8fP8eKwe//KMIVIeuSTYfLbvCKANzE9P5nv4Acp0BX2OhNXret/2EcSa6LY7bzy5P2RCCoRv/qbCd49WCxbX2/dVsXa9VSN8rBwL9+5UNygZlAwAAALBiNm4uAwDnZgs2DTOvQH8+EOTJKHDyav119II0F4uWlhPnj1tjPj1m364vAzHdQRanabUZbatK0DT1eWkibeLgWt1pmrxUN5g3cj3dVrsvV5j322ibZ+t/YdK3rs8nt3TPW8+fLwKuoU/0ZS4bth1ft4/37xKWC99Ua1mdbz/q7zx8CaBsUDYoGwAAAICV0v60DDicSL/uuQX6nxsI9lw9xTo+jNZxvEK6xS2Q352w7lf6u6yoGtDLB8eMAmNhPYs4L02mzdzyeYJgXq8V7rntg8oOils6p0iH0Mq5UncgH0zuK30ZyoZt+fx0EYgMg8KmUieg2W1pnnf1s1vZoGxQNgAAAAArJHRv0+s64JH0659XoL/9y/bBNENXBnm/318WLXtD9xah+4Jh/W/n+/pXtK9PVji2x6Nt/lZhH1+tF9AbDORN85VCqvPSdNrMJa/PGMzrXLqVzzYPVNjeiwPBvGfmdJxPl9v7c8ZWwg2XDX3bOly2qL9rcfmj83d5vJ8rG5QNygYAAABgxWweirp9uC39+ucR6O/cONB9QwiAfTWma4c/t/dnnAfO4v6SH6yQdg9G67xQbV+rBvRCEKbX+jJxIK/ueZlX2jRt1mBeeFFUp3V7X0vni0Waz/s4wwChy1o29Pa3DD5uPrS4vJEPVtpNs4eVDcoGZQMAAACwYtqfpOmbeJR5BPrbTw0ETc4WQcpu9wl5//13FH1/x4P1bvw32s9LB9ZxX4Vju29gmYpdbkwK6A0G8jpHF3te5pk2TercPd3+hHlDAC9f7rUa+fKPgZdMd8znOOOgdej3flnLhvDyYPCFXMiLBy+ff97oBp87PxXB60Xlf2WDsmEVygYAAABgCYX+hLv9CjdhLoH+t6oFTfKgzP+i+X7eCurlAxXWbGEZH1u+zN4a+zwioBcCeSGdeus9tvjzMu+0aSyvvxm1Zq3Yeryzvxxg89ciGDjVtdVtFf/f+R1rd4DXWbpGaapsCAH+zvdjBlT9ff7B/nww04tFX+eLzv/KBmXDspcNAAAAwJKJgzShO5tGtjGPQH/cjcXXE+a9YSDIdPf2tJhXwGpbQG/vfAJ5dc/Lqgfz8v6wzwwJKJ/MpmeH7PvVZZ/xXxatdUMXF4OtvCttdyCYNyyI3Nj5/XvGPsfnUTbsabU2bsnS5fkiWDrY/da8hH0Y1wWOskHZoGwAAAAAllpoRdgLNpxqZhtz6aM/DoC9OXn+MFhvb/7Xy3XsSRCwmqILijig19edw+vNnvtawbwFpc2iHLwiTfAxDqjlaXDn/I4hzkthDItlLBv60uqSrS5QulO3661Gtxtayf+Qbe+z5cv/ygZlwzKWDQAAAMASigfmC8HvJsw90H+8wnG/Ee3Th9F6LkQtLB+YvJ4wT4pBJUM/232tSd9s/tzXPS+LSptV1vmmfv/lya7tP2br/3seZcO29NrV36VPlXw28zZfK44v9F2+jPlf2aBsWLayAQAAAFhCoRVh3FVBI9uYR6D/3Zot+p+I9um76O+/RAGrRyevJ8zT2+6vU+77YL/bYfq0+Vaudc/LItJm1YXBLvu653h+jts+NVtr4XmUDUPzzSNReh1oeFuPFsd24F/Lmf+VDcqGZSwbAAAAgCW08Z8o2HC6mW3MpY/+I9FxnJg8/+bD0fxfRfv6br3uMfLWwN1je3eKtBkI5PUNUNpwQK92q905p81O0JfPwvTe/LYdt9qdpv/veZQNQ/f7mmi/2w1u565i0N9D/654vSgblA3KBgAAAGBZ5f1idwMNZxraxjxa9N9XfTDeoC/IEg362X66XuAlzNOb/+ma+7y76DZosMuhvq46Ggzo1W61O8e02THX197+QTc7Z4vzPpdt/xVt97LlLBsmbbeprntCcDMf/Hdf9WWUDcoGZQMAAACw1Lqf8TfVV/JcAv0haHK+3M75oq/vscccdd0Tvgbo/T1qTRxa+05Mu9+jY7u6xv7uzpb5YHQr2L5BOBsK6NUO5s0pbXbc9XVkoIuOR+a03e71cG55y4ZhDl4e5Zvr0q9/4+Zs3b9l/95U4RrZo2xQNigbAAAAgBURurrpBhpCkC21eQT6B4+js3/CvG9uzbtx28BvX0bBlzEtfsNvvfm+qJEeu8YH8nrrjwJ6nY/TB/SmOS9Np81OFAZ57esT+6fpW+6G5ar0J9/XGv+T5S0bhu77fc0NANy5vgzy31Zh3j3brwtlg7JB2QAAAAAsrbgbm87d6dcfd6tTN9AfghJ5/8/ni3/HBUH6+hR/Z8J6f9rq93rbb1GQa3NjTLq1o+3dVfF4dhVdBVXtz7rJgN4056XJtNnJQmC514r2YtFHee3ztbcIzLVfqLC9W9IM8tl02TA0z39Sre/wOmVDcOiqMqhaIT+GgGm4JgYHA1Y2KBuUDQAAwNrKP+d+I3sI+aZoudU+WXyqfOCf0qbxtL8hm94u+lbOHyJPF/37Vh140HGuj86lW4GGcQGaqc/R4Siw83O9ZTcfHOja4NEJ23prq6uRkDeGHu/+rXlCNx5D11MGG0NgcFgfxnlLzD+2gmyV0nkwkHesYvoNBvR2L/a8NJE2a1Em31X0w91L8xdrLLsvW/aH6gOXbj6UpmuUVGVD2Ie8DvBZ9t/3VNjvF9OWDQevKFry5+n/+4Tpj6JsCNOwrxiUDcoGZQOwDM8tnZd0wQUAzFEIpnX+zqbn+h+286B/eAi8Vho1lvZ3l4HOi0Om0zsn7dflOOfy4HGsTLfP060zbxX7ePkwE52bzivFuZnUj/5gUCKfnpiQJ0LLxq+2+ooezAPhQSofhHPCQJ95QOrbrRatcWvZ8N/dgFbnu+ovLqcJ5PWWPZIuoDfreWkibdambL6+CMr10v1/47uRCekXWkCHwTPje+nE/HIiXdccKcqGvsDxxbIFfnRt5oHuZ8ugx7PV1lm1bAj5PQSrh94nxkyjWrIrG5QNygZg0c8tG7caawMAmKNDV5YPH0O6xej1z/pLM4PIrbu85WJ4SH+5GMgwBD7zyuA70UP7946TgWv2qq1WrCm+hghBnirBtEl9Zef9Cb9XBgDfr1Zm5AGll4uHn/yB6oMyWPlW8fIxBKJC9wUT13NpEeDKtx2+RjpeTr+W6321mKdSelwfBc+OTZmmr5TLnxn9tcLczkvCtFlHeZc4X0Vp/lsZgDtWtOzLx5D4orhPhu44QnlX+Rzv3sprnRuXo2wIwYsQxNiW134tj/PXImAdtlV5nRXLhm7gufZ0l7JB2aBsAJbvuSVv1HJSoB8AmKNuC8DwsDf098+a6yZk3eUt714ake5vRA/rtzhOBtLtxfrdBix1HtlTdBMSuvTYfKzs6mOKIFhopRr6n87X82jRf3X4W10hL47Ks5XP0eFqA4nOS6q0Wdvy+rIioBxap+d59LEi0BfSNLwwn2qdT1br433eZUPep358PYZ/7y8CHqtK2aBsWPeyAZj/c0touNIb70SgHwCYS2Xm7/FdY4QAf7dVP4nT/rsioDJM3m1Jtz/jBx0nA2kaWsj+WLaE13cvrJy865RTRVc1ocWfsgFosmwA5vvckg+W/nnZql+gH4Bh6nzyOeymFFpjhVYmoU/VENSd1wPgxk3l563PFv+GT98WuZ5lFPrvzLuv+GD6B/tu67s8fe4fPrja0O12P0G8e0wlpftZ8jWuw2SVyEuL63HsPH9P7p986LVya3TO9s2wj7u3Wqnlrcueyv77kbIsuX17JXjzQPrjFKgaLVyPnT+LrgGAFbt+Pyj7+W2gjFM2gLLB89Fybzt87bH5vOfWOs+tq/R8FgaIDy/rQgxGoB+A7TeTvWX3KlP0Bxo+s84H1Cr7Rc3Xc7x4U53fcD4obkRNyD9vDtv5oxyx/ljUr+jP4/tUbWI9S3luLys+4e5WGEYNKDdOaHHfOVv2AXq8/KTwt6IyET4VHJu2N0WB/ntHPHDcFc1zz4h5jo/oI/bnap9/5y0QJ/Q1O6nStSOv/TJfhPNUa7lXtgbRm/ra/bAsN8r1hE9Pe+XHR1u/5f1Ohr6Xvyz+P/Vxhj6CQ5+3uhEYfa5CP6KhP2BgNeTd65yevo92ZQMoG3Z0/TfB89Eit503lDldYRyN/3purfPcukrPZ2HA9e6LgDqBfs/UAOtQ0bk6m36arq/VEKDNb6Q/Dx80LbQiyAv832f7WmDoTfyhckC4H1qtA/8aePi8tWxpdnF4C+Am1rN053VPkf7d/e8F0mtUmPIb+Sflch/3t67OKxSfRb/tGrGOS6PtPzFinv1RxWBEy4Ww/tAypdvff98xfVg9TTp3bh1TvuzfRSvyvHXirjW79neXg+GdnOLa7w76dLjecvnn4iei9P+4GHxwmHA99gYVjM/3JemPMy+rfta6bZT8hd3p+ucbmL+8O7wf51OeKRtA2bBuz0fLsO3eGAtjpvBs67m13nPrqjyfhWfqMHBv3/FVDPR7pgbY4boPaNO0xuqNFh/eNt885kb0yVbL/mT7/d+opcKIbecDLU4IHqdazzLKB2K7tbjRxjfyOhWmUIHIl/lz+Bv+8Fllr0J2ZMx6finneW9EZSEO9N9fYb/eHNJyoMZAvnkrmFPlsT23xg873XR/uub1958oP11fr8zIXyp2z1nFVjXtO7bKmnybe5s5znDN5AGrfS2Gnb/Li/Jj1KDawBLc+18tBtcML9mVDcAiy4ad+ny0DNvO69PnyvrxiMlz63TPrcv+fBYC6XnjpKgromm77vFMDbDDhC538pvd59Mt3x3dPbToH7udqP/1wRbzU+33rihYOKElct7tzogbfqr1rMS5vq9+hSl0odO76b8wJm1eiNZ944h1PVP+fmF4K6K+/bu7wr7tHdFyZX+Nik3Zqrxz7Ro/7LxTDgZVs9VF/tl3zcGT85b8P0fnq2Y3YfHLoGFfD6U6zs67xRdIKcqqHZtvvAiBpRVa6SkbgGUqG3bS89EybDs8K03T7abn1mrPrcv8fJa/CPm6GMds6LNxzUC/Z2qAnXQDDf3f/Zr9+9f0/efn/fFfLNYxdr47opvGnQn2Pb6Rvz1h3pdGtx5OtZ6VON/3TlFh+iFa5rox813X3w3LxPzy/VawP1RWQgv+8BlxnSDuqL4Bw4uYqg8yeX+NF4uWCOso9M2af2I5RWCm+4IsXBd1y4vui7XwyWftfT5Sv7/RuseZv5A4Pf0LUAAAdubz0TJsOx+z6kvnpcnn1mV9PgtxiGFfz00d6PdMDbBzdD/TmuUTq3wgzbKV9rhW7vFAqykGBOp+lpdPz1avKAy2Pk61nqHz31N+xr5nhuN8L7uZP7yYClPfALp/VdjXP6oF6sPAPPkgq2H+b4tzsPlo2WXKxep9xfcqJZ9u78sxrLdKunc/C13LB5tLyhcu90yx7LWTu7sadj2kGKDp0L/LPivvaPY4u1+gTCoXaq1zycoEAIB1toqB/m73mVW+gF7VOuoyPLeGFvPhC9+pprebeT4LxxleaAwLqM8c6PdMDbDaQnCueyOY6Yb+dhS4GzNQbS9odj7Nm97ON9F2H5ywj/sGblj70q9n2/5dXwYju4P9TNNyOWr9HCp0864w9QLvF4t9qbO/dft7z5fvtuh/uV6lJIwtEXfp0pverLCOo+tbKWm/NXpg5Em6XXaFimzl7X0b5b+zs5UDoaV9eHnY5HHmleXzxcNC6M9z5utvCcsEAIB1toqB/hBQ79bD8+4mnx7fgn0V66jL8NwaN1SsO02blyY9t4QucvJg/KgXDBe38kbVFw6eqQF2iPDGNi+4T8x4E767f5T1YTf2uB/8Ot18jN3uX9UD9PkAMfGN97706xk6/yv9nwVWrTTl/e5FlY9UA9vVrTB1v9bIp+MV8tTxaP3v1ty3e7ZePFX9RDCulOTbf2JIJevx5ayU5K1OjvR/vZC3znm7rLydLypnm4eG7PN9ZYubs2Ug+pv63WHlgfrDM+Sl78o0frXG8V6cPn9s2//bq3XvNOtxhsHDJ/XzWSvdlqxMAABYZ6sW6A9dn44MMP+c1X2fny5Q77l18ao8t3T7wk/5wmGVn6kB6N4gromC248kuBF/09+X2+DAMN0+22Z9qdC3zb/qtR7vtlIY7DIk1XpGpvWr9SpNg5WlqoHURipMUdp0nqww/+PRfv9WY78uLbpCmvRVyKRKSZ7exwYqJufHdy0zz0pJ3uXMa8W4GL39Kz+t7A4KlQ9U/PfAMZQD1oZxNNpfbL1Ui/Ninna3V0y3x4trMkn5UXGbvYF7u/npmTk8PM14nPl+P71VrqXqc3KZygQAgHW2coH+1yoEeH+ZroW/59YF5sMEzy2zdt2zKs/UAAwRWgn3Pq27bfb1hQBm/KlYHoA83God+FfZIvZMNj2V9hh6XyRcLD5xmzj/uWj/jqZfT4pKU/7FwAfNBfTqVJjyitvF6l875Pnqwf48UPlcvjfdi6BhlZJt57T8dDHkxUVXSkKgPlwr+XgEUaUp/0Tzs+JTyZDuwcYtAwH/O8qvYp4qjrt7/N39z9Phm2p5YNy5D+vc3JiwjufKbf5R41x9OBDov7f5B6dZjzPPS9Enu2HA6GTl15KUCQAA62zlAv27i4Duxq1F3TRvmX56+ECqYVDXVa2jLutz6zI/t6QM9C/zMzXAUpqlv7eR05ka2/8kurFdkuiYrhnoF647/a/VOnhFA2l4pP8zxYnznxteEUm1nlkrTYOVpaovERqrMF1ar5uifJn7BpaZ1Apkz9bnh6F1Su3jGVEpCYNCh3PZlw8/X65KSZV81JdnLgx/KZdXbE9tzRdeJoys0N5evAwIFbRQERycQiuNvEug/RP2/etyezVancQDXnVfXDQl1XH28lJ3n99JnAeWoEwAAFi3Z+Fpn48W+Ww2dj27ii/Ntz2L/1rUZVexjrpsz62r8NySOtC/Cs/UACo33e2fm+4mMEkI6IdR4Lft26vpur3o3Uyu799GaAE99pjPR2/5H02/nlkqTXnLjI+2d9Wy0ArT3votsOP158vsHTPv/nLw3V+LcR6mOp5LRlcuQ/+VeUuWOB8eWZ5KSf6Vy4R0ylvpVDhfff1ijkjLzo0D3VSNmiZ8upp/vdPd1p1TlDnd6+y/DeXxRMfZt84LzX3Wu+gyAQBg3Z6Fp30+WuSzWRUhMNtXf5yhz3zPrXM4/4mfW1IH+lfhmRpgaYTC9MA/00+1bgDlJ30p5X2Ifz7ihvX1+NbGU1VAor7jwuCgo97Ebz4w/uafaj1TVZr2zi+gt+gKUz541OFs+rJoyR8C2d2uaqa9jsa1IslbSAz2Y3//clRKqgT644egsYH+t8Z/qhpewMWt/sdOL07Y76ejMQJqnLvBQH/Vvv1rlT8Jj7Mvj/yd/guoRZYJyR+sTSaTyWQymS7Wq8Mv6ll4Jwf6e+v9qP8FyLTPW+v83Nq0Jp5bmgj0L/szNQCtoiVtr5A+lXC9t5b9A36ZFfSXZYX/w0Pe/p5M241P3qIg7vv7i+z/r41+z/67/XLZt3m8H9c0s55pKk19XZq8vjyVybxbnVkrTHu2V2hSVqImVUryiskj21v79J3bo/UfTDrvFl92hH+n/VKlsUD/ww2/oPhium5sBgcYrvM1wKLF12hoedPINuZYJghEmEwmk8lkWmSgf5nsxEB/3uVK9KwxbhBVz62L7bpnKa6BBTxTA5AyyBN/KvltonXeUbbY/aW/H8C8m4/PB26i36Q/pvzG8+3Wm+Y8qHimqBSE3/pu5KeaX0+lG+rRgZvlm8tXmYzf3IevGSaehwfmO6hRlUpJPt8rA2n981ZwvW6lJB64aZrum1Y50J9/sTPl1yzhuq/bd+YyBvqbHFtgEWUCAMA624mB/rz+GrfGv8dz66KfW5f6GljAMzUAKQvyO/tb2M+8vqu3gpajgn9x1zj5zfexho5tVzEYz2Ar6zBoaO9G/tr81jNy/bu3958YRrVvuiVB3QpTeHFTJ6Ad5okHf1qWSkk+72B6fzBdpWTzoYH1PDFl5XsFA/3hWPPtnK//JUP4AqCvDHh+dcrM+LPapr5EWFSZAACw1s/GOzTQHw82O013s55b1+gaWMAzNQAJbfwnKphPJ7gxlIV65+z4/v/CTaC33c/md7z5p4tR/+Cd6xa7nsHKUuf7+VWaareMeLfe55nh5Udv/e8uWaVk7/aBojcPTdd1T/u9clDm96c/XysZ6P90+nMb9quvUvje6pSZcYv+JsYWWGSZAACwznZsoH9/tO67Pbcu+rl1qa+BBTxTA+zIwnRhg/Fe0t+32qzCG/B8XZ+Pn+/QlVGXOGfnl9btF9LcxFOsZ9tYAMfLvx+dT6WpdsuIp+sFZvMAeHf+p5erUtLNg/k4Ehf7u6/aUYPxNhToD+NudK/f8FVD7eX3DrwoOzv9+AZzL6+jwcVDOiRd94LLBACAdXoWnvX5aJHPZnWExinddYdnIM+ti31uXfbrcVWfqQGWRl8/+ammGkH7blcUKfqj6wbvKt2Av55vP3hhsNze/v1VjBmwqPWEylLfVw0DLQ36BjpqqNJUu8J0TbRPv1eY//do/VcvX6UkyAeNPrf4wcNWLdDf+7z1/PQDKrePDLT+eGRFyuvz5T6fS5x/l6BMAABYt2fhWZ6PFvlsVmvd91V/hvPcut7X4yo/UwOo3HS3f2JruTDA5kw3hrK1a+e7Ctt9P92XBBP3a0+xT730uWtx6wldGo2rLA2rNHU+Tl9pmqYy2f4y2u99Y+bbF833xZwqJXvqV0qCbd3ICPRPTusPt/LltPLur+L+7n+avlV/WO7Av+ZX8c2nTxKud0nKBACAdXsWnvX5aJHPZpXT+M1y3Yc9ty7Dc+syW+VnagCGFMrT9tnXu1G+s9VKf1LgrftJV3jRMPJGc0nZx9754t9pAoH5p4YfR8HPB6e86SVYT15Zer96n4FNVpr6BmWqWGGKK1mbG2PyVHv2lyq181635cZbUyz7okB/rcrf+TQDaW/cFrWQn3JQ67wboE+K7rSatnFL+gGEl6lMAABYZ9M8H6V6bp3q2Wz3+HHx8rrjvrLLzd/qfYnruXU9zfOZOkWsB4BhBeylUeBuY8Ybww1bfXeHgn7kNq/bugGEAYFH3ngfHOje49F6+xP6ZwzjBeTL/zH94Jkp1rOtsnSsYpoOVpoS3QBDi47evvxcY7lPymVODe+jPG+p/cfsLb7r6uWVr6dMj/cXE+gP+aJ3zYR+M6+aXFkNFfUqx9F5prl0zl/m/TNBPryr6KO/d2wv1lh2XzEA1LwGzQrjEaT8rHfZygQAgHU27fNRiufWutsO/eR3u9IMdcNhQfy8Qcy3xVf34565PbfO97l1mc3zmXrWawaAcQXysWqD6Fa6OTwS3eCf3P57PmDLj+U8T01Y10MDn4A9UWM/Hoq6Bvmg1Tp4xZTHk2g901SWesseSVdpCl9adB7vb0Wer/eVbLp2cquQvEL07VaLiri1Rt7a+5Ot7ptSBIIrpc++KE+F6dnJx7GtQntpNn0z30B/qHC2Xx7I48e2p1voUqsv/4SK0IHtaZ9/nXNuoDucG9MGgntdfSX8tLVzfRGw7x3f/4rW/iPz8D+L1jfhoaXz3BzLyRNpu+1ZljIBAGCdzfp8NMtz67Tb7nv2Kev9GzcP1K/Ds83JojGe59bleG5d6pjQnJ+pZ4n1ADBBaEUcWuiGadpBamP5gCzdm2oI4L1R9POWB8rOFzfTzv4KN4rQJ/Z7ZUuF9yd/AhiC8OEG0fl+a5nQ3UZdqdYTV7R6FZRjU67jla0+J+tW1nrr+Khav5bjgqy9G/grZdqcLFuUhOnXsnX6q8U8jVdGnhgIEMcVwL/rf3KYn/dT87nmhvVj2DcdH1LRHjJtPlDOdy59P6Xbzvvura9/hr3ES5ImX/V/uZCXGcfK8uPN4gVD+5eiq55pX7pNfezlNRxensy8viUpEwAA1lmy56Oaz62zbjt8YZ7XlQfnDw3UThe/ha/16z6TeW5dP4t6pp7mmgGgTgH/Yv2uMyYW3tcWgcjQl3c+PVD8rZH9/7IMir5YjDUwbeuBVOsZFF4UdF6a8RgPT67MzFNoJRG6lAmf2YUp9J8Y/sbOFF4Cdq/lWQfuHltuXFZ06RNaefTKjoeLvBa+CFrIQ+CT1fonXfcyAQCAOdVPdxUB/1BPzuvLj5bP29ero3puBUBF4ZLyU61zafqfBtgJ8s9+TxV9gtYZxAwAAAAAFiKMst75M23/2wArXS5+UHwC7QUoAAAAACsjfKoX+tMLfWIDrLO8S7PT+sAHoMF7TXaPab9d9md9vny5fDTNuFkAAMCa27ipDG4dlhbAegoDmIXuzLTkB6Ap+XhQF0YMNHm6ubGtAACANRIG2wyj3YdR6gHWSfvVYuDdzqXSAoCG6tpXlK34X87uN9cV48Bs3Jr9/ztbwf7O99IJAABIpL1PGgDr5dCV0gCAZoXGNJ2XRtS/39gK9oduNQEAAAAAgCXT+S6bLhn+W+ifvxvo33xQWgEAAAAAayp0jTKtEIDt3NNqbT7aarWfzf69P/v/y+az36m2HbqB2Xw4W/aZ7N9Hsn/3Z9Ouxe3PItN0pvPRwFgtoWu4zccmzPN3Geh/wLUMAAAAAKyZ0Nd5+1gxTSMMxt05my3/SzYdL7tR+S2bzmW/tZvd9xTbDgO8tn8ePcDrpABzE2mxyDSdVT5uy4lW6//+Med8XAb6N25yTQMAAAAAayS0vu781Gq1X5xi2Uuy5T4pB0H9uL9blfzlwWfRb7sS73eibbefGBHgH5hC//Dz2J9FpmlKm88XL0+aaN0/NN12Z9OFbJsnXdMAAAAAwBoJLZ9Di/XO0emWb79TBp3/HN56+8A/i9/yYPmRtPueYtv58YffzxSt0EPf7nn3OM9l///1kGD/vc2nxSLTNLX24SJ/tfc1v63QzVKeJk+7rgEAAACANdG5rgwYfz7l8vdEQfAXRs8XfusFym9MtO+Jth2C+eFrhjCQ69DtPDkQ7P+22f1ZZJo2ls/ezfbz91brwL+a3U54QZIP1rvLtQ0AAAAArIEwoGv71+zfv1qtg5dPuY4fomDzdWPmuy6a7+NE+59g2xu3FF29jFs+CK3m+1r1X9ZcWiwyTZsSvkrIW/V/3tw22jeU/fPvc20DAAAAAGui/WYZJH5uuuV7Xd5cLF4WTNzeH1vzH7pqtn1Pte3QVU/ntcnLH7pyINC/v5n9WWSaNq3zTLmvzzaw7kuy6fviawgAAAAAgLWwcXMZdD3XanX2TLeOvO/1bvD7/Qrzvx/NP2Mf6qm23fmmeoA878O/XEf4EqCJ/VlkmjYtH0T4fPECI4wxkFL7rWJAZQAAAACAtdH+tAwOn5h+HZ0PoyDz8QrbPB61Vn93tv1Pte06Aedu6/m8q5/dzexP02mafzEQuiE6Gf3tP9n/v12O1XC+6Et/89CQNL8vmz7KprNlwP6bbLqzZr77YPLYA3VttosXJAAAAAAAa6N9zVZwePOR6dcTWmb3gsxPVpj/8SiI/dtsx7CIbef9v18c3s98qv1p4rjCIMOhe6IwHkNv3nNlXnghennx98Cgw8eKecL4De0vyvn+LuaN59u8vUbee7pcz5/bX5ZMdU7C8b/hmgYAAAAA1kxord3rgua26dbR2TUQ7H2wwnYfjILYF6bf/0VsOx9Mtru9h5vZn6aOKwTqQ7B/89Fo/efL7m4+K8YbCNsO8sGJ44D/Hdn//5T9+1TRD36+n6E//KPRdr+pno7tu6Lju3+2fNy5t/jCYOTv2X5ubrjeAQAAAIAdqP1JFKS9ZLp1dC4dGJz2vgrL3DewzJ7V2XY3oB6C3t2geOr9mcdxhZb8vflfHTHPq/0vD4a9DMpfSpzami+8TKgifmHSfmf6PBy+IggvGA78q+j7f3AKY1Dk3Qztd70DAAAAADtQL9h7bvp15AOrxgHmeyssc+/AMntXZ9uhu55R3dSk2p95HFc8oPCoeUNL+948Y1rMxwMBd+6ucf4uzNiF0o39XRyNnH5zrQMAAAAAO1AcTA79pKdYz04P9IfubMa1gN9pgf64e52xgf636nUz1Nvnv6f/ouTgFf1fEoydXnS9AwAAAAA70MZ/o0DoqenXE7qImTkovWf5tx0GjO38UPRl3/T+zOO4Ggv0P1z9/LX/iNZ/o2sSAAAAAKCWOIjb/na2dfW6YAmB3gcmzx/mSTEY7zy33XmtSKfQt/w89qfp41q2QH8Y7BcAAAAAgBo6d0ZB1pOzrav9SxTofXTy/GGe3rZ/Xf5t58ucLAZ8ndf+NH1cSxHoj7reCfkRAAAAAIAaNv4TBYZPz7auzrvRul6vMP9rUYD33eXedh7s/r3VOvTv+e5P48e1ZC36hw1uDAAAAADAGGHw014g+cxs62o/Ha3rvQrzvxfN//TybjsEn0Pr+Pa++e9P02m6DIH+zl/R+i9zTQIAAAAA1NbtOmXWfvLb10RB5t8rzP97FOC9ejm3vXFzNs9v2b83TV5nPPBtqv1pOk2XokX/+XK5c65FAAAAAICptE9sBWgPXj7jur6MAtNjWsCH33rzfZHoOBJvu3N9GeS/bfK2Q5B/MAiean+aTNNFB/r7vij5xLUIAAAAADCVEJTtBXLvnm1dnXujYO/GmG22owDvXWPWd0nZT/354t/O7vls+9BV5ZcOd00+5jA4bwiAbx5oZn9Sp2ls0YH+jVuiZZ53LQIAAAAATKVz6Vb3KeMCyVWFltl58PbU8D7X/+8fWwOwdj4ev67NB6Pgddi/R5vf9sEripb8nbNlVzjjpj+KLo/CNOxriFRpkTJNe+d9V7Hf3bQNLzeGzhe9aAjpMnIf349eCDxTbR82H0rXfRMAAAAAwFprHysDrp/Pvq486PztVgvwuO/68N/doHXnu1brwD/HrysOBOfTE81uO7TOb/88sM0K06iW7qnSImWa5stcls3/8sBxHNu+bHh5EQfw85ctB7ZvP/8q5FyUHj9l043jv8DI890J3fYAAAAAACQRWnN3W6Yf+vfs6wtfCXReKb8UOJlNx8vp17IV+avFPBPXE/pwf69cz/v9AeYmtt0Nptee7ppDWiRaT9xV09DpeJkW74+fb/OBcr5zY+Y7M+Z4dm91HRReCgAAAAAAMKP2i2Vw9sV06wwt0UPXL6HLnTB17iv+Ng+L3HaT+7NsxzWtzpNlfnvdtQcAAAAAkETeev7HooW2/tJpUt4V0amim6RRgwADAAAAADCF9jWtVufP7N8vpAUN5rMPsum0F0oAAAAAAI3YuKXoO71zVFqQXt5F1OlsukFaAAAAAAA0ZuOmMhh7WFqQzuZG0T2UlvwAAAAAAHNw8PJWq/NRNr0iLZhd+9Vi4N3OpdICAAAAAGCu2vukAbM7dKU0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jp7pQG4nqTFwtJpV9r5gMU5dFWrtfl8q9W+QVosY5o5P+ykegHq1uA+D8pfyG3clBW0L2TTj9l0QnpsuxldmV3Ir2Vp83M2nSumzg/ZDeqAyjeup52aFvO67sO6Nm4r0imsv3N0tvlWUZ6mZ7Nj+zT7d48yhNXOGxu3ZPt7OJu+zaaL5XSXc7ksaVZnW+teNq3r8R+8YsHBgyW837tPq1urj6S9BtbtmnLvlTdW/Zld+bve10/n6gZ2tn1NVCAmmjqXZtOT2X//PvCbDNufUW7P0uRMllYvZdPu7OK+eSDNXpVGI/Pt8cR59pnlPl7X085Ji3lc96EVS/v98kYU5/Oj0823qg78s/+4Nh9SdrK6eaNzXVluvDtQ/gn0L0Wa1dnWupdN63j8oXVe+1gxLaTevKT3e/dpdWv1kbTXwLpdU+698sYqP7Mrf10/eR3t1eKc/98/UhaO+6MdziqfnTuLQH3fhv+I5vk0WnZXGdS/O/v7m9E815S/ZxdE+z0ZdmhG+VeWPn8WaRvbuDWqfL8rncbm3T3ZdG+ZjoPB+y+y6a2B6Z0iD3Y+zP49vXqBTdfT6qfFvK77cCMKadS5LJu+G53Pq87nhozK2pKVgd8L9C9zmk3almDDmgWirs6mn7JjfXGxab6M93v3aXVr9RGBfvde5e26PrMrf10/XXmXYz8nbN0fCsE8o740Zp4Rgf5t8x0rD/r2aIcflGGHptXLZbp/uP23jf9mf39l8Z/3rkxavj6khf6dFQrU+6JlXl+NY12n66lzSXGOdlJaLOK6zz9lrfBAX3W+lSsfDpefWn7iE1WmzxuTyqO5l48fCfQvc5pV2dZOLpuqXC/rUjbnn+KfXq776jzv9+ucF5btvrFT69bqI+q+7r3yxio8syt/xRUqrT80SN6XokAIrfHPFy08Rm6wYqD/0L+z9VzoD7JuPiDDDk3TU2WavC8tZrX52JBA//6K5+GDcpk3VuRY1+h6Cg+f4x5AVzEtFnHdx9fH2PR8bGcG+mEe5dEyPsyyuDRb9/OzbNfLwtLhurJF4OfLW29uPNC/xnlhGY99J9at5Svce+WNVXhmV/5SKZ+8W3TlFL4qmW1F92XTxxMyesVAfz7vl/0Fqww7JM0vi9JEoH/2B5aHpw/0996cvrUix7om11PokmliYHrF0mJR171APzRfHnmYFQBwfpb3elnYPf/X7N+/Wq2Dly9ZXXJO9/t1zgtLed/YgXVr+Qr3XnljFZ7Zlb9UFfrpz1v1z9pIJPQztfno+HlqBfqfKgaqkGHHpNEdAv1JH1hmCPTn/ZXuXZ1P19bheurcWAx8s9Nuhou67gX6ofnyyMOsAIDzs7zXy0Lu+eXYZZ3nlrAuOYf7/TrnhWU89p1at5avcO+VN5b9mV35S+0880yZD55tOrPXCPTLsBXS8y6B/qQPLDME+lfuWHf49ZSPZn+6YmB61QL9dwn0w04tjzzMCgCs+/lZ5utlIWlxsejHdRkbkjR9v1/nvLCMx76T69byFe698sYyP7Mrf5mqLNtbdq//VzEIcHOZPXGgv7OraOHS+aasBJ8tPk3YuG3Itk9sD+K2j1eY5+LofcrHEjhafFIbEnAeQeK+AmPCFE7s0ILilqIv+fYvZZqFff+tOP4wKMgk4dPhzXZ/NzWbh8rC58zoLzs61xdp3k2vsO1w7sK6JmW8MOhI++ls+qzc53NFhg19T1XZ50p5bIpAf/vt1awEzHo9bctTt5atzn4rBxY5V4z23X518gAzqa+jMF5IGONj3LURH1PqtGgiry7Ddd9UoH+a/dr4T9Hn3Lbj/zabbijT7Kki3bfNE8qoAwP7fPvA/enn4dsN5VTn8fH5IF9XOJ73+v8WurbLy7yzRd4IAytWqtjdUt6bzpRpc6YcuOe5RAPstMpBHo9k08mBNH677Bf6fJHeoZzflt/vKx6IuucuXDNVBjGfpcxIlTYpz9WovFG1PGqijtJLp9uKY+ylU5bOmxvZfl1a/WF2HvfgWfJE8usuQZpVPu4E26pSNk1Td0tx3uvU/erev+scf7J7YeK8Nvbe/2m9B/V5n+M69/u613fqvNDt7mDo9P6YtJ+wvSbKxmmPPUX+Xqe6dd/6b8ym14o82tvXZ7bva9VBkWc9D7M8G81aH9mJ15R7r3vvVHlkin1O8cy+buXv3F9q1a2P7J1wHu8t0+ji5Ge5utdPijhZbyzRF8ZcXw+VcZNfi3y/0EB/SJj2/8Zk9oFMl2fu64sLdVzC530ZHZn8EN0dGKvzUzli9q4iE+SV3vI4qwQ75vmWMPQTlg/KcLHIyJ2ry/2+rsxA0bpCOoy8KMpMFm6C+XqPDmS4vwe2u7sYUTy/iA5nGfbKYrshEBPSL1/mz9EZNexfuPjCOvLMXi6bF7zdbb62oED/1zsj0F/3eupLg+Nb+SHPS2WeCjePfPlQkblm/tdR5cB0wrSYR16d93XfVKB/1v0KA8vkQegxaRGW65Yx+fR1sY2h+3NpUXaFKa4Ah1aUoWzIK5JlJSv8f9+yV5fnOG5p8VF5/l8fUSk4W9yTxp7rF8r5j5WVgUuKB4LuZ5vdlp75/58pgvFV5fnztbLiEK0r3m443pAefft+bOvBpf3FVpk/WAENle8myoxZ0ybluaqSN6peF6nrKL10en1roPhuWoe0zf/+c/lybMLD7FzKtSnyRGPXXYI0q3zcM2yrav6buu4243mfpe5X5T5S5/qb9Z7TVF4bmzeuicrTRyo+tM75HFe9389S5qfMC51rs99+HEiTe4bXC8LfQtAvn+/34fvXdNlY50VKqrreOtWt8/yQlU2dH/rTJ9Rv8mDYqKDO0WbPwzTPRinrIzv5mnLvde+tVDYkKk9Tf4W/U2Mb+dcKL5ZxtXPFvg6WIXle+LR8yfDhfJ83ui87Np8fSLsf+18MhNhEN53DPoYXyLNcP6niZPlLmu51v3t42Zyne9RwcnGB/vfLjPB2cYPpBi1CS75ehvtuxHo2Jr9hGXwjM/RYviovjJtHZNY5BH/rFB75m6gyKB3e5E4qPPKA2N6BDPJmNHJ4eYFs3l+kdX5OLkbBoV1Rxvmk+Nuwt1V5YKa73F9FwdoXjLqyvOBGvIGKK2Lh4ptnoD/ft4s7INA/w/WUF8rdeS4dEmQ9W/72zfyvo6luhjOkxbzy6jyv+6YC/an2q/NSNM/bI9bzaI30+ru/spI/wLxTtviJg9gPD6kQ7iq+FIjLx/wN+mdFXs5vztcOVLQ+GbMvz4y+2cZ5Ni9vry7HCNlbPR+FB9mQt/vS53zR4ihvsbF/qxwPb/b7Av53lA8LTxX3y+59M678jrzmZywzZk2bVOeqat6off0kqqPkaf3W+O3F52JUWTuPcm3aPNHEdZcizSof9wzbqpr/pq27zXreZ637TXwxVvP6m/We00Rem1iHOTS59fYiz3HVcm3WMj91XshbaEbzhfvgyLTdV2738cWUjZUbTiSs661T3TpcV3krxu+iff28DPS+UbaivTq6luLnw2eaOw91n41S10d28jXl3uveOzHIn7A8XYpA/5LHNtpPFF8ahGujF2y/2P/1VB6IPz1QBu+e3/NG3zoOR+v4c+s5uJd3ftt6qTfr9ZMqThbnw5DOw8qNvuf8hQb6RwwokLd0iz5pCJlz23oeqfYpxbiH6PghOz65fcu/V3zGsSyB/u5gXqO6pOjN9060zjcmBMO7hcbu6EL9e6vFZ/63l8cXlHlLzKglaKhU9e3P5+WNaEQ6h4pC/EZ88KJtKtAfugfpXnwrH+if4XqKW1QP636p96nQxSKwOM/raKqb4QxpMa+8uojrPnWgP9V+dR8Y8umPES2Idkdvqc+NrhjkN9+Lw9++579/WOGGvG8gLx0ZUmm6aqByv3t4fuvdcF8esT/RQ2fIwzPdS+K3+K+OmOfV/v0e+rn1rv6HmsFrftYyI2XapDpXVfNG5esnQR2lbz2/jSmTdg18AXHXYsq1WfNEqnOZKs0q3Z8SbqtS/qtbd5vxvM9a96vVkrlK2dzEPWfGcmNiufzJ5DrSIs9x1fM06/WdOi/k2/xifMA2DtblD/K7FlM2Vv5iImFdbx3r1oMNBEJjhm3b2dMfSBz8+jPVeZj12ShlfWRHXlPuve69k+69CcvTpQj0r0Bsoxe8/k+0z29Fefa7IrAdWsyHvD3pK8emnjd6QfHvhr/gyL+UPz162TrXT8o4WX6uu+n6zog8c3/Udc9t01w4iQL9o96S5Nv4dHThta3AnfIhOk6szQdHnLx7hr8xWUSgvxvAGhcY6a3zmoFA97VjtnlufN/6+SdiF4pp7HxHtgrUeL7wiUq+D++OObbrB/b3vhkKz4eHf/7V6/rhTNSP38V0rfoWHeif5XqK+0kPb1u3/X5i9EuTpq+jaW6G06bFPPPqIq77lIH+1PsVv3AblkcHK2Oj8lPeFcyYN9jxJ4pjW65EYwGMXNfPUUvNW4ffbHvbemxEOj+/vTudqe8lZyb3Fxnv09jr5P3myoyUaZPqXFXNG5WvnwR1lFDR7rV8OTyhojmmH9p5lWuz5okU5zJVmlV60Ei8rSr5r07dbdbzPmvdr26wYdLxp7znpCw3Jl4X5/q7VKtVN2j4HNc5TzOX+QnzQly37K3z+zHzfTM8oDSvsrHSi5TEdap1rFvH1864LiFC+vV1U/h0+vMw67NRyvrITrum3HvdeyfmkdTPqEsQ6F+F2EbfOsvx9UKXavn/f5xu3NNZ6yPxcXfvBeEFR3hJko93VyMNJl0/qeNkvXvXb00FphMPxjt0GyfGt+RL8hC9Kxrk8fTW4I/zVjng98rkIFffeuNPn14cUxn6aEKGeqX65x95/9gDb/e7n9b1BlkcNcUB9xcSB/rv3ur2oTuFG2n+1uv7HdKif5br6fYysPfE5OW39XHY8HU0bT9206TFPPPqIq77pIH+xPvV15pgRGWk2zfdqIe4vPXOb/0PbdvWcTxdoH/SA0Rf9y0vV8gHx5sP9Fct+3vXwoiKySxlRsq0SXWuquaNeQb6+z4pvmv6h9l5lWuz5okU5zJVmtW9N6XYVpX8V6fuNut5n7XuVzvYMOH4U95zUpYbY9Nlb/+n4bWDlQ2f4zrnaeYyP2Fe2HbPvzj6S768q4BRwYB5lY1VAv2J61TrWLeu1SVmfG2/l/48zPpslLI+stOuKfde996J6ZK4PF2WPvqXPbbRt933oq+rni7OSbLY0Iz1kb55D/d3+ZZ3aftOurI6dZws7pqnyleiaxvoz9dzaODzoFem7++w6UB/3yj3FQq9/LOT7rF9PEOg//vJbwLHHl9ZYeimbaVpT+JA/4Q++ntvx9Y00D/y3O8pb0YnJzzANXgdzfVmOMe8uojrPmWgP/V+5S10zm9VRob2d/pjfz4bHDgpT9Pz2/uqXFSgP/R9P+nlRfeBKd+fjSUN9D+cvsxIlTY7OdAf9/04rlXXxED/nO/B0+aJFOcyVZrVeYhJta3kwYYZz/usdb/UwYaU95x5BRu6Leny6VQDgf5E13ad8zR1PbGBoGS+3vaERgkvFUGcRT6fVPpiInGdah3r1rW6xHwimvdkM+dhlmejRQX6V+Gacu91752YRxKXpysd6F/QM0BvHLayjE35XDFrfaRvmd0DA5Gfmlyu1C6rE8bJ4jj8qG6KBfpHvfUpR5Af9WnFIgP9vbdBY7q2GJVGgy2JagX6L0w+XyOX3RUd25tzCn7XDPTn6fGlQP+2ANuxojVBXlBXuGE2dR3N62Y477y6iOs+ZaA/9X7lafJmNM/AAF/52/uL/TfUzpMD+/Th5HJqnoH+0DdeX5+HQ968x/0YTtWX3pIE+uuWGanSZicH+uM+KCe12hh1fIu4B0+bJ1KcyxRpVvn4Em8rZbAhxXmfpe7XRLAh5T1nbsGGu+oPijbPczxLoL/u9d1UUPLgFVFePdPfn3OeRr8PHzB0nmVjpRb9DdSp1q1uXSvQf9fwMiD1eZj22WiRgf5lv6bce917J6Zh6ut4RQP9i3wGiJ/zRo01sajnjXHPm+H8V+mbv27ZmipO1heHv0Ogf2KgP19fe6C/vu7nG1cvUcDvbL3PkELfUvGI7FPdsC6p1t9hleVTFIyNBfrfFujPz9eNxZvs8GYzvjFW/QSqietobjfDOefVRVz3SQP9ifdrsFIQBgTrS69PivtNGMCnl8e+2vq9+/eJ1/ocA/359qLKxuaBIb8/u3WdzJynFhDon6XMSJE2OzrQfyFBoH8B9+Bp80SSQP+FOQb6LyxxsGHG8z5r3a+RYEPCe87cgg13Dm81nCTQn/DarjVw45TXd1NByXz+aOC9eHC/UB8I+WZYS8J5lo2VAv0N1KnWrW5dJxgXf20TB/aaOA/TPBstMtC/7NeUe69778R9SHwdr2ygfwHPAL1t74q+1D/R0DZmjFv1reu76a69ul9LzRonC18c9PbzToH+SoH+/ARf3z/afO9N9v5mL4TKXXj8MX7U7W3Hc280/88JblhnprgAd0fL/7G8gf5VlTLQn3+KebGo3A1WnOoUmKmvo7ndDOecVxdx3acM9Kfer956f9ma79BV5bLloErhwSz//2iE++7NMQSKqwxMM+9Afz4Izyf9adXtTzN8pZC3TPqqeFGxaoH+WcuMFGmzo7vuqTHY4shA/5zLtVnyRJKuexKkWeXrLfG2kgYbZjzvs9b9mgg2pLznzK3rnqiVWOibNWmgP+G1XfU8zXJ9NxmU7H3xN/BiOL+Pvb7455NKXfc0VKdap7p1rUD/bcNjGU2dh7rPRosO9C/zNeXe695bK1aZ4Dpe2UD/AuJwfWXe+XpdF87reWPbup4p+88/U7/b2rpl66xxsjhvh3JaoL9ioL93Au4e6KvpTL1POJqqmMTBrSqDRPSN1P3udDesfN7zUfcJt0xxfOei5W+uHqwPnw4K9M/neup1mfLr8FYaU70ZTXQdzbUfuznm1UVc9ykD/an3qzffxvZ+2cPneOFN+7AKWW+en6t9GjjvQH9vu4fLt/jnynEE/i4H/Hl6+EBayx7oT1lmzJI2OzrQH5VHobXRtA+z8yrXZs0TSQL9idKsbt0mxbaS9xM843mfte6XOtiQ8p4zt1aFUwRt5nmOawWiZ7y+mwxK5mn9U38DgO64Pxs3Lf75pFKL/obqVOtUt67Vdc8dw+/RTZ+Hqs9Giw70L/M15d7r3jsx7ya+jle6j/45x+Hy9N9Tlh9fRft/TcLYacJn0Lzbn3NlbOGJ+l34TFO2zhIn6+uW6jKB/tGfxe8tBt8YlUHjlobxZ2sLC/Q/V69lUBwwGxyVutYN68t6Az6FN1VxuvaNZP5JheVvLAqHqQtPgf5a11Nfq5bjk5ff1lVCw9fRXG+Gc8yri7jukwb6E+9XVxgcu7fdn4oBccINePPRaNu7ovvQz1t5uMqnb4sI9Lf3lf0GXrcV/Jn0ufEyB/pnLTNSps2ODvTHLT7emCHQP4dyLUWeSBLoT5Rmla63xNtKHmyY8bzPWvdLHmxIeM+ZV7AhP65TWwOwJQ/0J7q2J52nFNd340HJOH+8UGwvDGo5j/RLEuhvqE61TnXrOsG40DfysO4PUp2HWZ+NliLQv6TXlHuve2+tvJugPF3pQP+c43D5Nl/Pphez9dyTPpaa8hk0f+b8vj9t425lq3ThM/H6SRwn670IPNdUYHrZAv1vVQgAjAj0h24iKgWcjrYaU7XwCG954re8k4LX3beZeevIy6a/YeVdYsRB8+fGpNm/izTtdrmxrfC8WHweMzbNf6/2mdXI/X1EoL/O9RTy9sQHkHfHB/qbvI7im+Goz0VTpcU88+oirvuUgf7U+9WXNp9FafNBOfDXQMvucNPsbfv76n3cz72P/n1FJXNcC6hVC/TPWmakTJtFBvrHlkcJ6ihxeRT6Gx3bhdGY45tHuZYiT6Q4l6nSrNK9KfG2UgcbZj3vs9b96lwvVY4/5T1nroH+qM5RqXXYHM9x1ft9ius7ZV4YJu8Krps/fiuCZePSY551virH3mSdal3q1rVa9L81vJuOVOdh1mejlPWRnXZNufe6906SujxtMtC/k2IbeVreW5QVvUB6t0/6t7c/A061/kTPoPk+vFo8h4ZGhX1pUKMLnyqB/lRxsr6vRD9pNSP+ZKBuv4CpAv19fWn9NmJQmKMDn3ddMqKwGTNi8chAxz3lTe9csZ14RPra6XlP9TdHoWuK3nF/NaaAuyK6sJ6d7YYVCrx4hPvuG7T4phKCcGGwk9ByqduVRt++nB0oZI72P/Dkyz9SXGzhLeJM6fnkkED/nQ1dC9em63ZjUYH+8EnbuEIjH+Q0Ov8hv6a6jiodYxwwe29g27vSpsU88+oirvt8u49X7Iu3wnwp92vkOQ/n6dCQ/btxYJ6KLQVC65/eMo82GzwOeSP/dPF/8ykP5hXon7XMSJk2SQP9FfJG1fIoRR0lXDd9v3805mH89OhP2edRriXJEwnOZao0q/QgmXhbVfJfnbrbrOd91rpfneul8vWX6J4zz0B/nAbxYHEpAv2pru1J9/sU13fqvDA07d6MtnG+/+G9yfRLVo9tqE61LnXrvmDcB6PnC/kiBPRGXZMpzsOsz0Yp6yM77Zpy73XvrVTGpXx2vqdeK+91jW2EoHVYPl5374uCaBy90Cp/2kbUKeoj+XruGNOldY0ufCZdPynjZKErr968z4/IWw+Vsfpfp+j6q+/NTPnZQJ1AZ19r63EDUL4/PoCTJ1pUyOctQG8ob973FK078zcs0ecX7SNlZt89kPA/Dg+K9AaiOT2kRfzpgQvmlRmCM1FmCm/RJp6Dj6P5nxqxzvfGFwrx6OJVBrDsK2gu9mf+/LPkc+O/8Ah9LY9d/vxWoR/O40zBrre3bye8OU0p707kSHEtVOlmIhxTvl9nymM9XRRw4U38TDeKBNdT343wYvH/oXIU+mIMn7Z2fii61ohvNOG38EJl1uuoir5PtM5vDbwUWgHHnzSmKlvmlVcXcd3n80Rvngffrk8zX6r92hYE/mvrHhPy49D5fogGsanY3Uv8ln/kp3TXVayI/jA+gBMHe8P1nl9P9w6fZm3xH+7D8b15sHXPqAB0letksPXHrGVGyrRJda6q5o2q5VGKOkq+nmcGyqGP+/u5zAeq/l/Z8CDq8iosFw/S1HS5liRPpLruEqVZpesu4bYqlU01626znvdZ635Vr5eqx5+sDpyw3JiYRy7dSudhAZlFn+Mq9/sU13cTeWFbfru5Xr/M86rz1Tr2BupU61K37gv0nxtdd+gFxY40V87M+myUsj6yE68p91733kr5JNWzc81n9nUpf0Oahpeq+X7uK8u7ga8nQow0/rIij4l9NbwB1LyeN8LLgPy4x7SKj7vQCs9so15+TLp+UsbJQhA/HjdlWCyg79nz2zpBhOsG3uxGbxnDb1UC/r2LqcxcwwI44SD7ugf6YEzmujhiKvts6+tn6YdihObu4BLxW8XQ9UNo9Z0HmHaXffedLvZx49Yh2z6//UKpXfjsLt/M/Dyw7y+Wb8R2jV4urpSHY+oGdfKRnN8f/fIhP4/7By6Ai8VgiJOCzvlnRufGpPkHo1uR5stvjFm2LDirDhIyNF32lBfAmSHr/qU47ln7xc4voGcH3hROWGe4QfW9HLvY329ct3CfqlKb4HrKA0t/jti/U0UejfuyHKzwzXIdVT7OaLCS/OXKX2V3Llc3U7Y0mVcXcd33rv17Blp9/1m8Ye4LLFacL9V+jUyno5MrneFtdtUuofKX1PcMlGG/Dj+P8VdBIb8NC5qHB4rBMnTbem6ckI8Gpyyfb/xnijwV8vXLA+s6tr3lVf4p6/sDFaQD/ZWtvBx9eKC11E9ln42705QZKdMmxbmqkzeqlkcp6ihjy6MzW9doqGD3tX76tehPd/Cz2CbLtSR5ItF1lzLNKj10zLitKvlvprrbjOd91rrfpOul7vWX4p6TMq9VqsMc23pYHPucNedzXPV+n+L6biIvDE3rMv02/jvjNZzw+aTOfaOpOtVOr1tvC/T/Vh5PXNbG6ffS5Lr6THXuKZ+NUtdHdvI15d7r3lvlmXum63jKZ/Z1KX+7X0aN62YqlHHbXi7smz7dZqmPhPMVniV71/MLw89h3nf+pwPLf9a/31Wvn5Rxst5L6k/G1CP/rhnozwu4qg/jd41+E9b5ZnigM7Qe6R5w3ur59JA3Tt8XibEt04bPlr4uA+/nypMQ7UP+YuKF4cHUwf5x44stf8tzrLiIRxZUZ/qXmboyMmYaF0TO37K/Vd64zhef5XS+KwJjo4LH2zLt4DRhzIX8bd3r5SjXF8ptflT9s/f84nqrzNTl8nmff8+Nv1lNTM+3qufRWcZbCJ/k5MGyJ6qdo/zzwjNFEC5/Gba3LPDe6c/btY838fWUn9cPymvofPl7u/+c5Pt8vrgRxK3SZrmOKt9Iri4HXzpf3MzCOez2ydhU2dJEXl3YdX/HmJdNUdlddb5U+zWprMjTfcwAu+FazOe5bsJ1+/CEYzpXXps3FZWqwTTIKxRvb20nHOewSkZohRFaaWw75ydr3ENPT/40utaxHd/e2mPY1P10cexDxZk0ZUaKtEl1rqrmjarlUco6yrby6J2yMn++vK+cKF6Y9Cp/xydXFJu6B8+SJ5q47lKmWeW6zRTbqpr/Zq27zXreZ6n7jbteprn+ZrnnNJXXJgmBhTzdLowODs37HNe936co85vKC33beGa6gQSbLBvr3jeaqFPt5Lr10Dr2+2Wr7nfKfrcvlPv51la5XClfTHke/r+9+4GYrN7/AD7WSrLiupJc1yVZayWRK0muWFeykriSJImVXEl+dHfXMzMrS5IkK7JW1sqSJFmJJMl1RZIkWbKSrBVZK1lr2d/5fs+Zec78OTPnnDkzz8w8rxfH1vOcOXPO9/yZ57zPdz7fOvdGTf89su7nlM9en73zPI+buGdf9+tv6Pwa/yb4dXLt/9gp/Gq6TVWuv03fb4z9psyYc3jivfCD1c6fpnKyuL+z7HlSG4b7zn7pnvtazPyH0oHqYxWw2gZq9U24wIcnxEW9RvI1vSrX0IJtoMx5seznTvxK3n+zmoH70j/OwzePwkPD0Fsn/mFyLPvD6/vJXy9dN9oG2DZ/Nx7d7AnIHO/JbmgmSGC1782aGDAT5xTAUlyHny03uDZN/2Hx1mxfK2K1/5icGPR/U/z70Kur35v2MW0K6yZ+Je9KxXqHpzZ74Wub7dk2wBrepF2XPbC8PPmbasDs92aCfgDWQRxY/Hzasbypb0NRQqzbdb54sEjW/4/JoiA/DgoyZRDgXh2tcSN+A6urP7hOxcHyQk3RMgM2ahuAFfvb8basLMHn2gLmeW8m6AdgLT7bPsjKLekksjix1vpPzdR3ZXX/mJxlgN9e0B9q1wHro19bseJX7EIN93X/INc2wLa9d7gnrbM6y3hRwOR7M0E/ACv/uXY0G4fhDm2xMGHgjlCWRaP7Y7L2ICw7s4E4zmlPWLtrxOXcwEm7S1wPdqXBd/ugttnObQOsvzgw4QVlP2Fe92aCfgBWWfgWeyj5qJMbbNEfk7WD/n3ZMp7TnrB214j3cjecl9Pa8mGw2e7taXDdvbHV2rgvLdsVf3dx+wTZ2gbY7g7dnFzbziTTq9oCmhD/Zujdm32rPQBY0Xvl19NObqEUOLDIk6+BoL/zTjZY7w7tCesmjNsSQpx+oD1hCqVstlP5Lm0DkP0tuFsbQBPnUb8s4LXNjlQHb3KfBcBqOfxXbQBb8wfljEF/KPkU6/O7wYO1tvGP5Dx/O5nOJuf8H1kP9kvJ9EX6tH47j/GibQCAWXQ/yv5+KJp+0UYAAEwxS9Af5g9fKe0+pB0BAAAAAGBLzBL0d04m0zPaEAAAAAAAtkzdoL/dSV5zRPsBAAAAAMCWqhP0dw8k85/QdgAAAAAAsOWqBv3dh5PpzITfJ8tob2hXAAAAAABYiO7+XNB//eR52/cn83zVah28Kfl31+i0cXf6EKC7T7sCAAAAAMBCdN7eDPrbjxfP170zmS5uzls4/axNAQAAAABg7jpHk+nSmKD+XDK9MDjvoVuSn50vEfJfS5cLAAAAAAAAAAAAAAAAAAAAAAAAAAAAAAAAAAAAAAAAAAAAAAAAAAAAAAAAAAAAAAAAAAAAAAAAAAAAAAAAAAAAAAAAAAAAAAAAAAAAAAAAAAAAAAAAAAAAAAAAAAAAAAAAAAAAAAAAAAAAAAAAAAAAAAAAAAAAAAAAAAAAAAAAAAAAAAAAAAAAAAAAAAAAAAAAAAAAAAAAAAAAAAAAAAAAAAAAAAAAAAAAAAAAAAAAAAAAAAAAAAAAS65zRzKdSqZLyXQlmS60Wt1jrdbhv1RfVvfl5PWXtSkAAAAAACxEd38yXW21OtfGTCHw31N+WRv3Zq8T9AMAAAAAwPwduiXrxf9Kq9Xdm0y7srD+nc2wv/ttuWWF13bOCfoBAAAAAGBhuq+mpXbG6ZzYDPs37pm+rM7JVqvdEfQDAAAAAMDCdL9JpuvG/y7U5+8F/e3HpiznkWS+z7Je/YL+lXP4b8k+fjEdqwEAAAAAqOngn9PyKZ0P1u+9D/81DRG3434JIXr3oWT7n0qW8ULy77+S/79xObate0OyPk9Pmef3LOh/tHieQzcn85xNHwwI+ldH+JZG50gyfZ0bk+HB9TsHw3EZzrtwrMdzMDmWu7duzbncvT37psxPyX9fTP79JPn3gGMRAAAAYOWFoCiEbb1AtXtmtd67uzMdsHXsQK65aeMf22+/tDeS1/2RvP7HZDqeBXw/pyF4KHGzEu2Qbf/G3yfM89Hmg4AqQX9sk3HHy9lW6z9/KrFu100/7qY9yNi21529acmm7rtDbfbg+pyDYRs7HyfTlWR6P5neTI+58C2WuK0fpA+pFnUut5/MBr0+mq5beO/40OCXdD2LvlkDAAAAwBLrXp/2cu/+Nhi0LSLob/K9u89OD1u7322v/RID6I+z1300GODFIPzT3O92LHFb7MyCyXPF83SeSQfuHdi+kkF/2PbwbY8YwA4fMx+W31/dBzbbO742BMP/Tqbblrt9l2Y/f7tcQX8T52DYjhjMn03LEg2LZYqupSF7GJB63udyeFAWHzw9Mfq7OCD2+eT1bzgWAQAAAFZO6Km6cW8aDuWDzkUE/U2+d/eHNNTtXCqeJpV9Wcf9EoLv+JrfxvdMD6VI+iHma8vbFt192To+V7Cdt6VBar58Sd3SPZ23x/TG36iwrjvTsDS2+/+5vlTaz2eWK+if9RyMwfml7Jsod094n483e/bP+1zuvJdMXxT/PvTsDw/VwvIAAAAAWFFxINNriy/dM+t7d/dPL+uy3fZLqOHdD01fKp4v/K6/7DuXc/tDyBkH6x3TUzmGsF+2Wu37h35eM+jvv264Z/++Cut7OnvNHteUSm1/Znlr9Nc5B0MpnTj/H+WXffCm+Z7L8YHnhAdX4SFCfP1DjkcAAACAldV9eAuD/hneO/RQndRLdTvul1CmqP+avRPm25ub76Pl2/bOHVkJnN3jfx/C1O6rY7arbtBfUG8/9JYO5X1KrfOJ7DU7XVMqtf0yB/01zsFYj/9aOtjtxPn+mVv2A/M9l+M3DF6YsIzrBf0AAAAAK28Vg/6Nu7LX7G9wXR5K1yGEXnWFEhnj6mAvom16dbjLhIxxXX/dnH9cHfEg9JiPg3XWmU7V3O7r0rrtRaFj2M4Qgo4L1GcO+j8Zrc3e+brcMdEr80LFtl+zoD+M7xDnvzp5UOewrUWDhTd9LofjelKJoN52dm91PAIAAACsrFUM+mPN6Wwwy+67aR33Sb1ep67H7dnAr72BLWuE/b2evDG4u2vxbRNqi/cD0/errW9hHfwHpw92XDgIcs1jqXMyHWS38PenszC+6AHDtc1jo+wDh17Q3z2WGxsgP71dYhnHBP21jvN169F/KjfOw8EJy34+m+/K6EOrps/l9r+y69I944/9WCLrjGMRAAAAYKWtWtAfep0WBsxnW632i/WC+lAKJl8Co+wyYr34XNA2rqTMItqm15M4Tsenzx/m6S//3eU4FmN98yNT1vt08w8c8kF/fI9nxiznwJRlLFnQHwaUjYMM/5wNWH05PT86r6cDxk7cD/dnpYjeG/xZPC/+SKfOp+XHx9i4L3s4dykNtuN5upEs54Y17NG/P/ea38c/9AvXjDiQeJjn5cWcy/Eh1m9Juz+2Oe5FGE+i83m6Pw7d7LMQAAAAYKWtXND/RomA98d6PfxDCFol7B8O+cPrt6ptQomP/vzPlpj/QG69f16C4/BAGi7PtIwZS/f0gv54LLw5dExdabU27p6wjCUK+nvBbyxFtTcLlkMt98+ybbmQTLcNrf+tWbh/YfC4i8f4WwUPUf5Ivw0zcV16rz2xuS7hvePPz6alkdYp6I+v+2pwnIfhQaN74zmEh1aLPJfbTya//z49P+IYGJfSa9akEkMAAAAArIiVC/p3poFu6LEcS1IcHwwn8wFbGNS1qrJhf1iPUPd6HiF/1baJ4Wlu20Ov3WnCPP3lX936Y3DSNoYgPvQAn7qcBoP+eCx8MnRc/dJqHbypYBlLEvR3jub26w2DvwuBbuyNfy0NowfW/8b0OArlZvLHXTzGP00fcsQHBqEX+P9ybfLxhHU5Ob5dx63rOgX9h/8yWEYqlgU7kh47sT1DwP7vrTuX4zX0+hYAAAAA62QVa/SPLCcElE8P1WgP00/1eqtOC/uHQ/6iIHNRbRMC3YGHHI+UWP4jQ6/ZouAvloT5Kg1BQ1A/PMWA+UxaO3/qNjUc9IdjJ/Y6zx9TnxUsY0mC/vxgwgf/PObYzh2348q1dHYPbe9ro/OEAV/zwfK4gZFj7/Gsh3lo36LzNobeaxb0x3a8bcz16Fr6kGRS6aRVPpcBAAAA2ELrEPT3xB7LZ4ZCr5o184vC/tgbNv8eb2592/QD7t78D1dbfnzNri049u4cLFNSOJUsLdR00B9/d+tgeF4Ufi9Nj/58T/Ix5avyYxyMe3gycCxdmvA+uQcg4ds1A8u4IfctmyljLqxbjf68EOh3vxtzPL8+/uHIKp/LAAAAAGyxdQr6+8s9MxhW9gafrGok7N+1mJC/atusYjgYQtDO+ZKD6h4t2WZzCPqD+K2Dq0MlVf41tIwlCfrjQLrvpwMKjz2mT08O1ssG/ZMC+vjtmpLh/VoH/Ten3wAZ+zDry/HfqBD0AwAAAFDLOgb9seRKriTIpEFUp8mH/Z1fc//91vK0Tfi2wczh4DYu9zEt6A/6pWjyD5D25JaxRIPxFh0jMYA/N/+gv/Pe5PJBZZezytfG8C2H+K2GL9LxD9pPjPlmyLnRMj7OZQAAAABqWcegPxjojf/QjOt5bCige3v52ibf47z96PT5wzzLMhjvlp8D15UbayGUgRo4Ds5u9p5e1qA/lO8J3zzpfJ389/NDAwzPKejPB9pF9fnLLGdVr42df6bfKun8ODhGSByk97OhUP4r5zIAAAAADVjXoD8/QGWZXrGFy9k5Wvc/hKXz7jVbtW1CqNgPB5+aPn+YJz9o8bY+B64rP6jyyLHwQfbzJQv64/gHHyXr9H3y7/7ccbKA0j35oHq7Bf1hTIfet4mKrjvxwUu+DNTTzmUAAAAAZrS2Qf++3LL311zGUMjf/XZxYX/lHv3vVisr1H0jt/x3t/k5UCXo3zU6wGr78HIF/d2XNx9CDAftiwj6B3qs75myrusW9GfHQfePyWODhH3T3+5PncsAAAAAzGhdg/44KGm27MN/rbFuIeT/MBe4Hc9+fmwxYX/lHv3P5dbrvRLz5+qoh9du63OgQtAfhOMp1l/P9+z/ejmC/lBWqteze9yxuZCg/3Lu2H1kStuvWdAf2j2+5rPpx1Dvmw/hoYBzGQAAAICZrH3pnl9qvHbnUI/boV61AwP0zinsrxz035ZbpxLbHObpL//WbX4OVAz6gzjY6uWhsH+Lg/6N+0YfTI3s90UE/Z/nfndiStuvW9B/ucI5++X4uvrOZQAAAAAqW9vBeHs9m49UXKcdk0P+/vLzg/1+1HzYXytk/CK33rsnzLc7N9/nzoGw76oG/UH7ieUK+vPfNinaloGyMHMK+tsbufX4o9U6eFO95azitbF7MZv/mxLn6/vF7excBgAAAKCSgUFrK4btoSd0DA6vpP+GnvDzfu9YUmfH5HlC+BXLYvycBpel12dHLnwrUR97nmF/rbbJBZMhbC3S7ixvuLoV+j2oT9Z47dHlCfo77+TW5ePR34fAvftb7rh6aMwx1EDQf+iWofI9Bcfvf/40WAJpWpmfVbg29vZBuP5MesAR583KPYVvWTiXAQAAAJhJ6PHeD4rOVntt+7GhQUmfmu97h3Ikcd4racg+LsSPQeXXac/ajbvKr8tIyP9myW0YDvt3bu1+CQFvfM35ZF1uHP19DFd/3VxfcsfxlzX31fvLEfQPhL7X0v8P+7t7Q7qNcRDhr3PznE5/1302dx7sLRn0fzd5sOvu80OD8n6UPlDp/35P8v//Sx/G9ef5IX1dGF9jVa+NnTs2a++Hh0CF7Zdr56LrlHMZAAAAgKli794DaZg3EMi9moZw03rNB+3Hh0qXPDPf9+58PzT/D63Wxt2bv+/enkxfJb87lwZuVdQJ+fuvfa25sH/W/RLDv683eyHnv2UQS9R8vFla5OCfnQex9En+uHqh3LGfF8Pyr7Y+6A896fM99gem88m5cs/ow7k4vZPblmdzx9zVVuvw38a02W1Dry8oj5Uv4ZN/eNA7tttPDn0zIAxk+9LkUjWrcG0M29V/zbOjv4+DOfeOuX87lwEAAACoaSBcmzCFwT0nLicMYvpe1sP+/XKla2Z579DTN98DOB9ixhIgP6fhYgheK7XH7blQ782abfpqLsi8Y4v3yw3Z+lzJHnocz6afst7Gr1dvo3UTHkrle6UPBLq/Vy/jE8vVnF+C7dqdjTFxOSup9W3asz//7ZdYXuZKOohrryzMxt/Tc7nfG73XFuHBwam0B3p87cnxDxPCA65xx2XorR7f79fsPS9l3yS4M1ve6fTYDIMbr9O1MQ7W3Avpv0sHJY5jKJzO9ss3ybSvxPo4lwEAAABYR6E3bQj8w0Co7afTckHtR9Owfhaht3P35dmWEXo2TwsAFymWbXk4a6On0prj4WfAgq5Xe9LrU7xWPZ1dq/Y4l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IBV092hDQAAAAAAYGWEYH/jvlar81Ly398l0zFtMg/tg0nb/pG08yfJv9drD/tJG4FzBQAAACoIN5idaxOmy7l5358yb5h+Gf8+ISAueo3weAmPizvS/R1DCPtqrg7+ebCN248v+bFxvMR1oMLUfd5+ciyDcwUAAABmEnpsdx9IA/qB8O275N/do6VaDv8l+fmJMYHd0Vbr0C2TS7scujntGd5/zefJ/PuUg1lGIYTo7kymG5PpG0H/vNt61QKf0Pu0+3Ay/TbmWpCc152TQ9M7yXQ6mf/D5N8Lq/nwSDCnjcC5AgAAwNLb+MdQWPde8bzx4cAPg/OHBwBlxdf8mobILL/OEUH/Qtr4cjJ9PL2EQ/e6ZHpkSdb7rTE99B+Y/rqw/v3XvLWe+8mxvFrH8jLSPqvbpmXex/UEAACAuYk9cXvh26XJPe27zw71Rnu63HvEbwSEMPBl7b0qwr4V9C+PsA+WZT/kj43+MbKv5PXmg+w1J+xTxzLaZ73a1L4DAABga2+AHxkK7/81Yd5dyTxXcvN/Ue492k9m8+/W3qtC0L9E5+jDy7Uf2k/UD/rbj2WvOWm/OpbRPuvTpvYdAAAAW38THGqyX8yFdp9Mmf/doYBvz/T36HyaTP/T1qtE0L8k5+ed6Tdt1iXoj9ebXUpWOJa1h/ZZnza17wAAAFiem+FjucDuaqt1+K8T5t0/FPC9OnnZYVlxvgPaeZUI+rfext2Dg9iuQ9CPY9k1RfusU5vadwAAACzfDXG+fM9G8byHbh4K+H6bXNe/fTgt9xN68U4TBrLrPJd+A6D7RzpgXfi2QfgWQRg4uCnd25NlH0+mn7J1S96r+1Wyrp1W6+Cfp7TVvclr3k6mn7MB9cJ0NpleT9rmlsmvbd+f1ibPD3ocftb9KFuHP9Jt3/h7Q/t1lnUtGfSH8Rfig6Kfhso6lQyAN+7J2uTHbPuvZOt7erZ9vnFXsoxfRten83Uy3ZHO0/n30LdZcmNVtA+O2Xe/5uY5O/7cCMdQvixNPP4vZMt8avQ14XgLD8E27hs6RvenD91G1i03Db9mUedQnaC/cyqb98HVvEYW7adFnt/hnBg5Do6XmOfaYta56WN56nX84QnLfH9M+32yuHOoymfMLO0z6/WzzjVr6vWh4fOgzjbWbdOqn5l136fM9aSpfbxKf3fU/Xui/Xj2Wf5T2l4AAADbXrwR691QnZtw0/ji6M1XCP4Kl5vcnHbeKRGM7E3XIXxDIN7s7Uhr+scb1N5N3huzbWMsG/JqduN5JP22Qe99uj/kHlwU3EzG4CbMcyZd3/DauN6fZesYwpHbht7z1mwb8j3+zmTv+9b4YCDefN8+4/6ssa4D+7lE0B+X+1vadiFwiO+xK3ttFop3Hyh47Y25MlCvp+3UW8f8N0xCYPefP9Vrg4M3pes3KfwLy+7t+zh9WfzgqntDMv2eTvmwrh9sXNls8zj/saH9+nv28+vTcyYGLVcnn0NVvlmxiHMorlOdoP/L1Qv6y+ynRZ7f8fy4PbumFgT9vWO681px0N/kOs/rWC7dJnuS5X0/tK4PjT+Hw8/CQ+w43y/jr3+znkOzfMZUOtdnvH5WvWZN3Q9zOA+a+Iyo0qazfGaW+ryscK7Muv2r+HdH3b8n4jZdHnyYDwAAsO3FXnwlgrvud1kQ8kdu/s/GzxvDhPD7f05+71jeJ9wAvlTwnl/lHiq8WDMQCjeDH6c32ON60YWei/1tv5jeZA/cwB7N/f6G0WCt1x5hXUdu1nekPcTzN9ydD7JedHdnN7R70nEM+m368Qw32zXXtWpw0flv1mPx7jH7/u7iYDcO6pwFv6E36bT3j+H7rpr7/eXcck4VvNdTkx8GDCzv98GgL/b8DYHZ+cH9Gwa17n6TLi9fFuva3vTBV+hdWeZhWelvVizgHOqvU8Wgv1e+a5WC/ng+lthPW3F+98PqgqA/rtd1E4L+hta5bBtVPZarij2ec+8fAvrCa+Pu4lJys55Ds37GlG2fWa+fVa9Zk76xN6/zoKnPiLJtOutn5rT3qXquzLr9q/h3R+2/J3akn8uCfgAAgJzwleqB8O5UcaASbx7fHJp/95gbt+NpmDD1BvGzLPi4ruCm98BgD8Phm8hSN6GvTL5pjl+lz30FP3wlf2Adcj3Dx5X3iTfQ2e9DOYSigKk/vTYmaPrbUMCys96+nHVdSwUXuSCxaL+FUCOU1xj5+dvF5W8G5nsn114naoYP+Xb/taCn785cj8DLxe0eQ5Fr6cCLI+31xGDoEs6f3nI6z2RBxJtDy/uwuXB0EefQ2G2dEvSHMkm9AGdVS/eU2U+LPL/bT04P+uM6TSnd0+Q6N3ks1zrPP88t+/kJ8z1XXG5u1nNo1s+Y0ud6Q9fPOtesStfbGY6pxrax7MOTGT8zK30bo8z1pKHtX5W/O2b5eyK2/79ypXvuawEAABBvpD7N3RBeGdOr/Xg2WO9f0rBz4AbyldEbt/hV8CmD9YavaMebu3cn3EDePhQqPlI9fIg3sFcn1+Dvl7s4Ozpfvt57+Ir5yGtPTw49Yw+9XA34wnXIlVAK34iotR9nXNcywUUsD9ILKx4r2G8PpTfgAz/bU3zMjKznbUP7fU/N9vhvcbg2LjAZXuf+PC8V9xYMAXZ/XS9PH+shvuZEM+HoIs6hgXV6YnzZh3BcD0xjaiyvYtBfZj8t8vweaP8Zgv4m17mpY7mucK3pL/vbCfN9NT7snPUcauIzplT5lwavn3WuWVP3QwPHVJPbWPrhyYyfmZVKBE05V5rc/lX5u6Pu3xMAAABMMBLgPZe7ybou6+H3Se7G7evi3tK9G99xvZ8Hbv5Obj5YGAkK81N+vV6qGD68Wv4r3bEO+5jennFAu/fTno5jt+P05DCz7A13/Hr9jKHorOtaJriIX5e/mKu7e0fFfXGt3E37QFmBo/XaY6AnbkGQF8tZ9Ob5cPz2xsEFnyt4/YODJRJKBSPHmwlHF3EOTbxOZA9QwjGen0L4GXtafrviQf/x5oL+Rs7vBQf9Zda5qWO5rv75ea34cyfWCi8KIWc8hxr5jCkT9Dd4/axzzZq6bQ0cU01uY9ljbtbPzDpjARQG/Q1u/6r83VH37wkAAAAm3aTvHKx1mu8Z2SsX0X40N/+BoXqzuZvSzheTe1b258vCmXBzOxwUFk7XV9yub6f31qzdZtdnN/nnlifon3VdywYX+XEdYm/WV6fX0g8PiqpsX6iH33+Pj2pu9w253uVXxq9jfkDPsC3DgxvGUGzMt1wGfr9VQf8CzqGBdapRo79fskTQL+ifQ9Afl9+Z8nDy5TQUncc51MRnTKlzvcHr57IG/U1u46zHXNnPzCaD/ia3f5X+7qjz9wQAAACt8jeh+Z6RoQbycG3j2DMxPwjap9nPby036Gfshdl77dvz26Z+yHi6wWXuzcYp+DqtCT3t5nwrb7irrmuV4GKgl9619Ov7RV+9j+tycXoZnYH1yIWa4firfVy/nVvO0ECcsSfitcFjv/vs0Hp/OPn42aqgf1HnUNE+KRP0x239QtDf1Pm9zkF/WKdQQmbSVFTDO4wz07/WXxqsNR7Pk1/GD8LbxDnUxGdMqfZp8Pq5tD36G9zGukF/1c/MRnv0N7j9q/Z3R9W/JwAAAJgi1GcdCPCObdaBDT3HRm7MhgbljSH/S+l/h0HeJt4I5gZgC1/5noeBQd4+bGB5d6a95kIP8PxN+DKV7pl1XasGF6EnbX6QyTh9lh4LI+v0R7WyBKEOdn89Ls5wXN+XW7fPh47hj9MQ4uBNue347+bvez+fFGZvWdC/gHNoZJ3qBP2nBP1Nnd/rHPQPP2geO01ot/yAn+FbaP1t2JeNGXN98+dQU58xpYL+Bq+fSxv0N7iNVYP+up+ZjQb9DW7/qv3dUfXvCQAAAErID8wW6xK/kg3Sdtf4m7qBG7KjyfRT2oN36g3hzsEa//MwEOJcmnFZL2fL+WC0V+myBf2zrGutgOT2NEAfOBYujQbAYT/3f/9CieU+nJv/7IzH9Y+by+o9hOoNfBgG44z//+HgQ6vYFgfT0h4Tl71VQf8CzqGRdaoR9K/09VDQvzJBf//bOVk42F9uqMH/1nw+h5r6jCnVPg1eP5e2dE+D21jlc2yWz8xGS/c0uP2r9ndH1b8nAAAAKBM4bIwJ8ibU2x8YlPfS+NInha+9vPnajbtLrt8TaZmGsvr12cN73FOvTfqlX34a3yt0mYI0SshZAAAXF0lEQVT+Wde1anAxsP77B+vdh209dHPu97kgvfNOiX396PSBdOsc1+G/Y1u8mSz3m/GhSX+es2kvw4ltvpU1+hdwDg2/VtC/dee3Gv1TrkE/DD6s643RsfH3+X0ONfEZU6pHf4PXz6Xt0d/gNpYuQTfjZ2ajPfob3P5V+7uj6t8TAAAAlBB6O4/0opzQsyyE+gOh39W0lnKpm8P/5V77cYkbvzvTIKfSDegX1QZ0Db3J8mWKBsq+FARryxL0N7GuZYKLOBjlGwXbcH1WDmdcCY3/y733hRIhRv6h0zMzHtd/zW3TD+kxGgK+9lO59duR61F5drM9p5UN2NKgfwHn0MA6Cfq37PweaX9B/+j65q8xL6XvO21g+FnPoVk/Y8q2T5PXz6UN+hvcxjJt2sRnZqNBf4Pbvyp/d9T9ewIAAICSQtmDgeD+pik391eqBR1jb1KvpYO2FYlB7S/lvs4+8B4Hh97j/ya8x1/SEi/58QXiOAXTAph3lyPob2JdywQXcXt+nLKvxrw+9MYbOFamBMS93o1h0OfujQ0c15/mtv2DbIDOHUPv+cbgN1nyJUAKl7uAoL+o9MgizqGB93tS0L9V53ds/3zQf7LE+ixh0F90LDfhP3/KXWN+TkP4SedEE+fQrJ8xZdunyevnsgb9TW5jmTZt4jOzyrE97VxpcvtX5e+Oun9PAAAAUNJA0FtigMH+17avDfaQniaUPsgPPte7kRso97IjCxcvpL0oQ03lSjehyc1v97ehcPL4UJi/Ix34rnN+s2RLf9vemdzbMw7Wmlt+96H5BCBlNLGucT0OlAj6w+//OWFdCsKMUAanv47/nXJsXC1fq7jUcT3UG719eMy2DY07UaYHYa2g/8T0c2Zgfd8bWs8dizuHBt732TFB/wPzuQ6FMRSGH8QsWpn9tMigf6Am988FA8weGyxHM1wvu+l1bupYbmyf5T6PQmg67Rtms55Ds37GVGmfpq6fyxr0N7mNZdq0ic/MKsd2qXOloe1flb87Zvl7IrbX4+lAxKFsUN3SWQAAAGutV9e47I1f/6vbV9Kbtko3ic+NH3Qx3hiez61HqP9/R73tydexHfsevVDskyk33dfS/w+9RkMbtR9L/v1uaJyC0+nv8uMUdPeWvOH+Lrdu+2tsZwPrGvdJflDMUxMChO/H7+/+oJgXxvfED9/66C//3wXHxXub69jYcb0zCwSupfs8tM3E/XBpfEg6Mv8jg+FrqXXJ9XAsKlswUBLhShp8x5//ffCbM4s4h/rvdWr0fcKDwSbFskqvpSFWmfYP2xTX61K2rRfSoDb0np75mCmxnxZ1fvfPvVyIH7+lckfaZiFAi9/GOp5ey/rzvJaFgjvns85NHstNCHX2q9Q5b+IcmuUzpmr7NHH9rHPNmnpsNnlMNbCNZdq0ic/MSvuuxLnS2D5ekb87Zvl7Ipbby18Pv/b3OwAAwPibyNPZjVXJ3pbhq9d1ewaOGwB4YPql/CCJhe/x9NAN4fD0wfibzBiQ/VbwmvNpD7JwMzvyu1zAlO8FHcLL4bINsf1uG3r9kerbOOu6hn0dw8JLQ0HVP4dCwl2D5W1Cj+4You/Mln8hfd3GvQXBws7BhwndlzfbJNSv7ryf/fzV5o/rXpmBSSFL+8VyZQJie+0bCjGyfVcUMofgOrZx/lj8qfj4zg9GGIPvi1nJoVsXew6FnuOh52T+2OhPP6btUCaUn9aeoWfqQO/PKcsMwVS/V+vwdGEzdKu8LhX206LO7/6y/j1hP5/I5skF/SFoC+dYfgDmJtZ5XsdyI59f2Tm58Y/FfQ7V/Yyp2j6zXD/rXLNKnzMNngdNfUZMa9MmPt/LvE/Vc6WJ7V+Zvztm+HsiHs+/C/oBAACm37SHm9JXqoUkswyUtnFXWnM63tRdzUopfJHWO676LYHCm/7daQ3dcIPde4/wcCL0bpz6ug+ym/Qr6c1o6LWWX6/49fUr6c19rzRD6NEXet0NB5HxpvhU2uMuvvbk+Bvl0Ksv9BasvI011jWG+VenBF0Pjt6YDw/EHHuvvpnW1Z26z+/O9vlP2bqG/fFNGsLXDWjLHGdx308IF0PJjjjP3ilt/cmU9hrqvTtuINuB6fLosR7Ws/N5tr9+TR8+FI2ZMa9zKC7zWrlplhrKoZRFrFH9TLmgPwRM8cHDK+m+CtsYwqB8KYlpA7GOXY+S+2krzu/+OoYyMF9mx8XlrGd/7ttXsXzNS6PnUVPrPO9jeebPr+frDTo96zlU9zOmTvvUuX5WvWaVarM5ngezfkaUadO6n5ll36fOuTLL9q/S3x1N/D0RroX90j33tQAAAIDtpEwdX7V+t85A/fAJQX/ozRp6uo5dRq4Wtn25/cTSIHdqBwAAAACALVE66P+m+PehDEm/ZvRj2hQAAAAAABamTNAfB3qcMghwr3ZzGCgVAAAAAABYkLI9+qfpBf2hZjUAAAAAALAgTQT93Z3ZYI7ntCcAAAAAACxUI0H/vmwZz2lPAAAAAABYqCaC/s472WC9O7QnAAAAAAAs1KxBf+eOrD7/bm0JAAAAAAALN0vQH+bvfptMD2lHAAAAAADYErME/Z2TyfSMNgQAAAAAgC1TN+hvd5LXHNF+AAAAAACwpeoE/d0DyfwntB0AAAAAAGy5qkF/9+FkOjPh98ky2hvaFQAAAAAAFqK7Pxf0Xz953vb9yTxftVoHb0r+3TU6bdydPgTo7tOuAAAAAACwEJ23N4P+9uPF83XvTKaLm/MWTj9rUwAAAAAAmLvO0WS6NCaoP5dMLwzOe+iW5GfnS4T819LlAgAAAAAAAAAAAAAAAAAAAAAAAAAAAAAAAAAAAAAAAAAAAAAAAAAAAAAAAAAAAAAAAAAAAAAAAAAAAAAAAAAAAAAAAAAAAAAAAAAAAAAAAAAAAAAAAAAAAAAAAAAAAAAAAAAAAAAAAAAAAAAAAAAAAAAAAAAAAAAAAAAAAAAAAAAAAAAAAAAAAAAAAAAAAAAAAAAAAAAAAAAAAAAAAAAAAAAAAAAAAAAAAAAAAAAAAAAAAAAAAAAAAHPVuSOZTiXTpWS6kkwXWq3usVbr8F+qL6v7cvL6y9oUAAAAAAAWors/ma62Wp1rY6YQ+O8pv6yNe7PXCfoBAAAAAGD+Dt2S9eJ/pdXq7k2mXVlY/85m2N/9ttyywms75wT9AAAAAACwMN1X01I743RObIb9G/dMX1bnZKvV7gj6AQAAAABgYbrfJNN1438X6vP3gv72Y1OW80gy32dZr35BPwAAAACwakL5k1kd/HNaPqXzweLXf97vffivrVb7xdXct7O2TQjRuw8l2/9UsowXkn//lfz/jcuxbd0bkvV5eso8v2dB/6MTjv+bk3nOpg8Gljno7946v2W3D6bb3P0j+fe95N/rXRcBAAAAllrneMGglTWn7vPadFXFUPPNdKq9jBuT1x/ZDFS7Zxa4/g28d3dnOmDrtON84x8rtm8baJv2Rhb8/phdN0IpnJ/TQDiUuFmJdsi2f+PvE+b5aPNBQJWgv/BaerbV+s+fSqzbddOPu/yDjM7ryXS63LKriA+Dht/3cddHAAAAgKUXemt2H06m38aES5+ntaoHpnfSgKn74Wgo2j2mPVfyGLg1mX5I9uHR+sdQ6OU+fAwtIuhv8r27z5Z4mPXdap3bs7ZNDKA/zl730WBpnBiEf5r73Y4lboudyXQ1HWC3SOeZ9Po2sH0lg/6w7eHbHvFh2fAx82GFa/EDm+0dXxseTvw7mW4bbd+wb8ODhCZ79wv6AQAAAFZc560xAdUD018X61n3XvOWdlw1oXdzeGAzy0Oa0Ft84940iMwHnYsI+pt87/iw43IyXSqeJpV9WbpzuoG2iQ/2rqUPC8b1Hg/BcP9BwmvL2xbdfdk6PlewnbdloXmuFFHd0j2dt8eE5RsV1jV8s+R81u7/N30fxweuu5s9bjpXsm9wnFa6BwAAAGClhLIQI0H/vnKvDTW/42tOaMdV0t2bhbSfNbjMRxYb9Df13t3908u6rPS+rtE2oR5//3rw0oTz/6Xcsu9czu0PDyziYL1jvnUQH4R8mVwD7x/6ec2gv/+6mtfTuL6ns9fsKfF+7ybz/tJqHbzJNQ0AAABg22s/UT+Yaj+WveakdlwVsW77T8m/F9MBSBtb7sNbGPTP8N6dL9Jpbfd3jbYJZYr6r9k7Yb69ufk+Wr5t79yRlcAp6PUexhjovjpmu+oG/QX19sNDtVDep9Q6n8hes3P6vOGbFrFX/2ctAAAAALa7WYL+WP96lxIPq6RXXmRaaZCqVjHo37gre83+BtfloXQdZjknOu+l5+VWtE0s6dSb/2KJdf11c/7Dfyu4xtyf9jyvNZ2qud3XJdO36f4o2s7wQGNcoD5z0P/JmLFPvi53TPRKLZV+z+ez5b/g2gYAAACwrc0S9LNaNu7eDDCbfjizikF/CNTj637JyqA8N7kH+9T1uD0b+LU3SG2NNu68v7kt4UHEotsm1mnvXQver7a+hXXwH5w+2HHhIMg1j6U4gPgzE35/Ogvjix4wXNs8Nso+cOgF/WHci/7YAPnp7RLLOFYx6N+V1dW/mI6bAAAAAMA2VSfoD6FXnPdB7bdKQk/juN9ON7/sVQv6u7dOCJjPJufFi/WC+lAKJl/OpuwyYr34XGg+rqTMItqm+2GuHY6XOKaO55b/7pJc0zrpA4uJ6326+QcO+aA/vsczY5ZzYMoyKgb98X0+mD6eQlmhHFBYx1AOyPUdAAAAYIXUCvq/FPSvms5tm/u3/WTzy1+5oP+NEgHvj/V6+Hderxb2D4f84fVb1TahZ3h//mdLzH8gt94/b/1xHtdnxsHBZy3d0wv647Hw5tAxdSX9Zk3hMuoE/c9tjgVQprb/yHten34OxGP1au468UQLAAAAgFVRNegPg0r25xX0r85+PpwrCXNf88tfuaA/G19i496kbf6V9Uy/MH4g1TCoa1Vlw/6wHv0e2Q2H/FXbJj5wyG17GGx76nH1WG75V7f2GA/bOmkbQxDf3iixnAaD/ngsfDJ0XP3Sah28qWAZdYL+XGmkcCxXEct5/Tj0oEnQDwAAALB6qgT9IfDs/Hf5g/5ZaoIXTpdWez93Ps7t3+uaX/4q1ugfWc6O5Hx4eqhGe5h+SkuaVG7zKWH/cMg/HBAvum26NwxdBx4psfxHhl6zRQNzhwF/u1+lAXocIHxoCoF2HCS5xPgjTQf94dgJ5aAGjqnPCpZRI+iPy+8t952K63xD7r8/FPQDAAAArKyxQf8fabA9MF0ZE34L+ldGCC3rhJdlrUPQ3xPrlJ8ZOidq1swvCvvjNwry7/Hm1rdNP+Duzf9wteXH1+xa/LHdvXOw5FDhVLK0UNNBf/zdrdm3Q/Lr89qY+WoE/fF1V2cvnxRKHgn6AQAAAFbU2KB//2iP2M7utCxE99vlD/pD4Hbwz81Pqyof4IawcS7vsUZBf3+5ZwYf9IQe/3WMhP27FhPyV22bVQz6D92SvO/5kg/rjlY8XxoM+uO19v7BGvjjSu3UDvp/n/0bO/mBlQX9AAAAACumTo3+flilRv9EITBs8kFD3QBv4x+5/Xt+Ttu6hkF/LIlyKTe2wd31l5UP+zu/5v77reVpm/Btg5mD/uu38fl+3fQSTGEg7OFvCnX35JZRM+jPH1PhGw61jlFBPwAAAMDqqhr0B50vBP1ljBvgcpap/WjN9ciXMvp6Ptu6jkF/bLt8b/yHZlzPY0P79O3la5t8j/Myx1uYZ1kG491qZYL+ON+rQ8fB2c1vQjQR9Hf+WfNYF/QDAAAArK5aQf8pQX8ZyxL0dx/ILefcfLZ1XYP+/GCzZXq4Fy5n52jd/84n8+8BX7VtOj/mjrenSlw/nhoctHg7Kxv0x3mHj4UPsp/XDfpz5YvC+V7reiXoBwAAAFhddYJ+VsvGXbn9e2E+77G2Qf++wbErai1jKOQfGOdizmF/5R7971YrK9R9I7f8d7f3eVYp6A/jNHw3FKwfbqZHfxgLoA5BPwAAAMAKW8eg32C8o+2Rrwk+l/dY06A/hKa9ZYfxKSqvWwj5P8y1//Hs58cWE/ZX7tH/XG693isx/3u5+Z/b3tfSKkF/EI6n8OBt4Pr7dc3BeC/m9vON9dZf0A8AAACwwtYx6B+oSd/UdGnF2+T8fOuor33pnl9qvHZnWpKlqIf8wAC9cwr7Kwf9t+XWqcQ2h3n6y791e19Lqwb9wca9yWsuj15vKp/fV7LXXp7hGiHoBwAAAFhd7ScF/dsi6D+9uS2Hbm5++Ws7GO/b2bKPVFynHZND/v7y84P9ftR82F+nbfqDbYdp94T5dufm+9y1NOy7qkF/vAY/MVvQP/CNnY9nONYF/QAAAACrq/vsmKD/gTm91540AGXx8mFi3VrzE/ftI/XD9hBUxtrwV9J/Q0/4eb93LKkz5VgMQXb4BkTn57Smeun12TE0EPOUWvfzDPtrtU3u4UB7Y8Ix1clto4G5N78NcbLGa4/WD/o37sntrxdnWP8TQ0H/U/YpAAAAwMronBoN+ttPN/seob5957U0NA2h7tR1uiNbr0tZSYoLaS/Zw3+xv+rq3rBZ3mNSeFv7ODqSO4bOVntt+7HZAsaq793vuXwlDdnHhfjhZ6Feeqh9HgYzLt3OwyH/myW3YTjs37m1+yX0DI+vOT++5vt//rQ5AGxYX3LH8Zc199X79YL+9uPNlE8aGIj5WjrQMgAAAABLLvQajgHRpTFlan5My/eUCeUnvkcIPV9I/v0tFx5NWWbobR57UY8rn3Mh/VYA9YTQObbjZ80t8+BNyT45MHocdV8t/w2OfFAZp2fm+96d74fm/6HV2rg7dwzenkxfJb87lz50qtTGNUL+/mtfay7sn3W/xCD/681vAuS/ZRBL1GQPArrfrPZA1Y2dW7uHjqsXqn97KTyMi8ddxaC/X5arZtme+I2ah8aMFfDT4HkBAAAAwJIJpSXK1qavWm86L/TMDvXgQ3BbJug/dEsWTL6SzLc37VUdB6t8J/f6b+2/ug7/LftWxdVmvh0RAuAyx9DGfVOWE2qMv5f1sH+/XOmaWd67fX9ajmdk/vPpw6Twu/CthxC8VmqP23PB+ps12/TVzTEhqj5kaHy/3JCtz5XsocfxbPopexj3evU2WrtraXJt635XcO38vXoZn3gNPF9hX+/cPOa6d9a4Rj9R4li5XK10FQAAAABrKj847qSgP/Y2frlgGbn60aEmNTX3Ra8W+NHt3Q6ht3UI/EPQGUpVhYdS7UfTsH4W4dgsOoZL76Mj00P4RQq9+0Pd/thGT6V1/8PPWILj+Nly40AAAAAAwMxKB/3fFP8+9EDv13B/TJvWFXvPf5/10r1Ve8CqiuWVzqdjL+hxDwAAAMDclQn6QwmQaYMAx1IY19Ke18ywP27Lxk34XFvAyp7HH2TjlnhgBwAAAMAilO3RP00v6N/4uzadVSgxE2p7zzIGA7BF19Sj2XgSd2gLAAAAABakiaA/DDoZBwA9pz2bEh6YxLDwiLaAVREGig7lt/TkBwAAAGChGgn692XLeE57NunQzUnbnkkHQgaW/Fr6ejrwbih1BgAAAAAL1UTQ33knG6x3h/acyz7arQ1g2R3+qzYAAAAAYIvMGvSHOtSxPr8wGgAAAAAAFm+WoD/M3/02mR7SjgAAAAAAsCVmCfo7J5PpGW0IAAAAAABbpm7Q3+4krzmi/QAAAAAAYEvVCfq7B5L5T2g7AAAAAADYclWD/u7DyXRmwu+TZbQ3tCsAAAAAACxEd38u6L9+8rzt+5N5vmq1Dt6U/LtrdNq4O30I0N2nXQEAAAAAYCE6b28G/e3Hi+fr3plMFzfnLZx+1qYAAAAAADB3naPJdGlMUH8umV4YnPfQLcnPzpcI+a+lywUAAAAAgO3n/wHLy5XfefM1BgAADxB0RVh0TWF0aE1MADxtYXRoIHhtbG5zPSJodHRwOi8vd3d3LnczLm9yZy8xOTk4L01hdGgvTWF0aE1MIj48bXN0eWxlIG1hdGhzaXplPSIxNnB4Ij48bXN1Yj48bWkgbWF0aGNvbG9yPSIjMDAwMDdGIj5GPC9taT48bW4gbWF0aGNvbG9yPSIjMDAwMDdGIj4xMjwvbW4+PC9tc3ViPjxtbyBtYXRoY29sb3I9IiMwMDAwN0YiPj08L21vPjxtZnJhYyBtYXRoY29sb3I9IiMwMDAwN0YiPjxtbj4xPC9tbj48bXJvdz48bW4+NDwvbW4+PG1pPiYjeDNDMDs8L21pPjxtc3ViPjxtaT4mI3gzQjU7PC9taT48bW4+MDwvbW4+PC9tc3ViPjwvbXJvdz48L21mcmFjPjxtZnJhYyBtYXRoY29sb3I9IiMwMDAwN0YiPjxtcm93PjxtZmVuY2VkIGNsb3NlPSJ8IiBvcGVuPSJ8Ij48bXN1Yj48bWk+cTwvbWk+PG1uPjE8L21uPjwvbXN1Yj48L21mZW5jZWQ+PG1mZW5jZWQgY2xvc2U9InwiIG9wZW49InwiPjxtc3ViPjxtaT5xPC9taT48bW4+MjwvbW4+PC9tc3ViPjwvbWZlbmNlZD48L21yb3c+PG1zdXA+PG1pPlI8L21pPjxtbj4yPC9tbj48L21zdXA+PC9tZnJhYz48bW8gbWF0aGNvbG9yPSIjMDAwMDdGIj49PC9tbz48bXNwYWNlIGxpbmVicmVhaz0ibmV3bGluZSIvPjxtbyBtYXRoY29sb3I9IiMwMDAwN0YiPj08L21vPjxtbyBtYXRoY29sb3I9IiMwMDAwN0YiPig8L21vPjxtbiBtYXRoY29sb3I9IiMwMDAwN0YiPjg8L21uPjxtbyBtYXRoY29sb3I9IiMwMDAwN0YiPi48L21vPjxtbiBtYXRoY29sb3I9IiMwMDAwN0YiPjk5PC9tbj48bW8gbWF0aGNvbG9yPSIjMDAwMDdGIj4mI3hENzs8L21vPjxtc3VwPjxtbiBtYXRoY29sb3I9IiMwMDAwN0YiPjEwPC9tbj48bW4gbWF0aGNvbG9yPSIjMDAwMDdGIj45PC9tbj48L21zdXA+PG1vIG1hdGhjb2xvcj0iIzAwMDA3RiI+JiN4MjAwQTs8L21vPjxtdGV4dCBtYXRoY29sb3I9IiMwMDAwN0YiPk48L210ZXh0PjxtbyBtYXRoY29sb3I9IiMwMDAwN0YiPiYjeEI3OzwvbW8+PG1zdXA+PG10ZXh0IG1hdGhjb2xvcj0iIzAwMDA3RiI+bTwvbXRleHQ+PG1uIG1hdGhjb2xvcj0iIzAwMDA3RiI+MjwvbW4+PC9tc3VwPjxtbyBtYXRoY29sb3I9IiMwMDAwN0YiPi88L21vPjxtc3VwPjxtdGV4dCBtYXRoY29sb3I9IiMwMDAwN0YiPkM8L210ZXh0PjxtbiBtYXRoY29sb3I9IiMwMDAwN0YiPjI8L21uPjwvbXN1cD48bW8gbWF0aGNvbG9yPSIjMDAwMDdGIj4pPC9tbz48bW8gbWF0aGNvbG9yPSIjMDAwMDdGIj4mI3hENzs8L21vPjxtZnJhYyBtYXRoY29sb3I9IiMwMDAwN0YiPjxtcm93Pjxtbz4oPC9tbz48bW4+MTwvbW4+PG1vPi48L21vPjxtbj42MDwvbW4+PG1vPiYjeEQ3OzwvbW8+PG1zdXA+PG1uPjEwPC9tbj48bXJvdz48bW8+LTwvbW8+PG1uPjE5PC9tbj48L21yb3c+PC9tc3VwPjxtbz4mI3gyMDBBOzwvbW8+PG10ZXh0PkM8L210ZXh0Pjxtbz4pPC9tbz48bW8+KDwvbW8+PG1uPjM8L21uPjxtbz4uPC9tbz48bW4+MjA8L21uPjxtbz4mI3hENzs8L21vPjxtc3VwPjxtbj4xMDwvbW4+PG1yb3c+PG1vPi08L21vPjxtbj4xOTwvbW4+PC9tcm93PjwvbXN1cD48bW8+JiN4MjAwQTs8L21vPjxtdGV4dD5DPC9tdGV4dD48bW8+KTwvbW8+PC9tcm93Pjxtcm93Pjxtbz4oPC9tbz48bW4+MDwvbW4+PG1vPi48L21vPjxtbj4wMjAwPC9tbj48bW8+JiN4MjAwQTs8L21vPjxtdGV4dD5tPC9tdGV4dD48bXN1cD48bW8+KTwvbW8+PG1uPjI8L21uPjwvbXN1cD48L21yb3c+PC9tZnJhYz48bW8gbWF0aGNvbG9yPSIjMDAwMDdGIj49PC9tbz48bW4gbWF0aGNvbG9yPSIjMDAwMDdGIj4xPC9tbj48bW8gbWF0aGNvbG9yPSIjMDAwMDdGIj4uPC9tbz48bW4gbWF0aGNvbG9yPSIjMDAwMDdGIj4xNTwvbW4+PG1vIG1hdGhjb2xvcj0iIzAwMDA3RiI+JiN4RDc7PC9tbz48bXN1cD48bW4gbWF0aGNvbG9yPSIjMDAwMDdGIj4xMDwvbW4+PG1yb3cgbWF0aGNvbG9yPSIjMDAwMDdGIj48bW8+LTwvbW8+PG1uPjI0PC9tbj48L21yb3c+PC9tc3VwPjxtbyBtYXRoY29sb3I9IiMwMDAwN0YiPiYjeDIwMEE7PC9tbz48bXRleHQgbWF0aGNvbG9yPSIjMDAwMDdGIj5OPC9tdGV4dD48bW8gbWF0aGNvbG9yPSIjMDAwMDdGIj4uPC9tbz48bXNwYWNlIGxpbmVicmVhaz0ibmV3bGluZSIvPjxtc3BhY2UgbGluZWJyZWFrPSJuZXdsaW5lIi8+PG10ZXh0IG1hdGhjb2xvcj0iIzAwMDA3RiI+VGh1cywgZm9yY2UmI3hBMDs8L210ZXh0Pjxtc3ViPjxtaSBtYXRoY29sb3I9IiMwMDAwN0YiIG1hdGh2YXJpYW50PSJib2xkIj5GPC9taT48bW4gbWF0aGNvbG9yPSIjMDAwMDdGIj4xMjwvbW4+PC9tc3ViPjxtdGV4dCBtYXRoY29sb3I9IiMwMDAwN0YiPiYjeEEwO2hhcyB0aGUgZm9sbG93aW5nIG1hZ25pdHVkZSBhbmQgZGlyZWN0aW9uIChyZWxhdGl2ZSB0byB0aGUgcG9zaXRpdmUgZGlyZWN0aW9uIG9mIHRoZSYjeEEwOzwvbXRleHQ+PG1pIG1hdGhjb2xvcj0iIzAwMDA3RiI+eDwvbWk+PG10ZXh0IG1hdGhjb2xvcj0iIzAwMDA3RiI+JiN4QTA7YXhpcyk6PC9tdGV4dD48bXNwYWNlIGxpbmVicmVhaz0ibmV3bGluZSIvPjxtbiBtYXRoY29sb3I9IiMwMDAwN0YiPjE8L21uPjxtbyBtYXRoY29sb3I9IiMwMDAwN0YiPi48L21vPjxtbiBtYXRoY29sb3I9IiMwMDAwN0YiPjE1PC9tbj48bW8gbWF0aGNvbG9yPSIjMDAwMDdGIj4mI3hENzs8L21vPjxtc3VwPjxtbiBtYXRoY29sb3I9IiMwMDAwN0YiPjEwPC9tbj48bXJvdyBtYXRoY29sb3I9IiMwMDAwN0YiPjxtbz4tPC9tbz48bW4+MjQ8L21uPjwvbXJvdz48L21zdXA+PG1vIG1hdGhjb2xvcj0iIzAwMDA3RiI+JiN4MjAwQTs8L21vPjxtdGV4dCBtYXRoY29sb3I9IiMwMDAwN0YiPk48L210ZXh0PjxtbyBtYXRoY29sb3I9IiMwMDAwN0YiPiYjeEEwOyYjeEEwOzwvbW8+PG10ZXh0IG1hdGhjb2xvcj0iIzAwMDA3RiI+YW5kPC9tdGV4dD48bW8gbWF0aGNvbG9yPSIjMDAwMDdGIj4mI3hBMDsmI3hBMDs8L21vPjxtbiBtYXRoY29sb3I9IiMwMDAwN0YiPjE4MDwvbW4+PG1vIG1hdGhjb2xvcj0iIzAwMDA3RiI+JiN4QjA7PC9tbz48bXNwYWNlIGxpbmVicmVhaz0ibmV3bGluZSIvPjxtc3BhY2UgbGluZWJyZWFrPSJuZXdsaW5lIi8+PG10ZXh0IG1hdGhjb2xvcj0iIzAwMDA3RiI+V2UgY2FuIGFsc28gd3JpdGUmI3hBMDs8L210ZXh0Pjxtc3ViPjxtaSBtYXRoY29sb3I9IiMwMDAwN0YiIG1hdGh2YXJpYW50PSJib2xkIj5GPC9taT48bW4gbWF0aGNvbG9yPSIjMDAwMDdGIj4xMjwvbW4+PC9tc3ViPjxtdGV4dCBtYXRoY29sb3I9IiMwMDAwN0YiPiYjeEEwO2luIHVuaXQtdmVjdG9yIG5vdGF0aW9uIGFzOjwvbXRleHQ+PG1zcGFjZSBsaW5lYnJlYWs9Im5ld2xpbmUiLz48bXN1Yj48bWkgbWF0aGNvbG9yPSIjMDAwMDdGIiBtYXRodmFyaWFudD0iYm9sZCI+RjwvbWk+PG1uIG1hdGhjb2xvcj0iIzAwMDA3RiI+MTI8L21uPjwvbXN1Yj48bW8gbWF0aGNvbG9yPSIjMDAwMDdGIj49PC9tbz48bW8gbWF0aGNvbG9yPSIjMDAwMDdGIj4tPC9tbz48bW8gbWF0aGNvbG9yPSIjMDAwMDdGIj4oPC9tbz48bW4gbWF0aGNvbG9yPSIjMDAwMDdGIj4xPC9tbj48bW8gbWF0aGNvbG9yPSIjMDAwMDdGIj4uPC9tbz48bW4gbWF0aGNvbG9yPSIjMDAwMDdGIj4xNTwvbW4+PG1vIG1hdGhjb2xvcj0iIzAwMDA3RiI+JiN4RDc7PC9tbz48bXN1cD48bW4gbWF0aGNvbG9yPSIjMDAwMDdGIj4xMDwvbW4+PG1yb3cgbWF0aGNvbG9yPSIjMDAwMDdGIj48bW8+LTwvbW8+PG1uPjI0PC9tbj48L21yb3c+PC9tc3VwPjxtbyBtYXRoY29sb3I9IiMwMDAwN0YiPiYjeDIwMEE7PC9tbz48bXRleHQgbWF0aGNvbG9yPSIjMDAwMDdGIj5OPC9tdGV4dD48bW8gbWF0aGNvbG9yPSIjMDAwMDdGIj4pPC9tbz48bWkgbWF0aGNvbG9yPSIjMDAwMDdGIiBtYXRodmFyaWFudD0iYm9sZCI+aTwvbWk+PC9tc3R5bGU+PC9tYXRoPvET/uwAAAAASUVORK5CYII=\&quot;,\&quot;slideId\&quot;:284,\&quot;accessibleText\&quot;:\&quot;F subscript 12 equals fraction numerator 1 over denominator 4 pi epsilon subscript 0 end fraction fraction numerator open vertical bar q subscript 1 close vertical bar open vertical bar q subscript 2 close vertical bar over denominator R squared end fraction equals\\nequals left parenthesis 8.99 cross times 10 to the power of 9   text N end text times text m end text squared divided by text C end text squared right parenthesis cross times fraction numerator left parenthesis 1.60 cross times 10 to the power of negative 19 end exponent   text C end text right parenthesis left parenthesis 3.20 cross times 10 to the power of negative 19 end exponent   text C end text right parenthesis over denominator left parenthesis 0.0200   text m end text right parenthesis squared end fraction equals 1.15 cross times 10 to the power of negative 24 end exponent   text N end text.\\n\\ntext Thus, force  end text bold F subscript 12 text  has the following magnitude and direction (relative to the positive direction of the  end text x text  axis): end text\\n1.15 cross times 10 to the power of negative 24 end exponent   text N end text    text and end text    180 degree\\n\\ntext We can also write  end text bold F subscript 12 text  in unit-vector notation as: end text\\nbold F subscript 12 equals negative left parenthesis 1.15 cross times 10 to the power of negative 24 end exponent   text N end text right parenthesis bold i\&quot;,\&quot;imageHeight\&quot;:252.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3152</Words>
  <Application>Microsoft Office PowerPoint</Application>
  <PresentationFormat>Widescreen</PresentationFormat>
  <Paragraphs>237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Cambria Math</vt:lpstr>
      <vt:lpstr>LM Roman 10</vt:lpstr>
      <vt:lpstr>Tema di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GABRIELE MORRA</dc:creator>
  <cp:lastModifiedBy>CLAUDIO MIRABELLA</cp:lastModifiedBy>
  <cp:revision>4</cp:revision>
  <dcterms:created xsi:type="dcterms:W3CDTF">2025-02-19T19:59:30Z</dcterms:created>
  <dcterms:modified xsi:type="dcterms:W3CDTF">2026-10-29T19:12:15Z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2026-10-29T19:08:59Z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33f9d952-ae0e-49ba-88de-d3b7b0bc9dfc</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