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4"/>
  </p:notesMasterIdLst>
  <p:handoutMasterIdLst>
    <p:handoutMasterId r:id="rId25"/>
  </p:handoutMasterIdLst>
  <p:sldIdLst>
    <p:sldId id="256" r:id="rId2"/>
    <p:sldId id="270" r:id="rId3"/>
    <p:sldId id="271" r:id="rId4"/>
    <p:sldId id="272" r:id="rId5"/>
    <p:sldId id="273" r:id="rId6"/>
    <p:sldId id="274" r:id="rId7"/>
    <p:sldId id="275" r:id="rId8"/>
    <p:sldId id="276" r:id="rId9"/>
    <p:sldId id="277" r:id="rId10"/>
    <p:sldId id="278" r:id="rId11"/>
    <p:sldId id="279" r:id="rId12"/>
    <p:sldId id="280" r:id="rId13"/>
    <p:sldId id="281" r:id="rId14"/>
    <p:sldId id="282" r:id="rId15"/>
    <p:sldId id="283" r:id="rId16"/>
    <p:sldId id="284" r:id="rId17"/>
    <p:sldId id="285" r:id="rId18"/>
    <p:sldId id="286" r:id="rId19"/>
    <p:sldId id="287" r:id="rId20"/>
    <p:sldId id="288" r:id="rId21"/>
    <p:sldId id="289" r:id="rId22"/>
    <p:sldId id="290" r:id="rId23"/>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6DE3E60-C5CA-4EB3-95B7-9982A8A2C553}">
          <p14:sldIdLst>
            <p14:sldId id="256"/>
            <p14:sldId id="270"/>
          </p14:sldIdLst>
        </p14:section>
        <p14:section name="I. Foundations" id="{745BFCAD-A24C-4829-B7C8-5901739385BA}">
          <p14:sldIdLst>
            <p14:sldId id="271"/>
            <p14:sldId id="272"/>
            <p14:sldId id="273"/>
            <p14:sldId id="274"/>
            <p14:sldId id="275"/>
            <p14:sldId id="276"/>
          </p14:sldIdLst>
        </p14:section>
        <p14:section name="II. First-order models" id="{4BD5A65D-AE19-4B20-8032-D302DEBCB01B}">
          <p14:sldIdLst>
            <p14:sldId id="277"/>
            <p14:sldId id="278"/>
            <p14:sldId id="279"/>
            <p14:sldId id="280"/>
            <p14:sldId id="281"/>
            <p14:sldId id="282"/>
          </p14:sldIdLst>
        </p14:section>
        <p14:section name="III. Numerical methods" id="{BF61F0CE-C77E-4F66-B53E-A1B870B4D128}">
          <p14:sldIdLst>
            <p14:sldId id="283"/>
            <p14:sldId id="284"/>
          </p14:sldIdLst>
        </p14:section>
        <p14:section name="IV. Second-order linear equations" id="{05E35D4A-4F29-4C53-BDFB-9784E7C6FA50}">
          <p14:sldIdLst>
            <p14:sldId id="285"/>
            <p14:sldId id="286"/>
            <p14:sldId id="287"/>
            <p14:sldId id="288"/>
            <p14:sldId id="289"/>
          </p14:sldIdLst>
        </p14:section>
        <p14:section name="Summary" id="{65743138-0F91-4E14-82EA-17F0DF6D4ECA}">
          <p14:sldIdLst>
            <p14:sldId id="29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C3E674-CBB5-41AF-900D-37DC1BEA033E}" v="12" dt="2025-06-10T16:55:20.9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4660"/>
  </p:normalViewPr>
  <p:slideViewPr>
    <p:cSldViewPr snapToGrid="0">
      <p:cViewPr varScale="1">
        <p:scale>
          <a:sx n="105" d="100"/>
          <a:sy n="105" d="100"/>
        </p:scale>
        <p:origin x="834" y="96"/>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BRIELE MORRA" userId="247739ab-9a46-4786-ae06-df1725047e48" providerId="ADAL" clId="{FF6B0878-BD4F-4A83-B5A7-0C813E7080E6}"/>
    <pc:docChg chg="undo custSel addSld delSld modSld">
      <pc:chgData name="GABRIELE MORRA" userId="247739ab-9a46-4786-ae06-df1725047e48" providerId="ADAL" clId="{FF6B0878-BD4F-4A83-B5A7-0C813E7080E6}" dt="2025-03-24T09:35:42.118" v="6685" actId="20577"/>
      <pc:docMkLst>
        <pc:docMk/>
      </pc:docMkLst>
      <pc:sldChg chg="modSp add del mod">
        <pc:chgData name="GABRIELE MORRA" userId="247739ab-9a46-4786-ae06-df1725047e48" providerId="ADAL" clId="{FF6B0878-BD4F-4A83-B5A7-0C813E7080E6}" dt="2025-03-23T17:11:01.442" v="2448" actId="20577"/>
        <pc:sldMkLst>
          <pc:docMk/>
          <pc:sldMk cId="646703868" sldId="256"/>
        </pc:sldMkLst>
        <pc:spChg chg="mod">
          <ac:chgData name="GABRIELE MORRA" userId="247739ab-9a46-4786-ae06-df1725047e48" providerId="ADAL" clId="{FF6B0878-BD4F-4A83-B5A7-0C813E7080E6}" dt="2025-03-23T17:11:01.442" v="2448" actId="20577"/>
          <ac:spMkLst>
            <pc:docMk/>
            <pc:sldMk cId="646703868" sldId="256"/>
            <ac:spMk id="10" creationId="{4D17C72F-D4A5-42BD-B7F1-702121C5C12E}"/>
          </ac:spMkLst>
        </pc:spChg>
        <pc:spChg chg="mod">
          <ac:chgData name="GABRIELE MORRA" userId="247739ab-9a46-4786-ae06-df1725047e48" providerId="ADAL" clId="{FF6B0878-BD4F-4A83-B5A7-0C813E7080E6}" dt="2025-03-21T19:06:35.781" v="28" actId="20577"/>
          <ac:spMkLst>
            <pc:docMk/>
            <pc:sldMk cId="646703868" sldId="256"/>
            <ac:spMk id="12" creationId="{B0026313-E14F-1CA4-25A7-055ED2064021}"/>
          </ac:spMkLst>
        </pc:spChg>
      </pc:sldChg>
      <pc:sldChg chg="add del">
        <pc:chgData name="GABRIELE MORRA" userId="247739ab-9a46-4786-ae06-df1725047e48" providerId="ADAL" clId="{FF6B0878-BD4F-4A83-B5A7-0C813E7080E6}" dt="2025-03-21T19:03:02.281" v="1"/>
        <pc:sldMkLst>
          <pc:docMk/>
          <pc:sldMk cId="2916294879" sldId="270"/>
        </pc:sldMkLst>
      </pc:sldChg>
      <pc:sldChg chg="add del">
        <pc:chgData name="GABRIELE MORRA" userId="247739ab-9a46-4786-ae06-df1725047e48" providerId="ADAL" clId="{FF6B0878-BD4F-4A83-B5A7-0C813E7080E6}" dt="2025-03-21T19:18:48.008" v="59" actId="47"/>
        <pc:sldMkLst>
          <pc:docMk/>
          <pc:sldMk cId="3588417444" sldId="271"/>
        </pc:sldMkLst>
      </pc:sldChg>
      <pc:sldChg chg="addSp delSp modSp add del mod">
        <pc:chgData name="GABRIELE MORRA" userId="247739ab-9a46-4786-ae06-df1725047e48" providerId="ADAL" clId="{FF6B0878-BD4F-4A83-B5A7-0C813E7080E6}" dt="2025-03-21T19:17:50.153" v="57" actId="1076"/>
        <pc:sldMkLst>
          <pc:docMk/>
          <pc:sldMk cId="607850294" sldId="272"/>
        </pc:sldMkLst>
      </pc:sldChg>
      <pc:sldChg chg="add del">
        <pc:chgData name="GABRIELE MORRA" userId="247739ab-9a46-4786-ae06-df1725047e48" providerId="ADAL" clId="{FF6B0878-BD4F-4A83-B5A7-0C813E7080E6}" dt="2025-03-21T19:03:02.281" v="1"/>
        <pc:sldMkLst>
          <pc:docMk/>
          <pc:sldMk cId="2247442344" sldId="273"/>
        </pc:sldMkLst>
      </pc:sldChg>
      <pc:sldChg chg="addSp modSp add del mod modAnim">
        <pc:chgData name="GABRIELE MORRA" userId="247739ab-9a46-4786-ae06-df1725047e48" providerId="ADAL" clId="{FF6B0878-BD4F-4A83-B5A7-0C813E7080E6}" dt="2025-03-24T09:28:17.617" v="6683"/>
        <pc:sldMkLst>
          <pc:docMk/>
          <pc:sldMk cId="2588678064" sldId="274"/>
        </pc:sldMkLst>
      </pc:sldChg>
      <pc:sldChg chg="add del">
        <pc:chgData name="GABRIELE MORRA" userId="247739ab-9a46-4786-ae06-df1725047e48" providerId="ADAL" clId="{FF6B0878-BD4F-4A83-B5A7-0C813E7080E6}" dt="2025-03-21T19:03:02.281" v="1"/>
        <pc:sldMkLst>
          <pc:docMk/>
          <pc:sldMk cId="1502462595" sldId="275"/>
        </pc:sldMkLst>
      </pc:sldChg>
      <pc:sldChg chg="add del">
        <pc:chgData name="GABRIELE MORRA" userId="247739ab-9a46-4786-ae06-df1725047e48" providerId="ADAL" clId="{FF6B0878-BD4F-4A83-B5A7-0C813E7080E6}" dt="2025-03-21T19:03:02.281" v="1"/>
        <pc:sldMkLst>
          <pc:docMk/>
          <pc:sldMk cId="1367308230" sldId="276"/>
        </pc:sldMkLst>
      </pc:sldChg>
      <pc:sldChg chg="add del">
        <pc:chgData name="GABRIELE MORRA" userId="247739ab-9a46-4786-ae06-df1725047e48" providerId="ADAL" clId="{FF6B0878-BD4F-4A83-B5A7-0C813E7080E6}" dt="2025-03-21T19:03:02.281" v="1"/>
        <pc:sldMkLst>
          <pc:docMk/>
          <pc:sldMk cId="2989224937" sldId="277"/>
        </pc:sldMkLst>
      </pc:sldChg>
      <pc:sldChg chg="add del">
        <pc:chgData name="GABRIELE MORRA" userId="247739ab-9a46-4786-ae06-df1725047e48" providerId="ADAL" clId="{FF6B0878-BD4F-4A83-B5A7-0C813E7080E6}" dt="2025-03-21T19:03:02.281" v="1"/>
        <pc:sldMkLst>
          <pc:docMk/>
          <pc:sldMk cId="896252657" sldId="278"/>
        </pc:sldMkLst>
      </pc:sldChg>
      <pc:sldChg chg="add del">
        <pc:chgData name="GABRIELE MORRA" userId="247739ab-9a46-4786-ae06-df1725047e48" providerId="ADAL" clId="{FF6B0878-BD4F-4A83-B5A7-0C813E7080E6}" dt="2025-03-21T19:03:02.281" v="1"/>
        <pc:sldMkLst>
          <pc:docMk/>
          <pc:sldMk cId="1417605456" sldId="279"/>
        </pc:sldMkLst>
      </pc:sldChg>
      <pc:sldChg chg="add del">
        <pc:chgData name="GABRIELE MORRA" userId="247739ab-9a46-4786-ae06-df1725047e48" providerId="ADAL" clId="{FF6B0878-BD4F-4A83-B5A7-0C813E7080E6}" dt="2025-03-21T19:03:02.281" v="1"/>
        <pc:sldMkLst>
          <pc:docMk/>
          <pc:sldMk cId="452844852" sldId="280"/>
        </pc:sldMkLst>
      </pc:sldChg>
      <pc:sldChg chg="add del">
        <pc:chgData name="GABRIELE MORRA" userId="247739ab-9a46-4786-ae06-df1725047e48" providerId="ADAL" clId="{FF6B0878-BD4F-4A83-B5A7-0C813E7080E6}" dt="2025-03-21T19:03:02.281" v="1"/>
        <pc:sldMkLst>
          <pc:docMk/>
          <pc:sldMk cId="2144335715" sldId="281"/>
        </pc:sldMkLst>
      </pc:sldChg>
      <pc:sldChg chg="add del">
        <pc:chgData name="GABRIELE MORRA" userId="247739ab-9a46-4786-ae06-df1725047e48" providerId="ADAL" clId="{FF6B0878-BD4F-4A83-B5A7-0C813E7080E6}" dt="2025-03-21T19:03:02.281" v="1"/>
        <pc:sldMkLst>
          <pc:docMk/>
          <pc:sldMk cId="2094688666" sldId="282"/>
        </pc:sldMkLst>
      </pc:sldChg>
      <pc:sldChg chg="modSp add del">
        <pc:chgData name="GABRIELE MORRA" userId="247739ab-9a46-4786-ae06-df1725047e48" providerId="ADAL" clId="{FF6B0878-BD4F-4A83-B5A7-0C813E7080E6}" dt="2025-03-24T09:35:42.118" v="6685" actId="20577"/>
        <pc:sldMkLst>
          <pc:docMk/>
          <pc:sldMk cId="2608922000" sldId="283"/>
        </pc:sldMkLst>
      </pc:sldChg>
      <pc:sldChg chg="del">
        <pc:chgData name="GABRIELE MORRA" userId="247739ab-9a46-4786-ae06-df1725047e48" providerId="ADAL" clId="{FF6B0878-BD4F-4A83-B5A7-0C813E7080E6}" dt="2025-03-21T19:02:48.952" v="0" actId="47"/>
        <pc:sldMkLst>
          <pc:docMk/>
          <pc:sldMk cId="942246048" sldId="284"/>
        </pc:sldMkLst>
      </pc:sldChg>
      <pc:sldChg chg="addSp delSp modSp add mod">
        <pc:chgData name="GABRIELE MORRA" userId="247739ab-9a46-4786-ae06-df1725047e48" providerId="ADAL" clId="{FF6B0878-BD4F-4A83-B5A7-0C813E7080E6}" dt="2025-03-21T19:23:23.597" v="170" actId="1076"/>
        <pc:sldMkLst>
          <pc:docMk/>
          <pc:sldMk cId="1620438662" sldId="284"/>
        </pc:sldMkLst>
      </pc:sldChg>
      <pc:sldChg chg="addSp delSp modSp add mod modAnim">
        <pc:chgData name="GABRIELE MORRA" userId="247739ab-9a46-4786-ae06-df1725047e48" providerId="ADAL" clId="{FF6B0878-BD4F-4A83-B5A7-0C813E7080E6}" dt="2025-03-21T19:39:40.225" v="514" actId="20577"/>
        <pc:sldMkLst>
          <pc:docMk/>
          <pc:sldMk cId="2634867012" sldId="285"/>
        </pc:sldMkLst>
      </pc:sldChg>
      <pc:sldChg chg="addSp delSp modSp add mod delAnim modAnim">
        <pc:chgData name="GABRIELE MORRA" userId="247739ab-9a46-4786-ae06-df1725047e48" providerId="ADAL" clId="{FF6B0878-BD4F-4A83-B5A7-0C813E7080E6}" dt="2025-03-21T19:54:48" v="862" actId="1076"/>
        <pc:sldMkLst>
          <pc:docMk/>
          <pc:sldMk cId="2948645864" sldId="286"/>
        </pc:sldMkLst>
      </pc:sldChg>
      <pc:sldChg chg="addSp delSp modSp add mod delAnim modAnim">
        <pc:chgData name="GABRIELE MORRA" userId="247739ab-9a46-4786-ae06-df1725047e48" providerId="ADAL" clId="{FF6B0878-BD4F-4A83-B5A7-0C813E7080E6}" dt="2025-03-23T11:27:58.023" v="887" actId="1037"/>
        <pc:sldMkLst>
          <pc:docMk/>
          <pc:sldMk cId="947154956" sldId="287"/>
        </pc:sldMkLst>
      </pc:sldChg>
      <pc:sldChg chg="delSp modSp add del mod delAnim modAnim">
        <pc:chgData name="GABRIELE MORRA" userId="247739ab-9a46-4786-ae06-df1725047e48" providerId="ADAL" clId="{FF6B0878-BD4F-4A83-B5A7-0C813E7080E6}" dt="2025-03-21T19:48:19.621" v="720" actId="47"/>
        <pc:sldMkLst>
          <pc:docMk/>
          <pc:sldMk cId="2904247795" sldId="287"/>
        </pc:sldMkLst>
      </pc:sldChg>
      <pc:sldChg chg="addSp delSp modSp add del mod delAnim">
        <pc:chgData name="GABRIELE MORRA" userId="247739ab-9a46-4786-ae06-df1725047e48" providerId="ADAL" clId="{FF6B0878-BD4F-4A83-B5A7-0C813E7080E6}" dt="2025-03-23T11:35:01.327" v="992" actId="47"/>
        <pc:sldMkLst>
          <pc:docMk/>
          <pc:sldMk cId="3332158273" sldId="288"/>
        </pc:sldMkLst>
      </pc:sldChg>
      <pc:sldChg chg="addSp modSp add mod">
        <pc:chgData name="GABRIELE MORRA" userId="247739ab-9a46-4786-ae06-df1725047e48" providerId="ADAL" clId="{FF6B0878-BD4F-4A83-B5A7-0C813E7080E6}" dt="2025-03-23T12:17:25.066" v="1739" actId="20577"/>
        <pc:sldMkLst>
          <pc:docMk/>
          <pc:sldMk cId="598933312" sldId="289"/>
        </pc:sldMkLst>
      </pc:sldChg>
      <pc:sldChg chg="addSp delSp modSp add mod modAnim">
        <pc:chgData name="GABRIELE MORRA" userId="247739ab-9a46-4786-ae06-df1725047e48" providerId="ADAL" clId="{FF6B0878-BD4F-4A83-B5A7-0C813E7080E6}" dt="2025-03-23T12:09:02.312" v="1706"/>
        <pc:sldMkLst>
          <pc:docMk/>
          <pc:sldMk cId="310812483" sldId="290"/>
        </pc:sldMkLst>
      </pc:sldChg>
      <pc:sldChg chg="add del">
        <pc:chgData name="GABRIELE MORRA" userId="247739ab-9a46-4786-ae06-df1725047e48" providerId="ADAL" clId="{FF6B0878-BD4F-4A83-B5A7-0C813E7080E6}" dt="2025-03-23T11:38:24.928" v="1049" actId="47"/>
        <pc:sldMkLst>
          <pc:docMk/>
          <pc:sldMk cId="2247930076" sldId="290"/>
        </pc:sldMkLst>
      </pc:sldChg>
      <pc:sldChg chg="addSp delSp modSp add mod modAnim">
        <pc:chgData name="GABRIELE MORRA" userId="247739ab-9a46-4786-ae06-df1725047e48" providerId="ADAL" clId="{FF6B0878-BD4F-4A83-B5A7-0C813E7080E6}" dt="2025-03-23T11:55:26.649" v="1346"/>
        <pc:sldMkLst>
          <pc:docMk/>
          <pc:sldMk cId="1809273660" sldId="291"/>
        </pc:sldMkLst>
      </pc:sldChg>
      <pc:sldChg chg="addSp delSp modSp add mod delAnim modAnim">
        <pc:chgData name="GABRIELE MORRA" userId="247739ab-9a46-4786-ae06-df1725047e48" providerId="ADAL" clId="{FF6B0878-BD4F-4A83-B5A7-0C813E7080E6}" dt="2025-03-23T12:01:39.223" v="1549" actId="478"/>
        <pc:sldMkLst>
          <pc:docMk/>
          <pc:sldMk cId="2031018587" sldId="292"/>
        </pc:sldMkLst>
      </pc:sldChg>
      <pc:sldChg chg="addSp delSp modSp add mod delAnim modAnim">
        <pc:chgData name="GABRIELE MORRA" userId="247739ab-9a46-4786-ae06-df1725047e48" providerId="ADAL" clId="{FF6B0878-BD4F-4A83-B5A7-0C813E7080E6}" dt="2025-03-23T12:11:08.303" v="1717"/>
        <pc:sldMkLst>
          <pc:docMk/>
          <pc:sldMk cId="3007272560" sldId="293"/>
        </pc:sldMkLst>
      </pc:sldChg>
      <pc:sldChg chg="addSp delSp modSp add mod delAnim modAnim">
        <pc:chgData name="GABRIELE MORRA" userId="247739ab-9a46-4786-ae06-df1725047e48" providerId="ADAL" clId="{FF6B0878-BD4F-4A83-B5A7-0C813E7080E6}" dt="2025-03-23T12:11:13.433" v="1719"/>
        <pc:sldMkLst>
          <pc:docMk/>
          <pc:sldMk cId="3990992582" sldId="294"/>
        </pc:sldMkLst>
      </pc:sldChg>
      <pc:sldChg chg="addSp delSp modSp add mod delAnim modAnim">
        <pc:chgData name="GABRIELE MORRA" userId="247739ab-9a46-4786-ae06-df1725047e48" providerId="ADAL" clId="{FF6B0878-BD4F-4A83-B5A7-0C813E7080E6}" dt="2025-03-23T12:11:35.471" v="1725"/>
        <pc:sldMkLst>
          <pc:docMk/>
          <pc:sldMk cId="1890395083" sldId="295"/>
        </pc:sldMkLst>
      </pc:sldChg>
      <pc:sldChg chg="addSp modSp add mod">
        <pc:chgData name="GABRIELE MORRA" userId="247739ab-9a46-4786-ae06-df1725047e48" providerId="ADAL" clId="{FF6B0878-BD4F-4A83-B5A7-0C813E7080E6}" dt="2025-03-23T12:12:44.917" v="1728" actId="1076"/>
        <pc:sldMkLst>
          <pc:docMk/>
          <pc:sldMk cId="3050858652" sldId="296"/>
        </pc:sldMkLst>
      </pc:sldChg>
      <pc:sldChg chg="addSp delSp modSp add mod">
        <pc:chgData name="GABRIELE MORRA" userId="247739ab-9a46-4786-ae06-df1725047e48" providerId="ADAL" clId="{FF6B0878-BD4F-4A83-B5A7-0C813E7080E6}" dt="2025-03-23T12:22:35.262" v="1775" actId="478"/>
        <pc:sldMkLst>
          <pc:docMk/>
          <pc:sldMk cId="2499982283" sldId="297"/>
        </pc:sldMkLst>
      </pc:sldChg>
      <pc:sldChg chg="addSp delSp modSp add mod modAnim">
        <pc:chgData name="GABRIELE MORRA" userId="247739ab-9a46-4786-ae06-df1725047e48" providerId="ADAL" clId="{FF6B0878-BD4F-4A83-B5A7-0C813E7080E6}" dt="2025-03-23T12:52:51.029" v="2357" actId="1076"/>
        <pc:sldMkLst>
          <pc:docMk/>
          <pc:sldMk cId="224887045" sldId="298"/>
        </pc:sldMkLst>
      </pc:sldChg>
      <pc:sldChg chg="addSp delSp modSp add mod delAnim modAnim">
        <pc:chgData name="GABRIELE MORRA" userId="247739ab-9a46-4786-ae06-df1725047e48" providerId="ADAL" clId="{FF6B0878-BD4F-4A83-B5A7-0C813E7080E6}" dt="2025-03-23T13:00:22.858" v="2434"/>
        <pc:sldMkLst>
          <pc:docMk/>
          <pc:sldMk cId="2305847735" sldId="299"/>
        </pc:sldMkLst>
      </pc:sldChg>
      <pc:sldChg chg="addSp delSp modSp add mod delAnim modAnim">
        <pc:chgData name="GABRIELE MORRA" userId="247739ab-9a46-4786-ae06-df1725047e48" providerId="ADAL" clId="{FF6B0878-BD4F-4A83-B5A7-0C813E7080E6}" dt="2025-03-23T13:01:32.972" v="2440" actId="1076"/>
        <pc:sldMkLst>
          <pc:docMk/>
          <pc:sldMk cId="1167331751" sldId="300"/>
        </pc:sldMkLst>
      </pc:sldChg>
      <pc:sldChg chg="addSp delSp modSp add mod modAnim">
        <pc:chgData name="GABRIELE MORRA" userId="247739ab-9a46-4786-ae06-df1725047e48" providerId="ADAL" clId="{FF6B0878-BD4F-4A83-B5A7-0C813E7080E6}" dt="2025-03-23T13:01:47.205" v="2443"/>
        <pc:sldMkLst>
          <pc:docMk/>
          <pc:sldMk cId="3497612919" sldId="301"/>
        </pc:sldMkLst>
      </pc:sldChg>
      <pc:sldChg chg="addSp delSp modSp add mod delAnim">
        <pc:chgData name="GABRIELE MORRA" userId="247739ab-9a46-4786-ae06-df1725047e48" providerId="ADAL" clId="{FF6B0878-BD4F-4A83-B5A7-0C813E7080E6}" dt="2025-03-23T17:23:24.204" v="2609" actId="1076"/>
        <pc:sldMkLst>
          <pc:docMk/>
          <pc:sldMk cId="842131687" sldId="302"/>
        </pc:sldMkLst>
      </pc:sldChg>
      <pc:sldChg chg="addSp delSp modSp add mod">
        <pc:chgData name="GABRIELE MORRA" userId="247739ab-9a46-4786-ae06-df1725047e48" providerId="ADAL" clId="{FF6B0878-BD4F-4A83-B5A7-0C813E7080E6}" dt="2025-03-23T17:44:52.954" v="3161" actId="113"/>
        <pc:sldMkLst>
          <pc:docMk/>
          <pc:sldMk cId="3146800150" sldId="303"/>
        </pc:sldMkLst>
      </pc:sldChg>
      <pc:sldChg chg="addSp delSp modSp add mod modAnim">
        <pc:chgData name="GABRIELE MORRA" userId="247739ab-9a46-4786-ae06-df1725047e48" providerId="ADAL" clId="{FF6B0878-BD4F-4A83-B5A7-0C813E7080E6}" dt="2025-03-23T17:35:56.171" v="2881"/>
        <pc:sldMkLst>
          <pc:docMk/>
          <pc:sldMk cId="3416951516" sldId="304"/>
        </pc:sldMkLst>
      </pc:sldChg>
      <pc:sldChg chg="new del">
        <pc:chgData name="GABRIELE MORRA" userId="247739ab-9a46-4786-ae06-df1725047e48" providerId="ADAL" clId="{FF6B0878-BD4F-4A83-B5A7-0C813E7080E6}" dt="2025-03-23T17:33:26.021" v="2850" actId="47"/>
        <pc:sldMkLst>
          <pc:docMk/>
          <pc:sldMk cId="3618986113" sldId="304"/>
        </pc:sldMkLst>
      </pc:sldChg>
      <pc:sldChg chg="addSp delSp modSp add mod delAnim">
        <pc:chgData name="GABRIELE MORRA" userId="247739ab-9a46-4786-ae06-df1725047e48" providerId="ADAL" clId="{FF6B0878-BD4F-4A83-B5A7-0C813E7080E6}" dt="2025-03-23T17:50:59.429" v="3366" actId="1076"/>
        <pc:sldMkLst>
          <pc:docMk/>
          <pc:sldMk cId="3660704973" sldId="305"/>
        </pc:sldMkLst>
      </pc:sldChg>
      <pc:sldChg chg="modSp add mod">
        <pc:chgData name="GABRIELE MORRA" userId="247739ab-9a46-4786-ae06-df1725047e48" providerId="ADAL" clId="{FF6B0878-BD4F-4A83-B5A7-0C813E7080E6}" dt="2025-03-23T17:53:40.972" v="3367" actId="207"/>
        <pc:sldMkLst>
          <pc:docMk/>
          <pc:sldMk cId="908435989" sldId="306"/>
        </pc:sldMkLst>
      </pc:sldChg>
      <pc:sldChg chg="addSp delSp modSp add mod modAnim">
        <pc:chgData name="GABRIELE MORRA" userId="247739ab-9a46-4786-ae06-df1725047e48" providerId="ADAL" clId="{FF6B0878-BD4F-4A83-B5A7-0C813E7080E6}" dt="2025-03-23T18:35:28.070" v="3827" actId="14100"/>
        <pc:sldMkLst>
          <pc:docMk/>
          <pc:sldMk cId="2888883593" sldId="307"/>
        </pc:sldMkLst>
      </pc:sldChg>
      <pc:sldChg chg="addSp delSp modSp add mod delAnim modAnim">
        <pc:chgData name="GABRIELE MORRA" userId="247739ab-9a46-4786-ae06-df1725047e48" providerId="ADAL" clId="{FF6B0878-BD4F-4A83-B5A7-0C813E7080E6}" dt="2025-03-23T18:41:22.903" v="3977"/>
        <pc:sldMkLst>
          <pc:docMk/>
          <pc:sldMk cId="98464366" sldId="308"/>
        </pc:sldMkLst>
      </pc:sldChg>
      <pc:sldChg chg="addSp delSp modSp add mod delAnim">
        <pc:chgData name="GABRIELE MORRA" userId="247739ab-9a46-4786-ae06-df1725047e48" providerId="ADAL" clId="{FF6B0878-BD4F-4A83-B5A7-0C813E7080E6}" dt="2025-03-23T19:05:25.620" v="4126" actId="20577"/>
        <pc:sldMkLst>
          <pc:docMk/>
          <pc:sldMk cId="975078324" sldId="309"/>
        </pc:sldMkLst>
      </pc:sldChg>
      <pc:sldChg chg="addSp delSp modSp add mod modAnim">
        <pc:chgData name="GABRIELE MORRA" userId="247739ab-9a46-4786-ae06-df1725047e48" providerId="ADAL" clId="{FF6B0878-BD4F-4A83-B5A7-0C813E7080E6}" dt="2025-03-23T19:31:34.713" v="4873" actId="1037"/>
        <pc:sldMkLst>
          <pc:docMk/>
          <pc:sldMk cId="3398703144" sldId="310"/>
        </pc:sldMkLst>
      </pc:sldChg>
      <pc:sldChg chg="addSp delSp modSp add del mod addAnim delAnim">
        <pc:chgData name="GABRIELE MORRA" userId="247739ab-9a46-4786-ae06-df1725047e48" providerId="ADAL" clId="{FF6B0878-BD4F-4A83-B5A7-0C813E7080E6}" dt="2025-03-23T19:31:07.318" v="4838" actId="47"/>
        <pc:sldMkLst>
          <pc:docMk/>
          <pc:sldMk cId="1677589536" sldId="311"/>
        </pc:sldMkLst>
      </pc:sldChg>
      <pc:sldChg chg="addSp delSp modSp add mod delAnim modAnim">
        <pc:chgData name="GABRIELE MORRA" userId="247739ab-9a46-4786-ae06-df1725047e48" providerId="ADAL" clId="{FF6B0878-BD4F-4A83-B5A7-0C813E7080E6}" dt="2025-03-23T19:38:07.833" v="5046"/>
        <pc:sldMkLst>
          <pc:docMk/>
          <pc:sldMk cId="4089615763" sldId="311"/>
        </pc:sldMkLst>
      </pc:sldChg>
      <pc:sldChg chg="addSp delSp modSp add mod delAnim modAnim">
        <pc:chgData name="GABRIELE MORRA" userId="247739ab-9a46-4786-ae06-df1725047e48" providerId="ADAL" clId="{FF6B0878-BD4F-4A83-B5A7-0C813E7080E6}" dt="2025-03-23T19:57:33.749" v="5266" actId="1037"/>
        <pc:sldMkLst>
          <pc:docMk/>
          <pc:sldMk cId="4078993780" sldId="312"/>
        </pc:sldMkLst>
      </pc:sldChg>
      <pc:sldChg chg="addSp delSp modSp add mod delAnim modAnim">
        <pc:chgData name="GABRIELE MORRA" userId="247739ab-9a46-4786-ae06-df1725047e48" providerId="ADAL" clId="{FF6B0878-BD4F-4A83-B5A7-0C813E7080E6}" dt="2025-03-23T20:11:31.103" v="5579" actId="1035"/>
        <pc:sldMkLst>
          <pc:docMk/>
          <pc:sldMk cId="993519160" sldId="313"/>
        </pc:sldMkLst>
      </pc:sldChg>
      <pc:sldChg chg="addSp delSp modSp add mod delAnim modAnim">
        <pc:chgData name="GABRIELE MORRA" userId="247739ab-9a46-4786-ae06-df1725047e48" providerId="ADAL" clId="{FF6B0878-BD4F-4A83-B5A7-0C813E7080E6}" dt="2025-03-23T20:28:42.417" v="5934" actId="207"/>
        <pc:sldMkLst>
          <pc:docMk/>
          <pc:sldMk cId="1604517868" sldId="314"/>
        </pc:sldMkLst>
      </pc:sldChg>
      <pc:sldChg chg="delSp modSp add del mod delAnim">
        <pc:chgData name="GABRIELE MORRA" userId="247739ab-9a46-4786-ae06-df1725047e48" providerId="ADAL" clId="{FF6B0878-BD4F-4A83-B5A7-0C813E7080E6}" dt="2025-03-23T20:10:07.625" v="5539" actId="47"/>
        <pc:sldMkLst>
          <pc:docMk/>
          <pc:sldMk cId="3338564833" sldId="314"/>
        </pc:sldMkLst>
      </pc:sldChg>
      <pc:sldChg chg="delSp modSp add del mod delAnim modAnim">
        <pc:chgData name="GABRIELE MORRA" userId="247739ab-9a46-4786-ae06-df1725047e48" providerId="ADAL" clId="{FF6B0878-BD4F-4A83-B5A7-0C813E7080E6}" dt="2025-03-23T20:11:36.880" v="5580" actId="47"/>
        <pc:sldMkLst>
          <pc:docMk/>
          <pc:sldMk cId="4059307719" sldId="314"/>
        </pc:sldMkLst>
      </pc:sldChg>
      <pc:sldChg chg="addSp delSp modSp add mod delAnim">
        <pc:chgData name="GABRIELE MORRA" userId="247739ab-9a46-4786-ae06-df1725047e48" providerId="ADAL" clId="{FF6B0878-BD4F-4A83-B5A7-0C813E7080E6}" dt="2025-03-23T20:34:49.960" v="6065" actId="21"/>
        <pc:sldMkLst>
          <pc:docMk/>
          <pc:sldMk cId="1639220996" sldId="315"/>
        </pc:sldMkLst>
      </pc:sldChg>
      <pc:sldChg chg="addSp delSp modSp add mod">
        <pc:chgData name="GABRIELE MORRA" userId="247739ab-9a46-4786-ae06-df1725047e48" providerId="ADAL" clId="{FF6B0878-BD4F-4A83-B5A7-0C813E7080E6}" dt="2025-03-23T20:42:10.541" v="6216" actId="20577"/>
        <pc:sldMkLst>
          <pc:docMk/>
          <pc:sldMk cId="3992123612" sldId="316"/>
        </pc:sldMkLst>
      </pc:sldChg>
      <pc:sldChg chg="addSp delSp modSp add mod modAnim">
        <pc:chgData name="GABRIELE MORRA" userId="247739ab-9a46-4786-ae06-df1725047e48" providerId="ADAL" clId="{FF6B0878-BD4F-4A83-B5A7-0C813E7080E6}" dt="2025-03-23T20:59:28.399" v="6666" actId="1076"/>
        <pc:sldMkLst>
          <pc:docMk/>
          <pc:sldMk cId="1119616900" sldId="317"/>
        </pc:sldMkLst>
      </pc:sldChg>
    </pc:docChg>
  </pc:docChgLst>
  <pc:docChgLst>
    <pc:chgData name="GABRIELE MORRA" userId="247739ab-9a46-4786-ae06-df1725047e48" providerId="ADAL" clId="{9BC3E674-CBB5-41AF-900D-37DC1BEA033E}"/>
    <pc:docChg chg="undo custSel modSld sldOrd">
      <pc:chgData name="GABRIELE MORRA" userId="247739ab-9a46-4786-ae06-df1725047e48" providerId="ADAL" clId="{9BC3E674-CBB5-41AF-900D-37DC1BEA033E}" dt="2025-06-10T16:55:20.928" v="17" actId="20577"/>
      <pc:docMkLst>
        <pc:docMk/>
      </pc:docMkLst>
      <pc:sldChg chg="modSp">
        <pc:chgData name="GABRIELE MORRA" userId="247739ab-9a46-4786-ae06-df1725047e48" providerId="ADAL" clId="{9BC3E674-CBB5-41AF-900D-37DC1BEA033E}" dt="2025-06-10T16:55:20.928" v="17" actId="20577"/>
        <pc:sldMkLst>
          <pc:docMk/>
          <pc:sldMk cId="2106545497" sldId="273"/>
        </pc:sldMkLst>
        <pc:spChg chg="mod">
          <ac:chgData name="GABRIELE MORRA" userId="247739ab-9a46-4786-ae06-df1725047e48" providerId="ADAL" clId="{9BC3E674-CBB5-41AF-900D-37DC1BEA033E}" dt="2025-06-10T16:55:20.928" v="17" actId="20577"/>
          <ac:spMkLst>
            <pc:docMk/>
            <pc:sldMk cId="2106545497" sldId="273"/>
            <ac:spMk id="22" creationId="{A9B62185-FCE8-5EB2-2483-BF276AD8A6A8}"/>
          </ac:spMkLst>
        </pc:spChg>
      </pc:sldChg>
      <pc:sldChg chg="modSp mod ord">
        <pc:chgData name="GABRIELE MORRA" userId="247739ab-9a46-4786-ae06-df1725047e48" providerId="ADAL" clId="{9BC3E674-CBB5-41AF-900D-37DC1BEA033E}" dt="2025-06-04T10:05:34.211" v="2"/>
        <pc:sldMkLst>
          <pc:docMk/>
          <pc:sldMk cId="2437654573" sldId="279"/>
        </pc:sldMkLst>
        <pc:spChg chg="mod">
          <ac:chgData name="GABRIELE MORRA" userId="247739ab-9a46-4786-ae06-df1725047e48" providerId="ADAL" clId="{9BC3E674-CBB5-41AF-900D-37DC1BEA033E}" dt="2025-06-04T10:05:34.211" v="2"/>
          <ac:spMkLst>
            <pc:docMk/>
            <pc:sldMk cId="2437654573" sldId="279"/>
            <ac:spMk id="6" creationId="{C92E8B2B-ABE8-DEC2-9BD3-32385FA97B39}"/>
          </ac:spMkLst>
        </pc:spChg>
      </pc:sldChg>
      <pc:sldChg chg="modAnim">
        <pc:chgData name="GABRIELE MORRA" userId="247739ab-9a46-4786-ae06-df1725047e48" providerId="ADAL" clId="{9BC3E674-CBB5-41AF-900D-37DC1BEA033E}" dt="2025-06-04T10:29:56.860" v="3"/>
        <pc:sldMkLst>
          <pc:docMk/>
          <pc:sldMk cId="3544040662" sldId="281"/>
        </pc:sldMkLst>
      </pc:sldChg>
      <pc:sldChg chg="modSp mod">
        <pc:chgData name="GABRIELE MORRA" userId="247739ab-9a46-4786-ae06-df1725047e48" providerId="ADAL" clId="{9BC3E674-CBB5-41AF-900D-37DC1BEA033E}" dt="2025-06-04T13:15:32.032" v="12" actId="20577"/>
        <pc:sldMkLst>
          <pc:docMk/>
          <pc:sldMk cId="255807736" sldId="283"/>
        </pc:sldMkLst>
        <pc:spChg chg="mod">
          <ac:chgData name="GABRIELE MORRA" userId="247739ab-9a46-4786-ae06-df1725047e48" providerId="ADAL" clId="{9BC3E674-CBB5-41AF-900D-37DC1BEA033E}" dt="2025-06-04T13:15:32.032" v="12" actId="20577"/>
          <ac:spMkLst>
            <pc:docMk/>
            <pc:sldMk cId="255807736" sldId="283"/>
            <ac:spMk id="9" creationId="{F5D653C8-6A6C-C1C9-D424-6CCB97031A6E}"/>
          </ac:spMkLst>
        </pc:spChg>
      </pc:sldChg>
    </pc:docChg>
  </pc:docChgLst>
  <pc:docChgLst>
    <pc:chgData name="GABRIELE MORRA" userId="247739ab-9a46-4786-ae06-df1725047e48" providerId="ADAL" clId="{402E386E-5341-4945-9FD9-8D9AF95A4FF0}"/>
    <pc:docChg chg="undo custSel addSld delSld modSld sldOrd">
      <pc:chgData name="GABRIELE MORRA" userId="247739ab-9a46-4786-ae06-df1725047e48" providerId="ADAL" clId="{402E386E-5341-4945-9FD9-8D9AF95A4FF0}" dt="2025-03-25T22:28:15.401" v="2919" actId="20577"/>
      <pc:docMkLst>
        <pc:docMk/>
      </pc:docMkLst>
      <pc:sldChg chg="modSp mod">
        <pc:chgData name="GABRIELE MORRA" userId="247739ab-9a46-4786-ae06-df1725047e48" providerId="ADAL" clId="{402E386E-5341-4945-9FD9-8D9AF95A4FF0}" dt="2025-03-25T22:28:15.401" v="2919" actId="20577"/>
        <pc:sldMkLst>
          <pc:docMk/>
          <pc:sldMk cId="646703868" sldId="256"/>
        </pc:sldMkLst>
        <pc:spChg chg="mod">
          <ac:chgData name="GABRIELE MORRA" userId="247739ab-9a46-4786-ae06-df1725047e48" providerId="ADAL" clId="{402E386E-5341-4945-9FD9-8D9AF95A4FF0}" dt="2025-03-25T22:28:15.401" v="2919" actId="20577"/>
          <ac:spMkLst>
            <pc:docMk/>
            <pc:sldMk cId="646703868" sldId="256"/>
            <ac:spMk id="12" creationId="{B0026313-E14F-1CA4-25A7-055ED2064021}"/>
          </ac:spMkLst>
        </pc:spChg>
      </pc:sldChg>
      <pc:sldChg chg="delSp modSp mod">
        <pc:chgData name="GABRIELE MORRA" userId="247739ab-9a46-4786-ae06-df1725047e48" providerId="ADAL" clId="{402E386E-5341-4945-9FD9-8D9AF95A4FF0}" dt="2025-03-24T22:31:54.654" v="1491" actId="207"/>
        <pc:sldMkLst>
          <pc:docMk/>
          <pc:sldMk cId="2916294879" sldId="270"/>
        </pc:sldMkLst>
        <pc:spChg chg="mod">
          <ac:chgData name="GABRIELE MORRA" userId="247739ab-9a46-4786-ae06-df1725047e48" providerId="ADAL" clId="{402E386E-5341-4945-9FD9-8D9AF95A4FF0}" dt="2025-03-24T21:41:02.830" v="109" actId="20577"/>
          <ac:spMkLst>
            <pc:docMk/>
            <pc:sldMk cId="2916294879" sldId="270"/>
            <ac:spMk id="6" creationId="{8495B6C3-1F7A-7299-D7B8-F42087CCE23B}"/>
          </ac:spMkLst>
        </pc:spChg>
        <pc:spChg chg="mod">
          <ac:chgData name="GABRIELE MORRA" userId="247739ab-9a46-4786-ae06-df1725047e48" providerId="ADAL" clId="{402E386E-5341-4945-9FD9-8D9AF95A4FF0}" dt="2025-03-24T22:31:54.654" v="1491" actId="207"/>
          <ac:spMkLst>
            <pc:docMk/>
            <pc:sldMk cId="2916294879" sldId="270"/>
            <ac:spMk id="9" creationId="{2EF47674-7B46-DEBA-91F6-DE39B62D6698}"/>
          </ac:spMkLst>
        </pc:spChg>
      </pc:sldChg>
      <pc:sldChg chg="addSp delSp modSp add mod modAnim">
        <pc:chgData name="GABRIELE MORRA" userId="247739ab-9a46-4786-ae06-df1725047e48" providerId="ADAL" clId="{402E386E-5341-4945-9FD9-8D9AF95A4FF0}" dt="2025-03-24T22:35:15.920" v="1541"/>
        <pc:sldMkLst>
          <pc:docMk/>
          <pc:sldMk cId="3478665598" sldId="271"/>
        </pc:sldMkLst>
        <pc:spChg chg="mod">
          <ac:chgData name="GABRIELE MORRA" userId="247739ab-9a46-4786-ae06-df1725047e48" providerId="ADAL" clId="{402E386E-5341-4945-9FD9-8D9AF95A4FF0}" dt="2025-03-24T22:33:51.753" v="1503" actId="1076"/>
          <ac:spMkLst>
            <pc:docMk/>
            <pc:sldMk cId="3478665598" sldId="271"/>
            <ac:spMk id="9" creationId="{4199C190-BCCD-0247-97B4-398EBCA866B8}"/>
          </ac:spMkLst>
        </pc:spChg>
        <pc:spChg chg="add mod">
          <ac:chgData name="GABRIELE MORRA" userId="247739ab-9a46-4786-ae06-df1725047e48" providerId="ADAL" clId="{402E386E-5341-4945-9FD9-8D9AF95A4FF0}" dt="2025-03-24T22:34:47.401" v="1529" actId="14100"/>
          <ac:spMkLst>
            <pc:docMk/>
            <pc:sldMk cId="3478665598" sldId="271"/>
            <ac:spMk id="11" creationId="{626688C4-7250-0CC7-6CA8-8CA5EC1D934F}"/>
          </ac:spMkLst>
        </pc:spChg>
        <pc:spChg chg="add mod">
          <ac:chgData name="GABRIELE MORRA" userId="247739ab-9a46-4786-ae06-df1725047e48" providerId="ADAL" clId="{402E386E-5341-4945-9FD9-8D9AF95A4FF0}" dt="2025-03-24T22:34:56.902" v="1535" actId="1076"/>
          <ac:spMkLst>
            <pc:docMk/>
            <pc:sldMk cId="3478665598" sldId="271"/>
            <ac:spMk id="12" creationId="{0146C762-BA15-0A1D-0608-99EDC3E365B6}"/>
          </ac:spMkLst>
        </pc:spChg>
        <pc:picChg chg="add mod">
          <ac:chgData name="GABRIELE MORRA" userId="247739ab-9a46-4786-ae06-df1725047e48" providerId="ADAL" clId="{402E386E-5341-4945-9FD9-8D9AF95A4FF0}" dt="2025-03-24T22:34:02.893" v="1508" actId="14100"/>
          <ac:picMkLst>
            <pc:docMk/>
            <pc:sldMk cId="3478665598" sldId="271"/>
            <ac:picMk id="8" creationId="{715B214F-3444-C7C0-0A12-718BEA232C49}"/>
          </ac:picMkLst>
        </pc:picChg>
      </pc:sldChg>
      <pc:sldChg chg="modSp add mod">
        <pc:chgData name="GABRIELE MORRA" userId="247739ab-9a46-4786-ae06-df1725047e48" providerId="ADAL" clId="{402E386E-5341-4945-9FD9-8D9AF95A4FF0}" dt="2025-03-25T20:04:14.765" v="1872" actId="113"/>
        <pc:sldMkLst>
          <pc:docMk/>
          <pc:sldMk cId="321550938" sldId="272"/>
        </pc:sldMkLst>
        <pc:spChg chg="mod">
          <ac:chgData name="GABRIELE MORRA" userId="247739ab-9a46-4786-ae06-df1725047e48" providerId="ADAL" clId="{402E386E-5341-4945-9FD9-8D9AF95A4FF0}" dt="2025-03-24T21:55:24.814" v="371" actId="20577"/>
          <ac:spMkLst>
            <pc:docMk/>
            <pc:sldMk cId="321550938" sldId="272"/>
            <ac:spMk id="6" creationId="{4AC92866-93A1-C3EB-210C-AC307E4A70EB}"/>
          </ac:spMkLst>
        </pc:spChg>
        <pc:spChg chg="mod">
          <ac:chgData name="GABRIELE MORRA" userId="247739ab-9a46-4786-ae06-df1725047e48" providerId="ADAL" clId="{402E386E-5341-4945-9FD9-8D9AF95A4FF0}" dt="2025-03-25T20:04:14.765" v="1872" actId="113"/>
          <ac:spMkLst>
            <pc:docMk/>
            <pc:sldMk cId="321550938" sldId="272"/>
            <ac:spMk id="9" creationId="{BE87458B-D508-7E17-AA4F-D7D8EDFA29BB}"/>
          </ac:spMkLst>
        </pc:spChg>
      </pc:sldChg>
      <pc:sldChg chg="del">
        <pc:chgData name="GABRIELE MORRA" userId="247739ab-9a46-4786-ae06-df1725047e48" providerId="ADAL" clId="{402E386E-5341-4945-9FD9-8D9AF95A4FF0}" dt="2025-03-24T21:37:51.379" v="18" actId="47"/>
        <pc:sldMkLst>
          <pc:docMk/>
          <pc:sldMk cId="607850294" sldId="272"/>
        </pc:sldMkLst>
      </pc:sldChg>
      <pc:sldChg chg="addSp delSp modSp add mod">
        <pc:chgData name="GABRIELE MORRA" userId="247739ab-9a46-4786-ae06-df1725047e48" providerId="ADAL" clId="{402E386E-5341-4945-9FD9-8D9AF95A4FF0}" dt="2025-03-24T22:08:07.780" v="751" actId="1076"/>
        <pc:sldMkLst>
          <pc:docMk/>
          <pc:sldMk cId="2106545497" sldId="273"/>
        </pc:sldMkLst>
        <pc:spChg chg="add mod">
          <ac:chgData name="GABRIELE MORRA" userId="247739ab-9a46-4786-ae06-df1725047e48" providerId="ADAL" clId="{402E386E-5341-4945-9FD9-8D9AF95A4FF0}" dt="2025-03-24T22:05:58.175" v="690" actId="164"/>
          <ac:spMkLst>
            <pc:docMk/>
            <pc:sldMk cId="2106545497" sldId="273"/>
            <ac:spMk id="3" creationId="{768BD836-19B5-435E-0354-2652DD32D73D}"/>
          </ac:spMkLst>
        </pc:spChg>
        <pc:spChg chg="mod">
          <ac:chgData name="GABRIELE MORRA" userId="247739ab-9a46-4786-ae06-df1725047e48" providerId="ADAL" clId="{402E386E-5341-4945-9FD9-8D9AF95A4FF0}" dt="2025-03-24T22:05:49.856" v="689" actId="113"/>
          <ac:spMkLst>
            <pc:docMk/>
            <pc:sldMk cId="2106545497" sldId="273"/>
            <ac:spMk id="9" creationId="{7F799E41-E958-573C-D024-E7F643897626}"/>
          </ac:spMkLst>
        </pc:spChg>
        <pc:spChg chg="add mod">
          <ac:chgData name="GABRIELE MORRA" userId="247739ab-9a46-4786-ae06-df1725047e48" providerId="ADAL" clId="{402E386E-5341-4945-9FD9-8D9AF95A4FF0}" dt="2025-03-24T22:05:58.175" v="690" actId="164"/>
          <ac:spMkLst>
            <pc:docMk/>
            <pc:sldMk cId="2106545497" sldId="273"/>
            <ac:spMk id="10" creationId="{058B4B09-21BD-622D-1727-CA72A8D386D6}"/>
          </ac:spMkLst>
        </pc:spChg>
        <pc:spChg chg="add mod">
          <ac:chgData name="GABRIELE MORRA" userId="247739ab-9a46-4786-ae06-df1725047e48" providerId="ADAL" clId="{402E386E-5341-4945-9FD9-8D9AF95A4FF0}" dt="2025-03-24T22:05:58.175" v="690" actId="164"/>
          <ac:spMkLst>
            <pc:docMk/>
            <pc:sldMk cId="2106545497" sldId="273"/>
            <ac:spMk id="11" creationId="{5DA9C1DE-C270-9ABD-EC4F-BDE19F0D9DF0}"/>
          </ac:spMkLst>
        </pc:spChg>
        <pc:spChg chg="add mod">
          <ac:chgData name="GABRIELE MORRA" userId="247739ab-9a46-4786-ae06-df1725047e48" providerId="ADAL" clId="{402E386E-5341-4945-9FD9-8D9AF95A4FF0}" dt="2025-03-24T22:05:58.175" v="690" actId="164"/>
          <ac:spMkLst>
            <pc:docMk/>
            <pc:sldMk cId="2106545497" sldId="273"/>
            <ac:spMk id="14" creationId="{D637E3A9-17B5-7A8B-34E2-7A738D65E643}"/>
          </ac:spMkLst>
        </pc:spChg>
        <pc:spChg chg="add mod">
          <ac:chgData name="GABRIELE MORRA" userId="247739ab-9a46-4786-ae06-df1725047e48" providerId="ADAL" clId="{402E386E-5341-4945-9FD9-8D9AF95A4FF0}" dt="2025-03-24T22:05:58.175" v="690" actId="164"/>
          <ac:spMkLst>
            <pc:docMk/>
            <pc:sldMk cId="2106545497" sldId="273"/>
            <ac:spMk id="17" creationId="{A1C8BE36-3DAD-C920-0D38-AD74AE635E91}"/>
          </ac:spMkLst>
        </pc:spChg>
        <pc:spChg chg="add mod">
          <ac:chgData name="GABRIELE MORRA" userId="247739ab-9a46-4786-ae06-df1725047e48" providerId="ADAL" clId="{402E386E-5341-4945-9FD9-8D9AF95A4FF0}" dt="2025-03-24T22:05:58.175" v="690" actId="164"/>
          <ac:spMkLst>
            <pc:docMk/>
            <pc:sldMk cId="2106545497" sldId="273"/>
            <ac:spMk id="19" creationId="{5DFB4B17-3A02-34A6-3E44-2098B3DB6FCD}"/>
          </ac:spMkLst>
        </pc:spChg>
        <pc:spChg chg="add mod">
          <ac:chgData name="GABRIELE MORRA" userId="247739ab-9a46-4786-ae06-df1725047e48" providerId="ADAL" clId="{402E386E-5341-4945-9FD9-8D9AF95A4FF0}" dt="2025-03-24T22:08:07.780" v="751" actId="1076"/>
          <ac:spMkLst>
            <pc:docMk/>
            <pc:sldMk cId="2106545497" sldId="273"/>
            <ac:spMk id="22" creationId="{A9B62185-FCE8-5EB2-2483-BF276AD8A6A8}"/>
          </ac:spMkLst>
        </pc:spChg>
        <pc:grpChg chg="add mod">
          <ac:chgData name="GABRIELE MORRA" userId="247739ab-9a46-4786-ae06-df1725047e48" providerId="ADAL" clId="{402E386E-5341-4945-9FD9-8D9AF95A4FF0}" dt="2025-03-24T22:06:00.918" v="691" actId="1076"/>
          <ac:grpSpMkLst>
            <pc:docMk/>
            <pc:sldMk cId="2106545497" sldId="273"/>
            <ac:grpSpMk id="20" creationId="{36CB2B74-B9E5-9A26-B449-7EC9C9C06FC0}"/>
          </ac:grpSpMkLst>
        </pc:grpChg>
        <pc:cxnChg chg="add mod">
          <ac:chgData name="GABRIELE MORRA" userId="247739ab-9a46-4786-ae06-df1725047e48" providerId="ADAL" clId="{402E386E-5341-4945-9FD9-8D9AF95A4FF0}" dt="2025-03-24T22:05:58.175" v="690" actId="164"/>
          <ac:cxnSpMkLst>
            <pc:docMk/>
            <pc:sldMk cId="2106545497" sldId="273"/>
            <ac:cxnSpMk id="7" creationId="{B7325809-277A-CFA1-53F3-9F8E12552098}"/>
          </ac:cxnSpMkLst>
        </pc:cxnChg>
        <pc:cxnChg chg="add mod">
          <ac:chgData name="GABRIELE MORRA" userId="247739ab-9a46-4786-ae06-df1725047e48" providerId="ADAL" clId="{402E386E-5341-4945-9FD9-8D9AF95A4FF0}" dt="2025-03-24T22:05:58.175" v="690" actId="164"/>
          <ac:cxnSpMkLst>
            <pc:docMk/>
            <pc:sldMk cId="2106545497" sldId="273"/>
            <ac:cxnSpMk id="8" creationId="{3E689887-6246-960D-0B0C-E16AEC8740FE}"/>
          </ac:cxnSpMkLst>
        </pc:cxnChg>
      </pc:sldChg>
      <pc:sldChg chg="del">
        <pc:chgData name="GABRIELE MORRA" userId="247739ab-9a46-4786-ae06-df1725047e48" providerId="ADAL" clId="{402E386E-5341-4945-9FD9-8D9AF95A4FF0}" dt="2025-03-24T21:37:48.916" v="7" actId="47"/>
        <pc:sldMkLst>
          <pc:docMk/>
          <pc:sldMk cId="2247442344" sldId="273"/>
        </pc:sldMkLst>
      </pc:sldChg>
      <pc:sldChg chg="del">
        <pc:chgData name="GABRIELE MORRA" userId="247739ab-9a46-4786-ae06-df1725047e48" providerId="ADAL" clId="{402E386E-5341-4945-9FD9-8D9AF95A4FF0}" dt="2025-03-24T21:37:49.252" v="8" actId="47"/>
        <pc:sldMkLst>
          <pc:docMk/>
          <pc:sldMk cId="2588678064" sldId="274"/>
        </pc:sldMkLst>
      </pc:sldChg>
      <pc:sldChg chg="addSp modSp add mod modAnim">
        <pc:chgData name="GABRIELE MORRA" userId="247739ab-9a46-4786-ae06-df1725047e48" providerId="ADAL" clId="{402E386E-5341-4945-9FD9-8D9AF95A4FF0}" dt="2025-03-25T20:04:23.852" v="1873" actId="207"/>
        <pc:sldMkLst>
          <pc:docMk/>
          <pc:sldMk cId="3580375991" sldId="274"/>
        </pc:sldMkLst>
        <pc:spChg chg="add mod">
          <ac:chgData name="GABRIELE MORRA" userId="247739ab-9a46-4786-ae06-df1725047e48" providerId="ADAL" clId="{402E386E-5341-4945-9FD9-8D9AF95A4FF0}" dt="2025-03-24T22:13:16.537" v="1055" actId="1076"/>
          <ac:spMkLst>
            <pc:docMk/>
            <pc:sldMk cId="3580375991" sldId="274"/>
            <ac:spMk id="7" creationId="{9B14DA40-08C3-86E5-8A54-601060F8D87D}"/>
          </ac:spMkLst>
        </pc:spChg>
        <pc:spChg chg="mod">
          <ac:chgData name="GABRIELE MORRA" userId="247739ab-9a46-4786-ae06-df1725047e48" providerId="ADAL" clId="{402E386E-5341-4945-9FD9-8D9AF95A4FF0}" dt="2025-03-25T20:04:23.852" v="1873" actId="207"/>
          <ac:spMkLst>
            <pc:docMk/>
            <pc:sldMk cId="3580375991" sldId="274"/>
            <ac:spMk id="9" creationId="{5B7BBF6B-25F8-AB02-1076-5FE0C49A62C0}"/>
          </ac:spMkLst>
        </pc:spChg>
        <pc:spChg chg="add mod">
          <ac:chgData name="GABRIELE MORRA" userId="247739ab-9a46-4786-ae06-df1725047e48" providerId="ADAL" clId="{402E386E-5341-4945-9FD9-8D9AF95A4FF0}" dt="2025-03-24T22:14:39.351" v="1088" actId="1076"/>
          <ac:spMkLst>
            <pc:docMk/>
            <pc:sldMk cId="3580375991" sldId="274"/>
            <ac:spMk id="11" creationId="{377A3DD7-A999-5561-F51E-B04A45A52029}"/>
          </ac:spMkLst>
        </pc:spChg>
        <pc:spChg chg="add mod">
          <ac:chgData name="GABRIELE MORRA" userId="247739ab-9a46-4786-ae06-df1725047e48" providerId="ADAL" clId="{402E386E-5341-4945-9FD9-8D9AF95A4FF0}" dt="2025-03-24T22:16:02.630" v="1128" actId="1076"/>
          <ac:spMkLst>
            <pc:docMk/>
            <pc:sldMk cId="3580375991" sldId="274"/>
            <ac:spMk id="12" creationId="{1E89DD46-387F-534C-469D-83ED31477FC7}"/>
          </ac:spMkLst>
        </pc:spChg>
        <pc:picChg chg="add mod">
          <ac:chgData name="GABRIELE MORRA" userId="247739ab-9a46-4786-ae06-df1725047e48" providerId="ADAL" clId="{402E386E-5341-4945-9FD9-8D9AF95A4FF0}" dt="2025-03-24T22:11:04.794" v="1010" actId="1076"/>
          <ac:picMkLst>
            <pc:docMk/>
            <pc:sldMk cId="3580375991" sldId="274"/>
            <ac:picMk id="5" creationId="{A5D60539-6E73-BE02-E08F-3EDD62428D66}"/>
          </ac:picMkLst>
        </pc:picChg>
        <pc:picChg chg="add mod">
          <ac:chgData name="GABRIELE MORRA" userId="247739ab-9a46-4786-ae06-df1725047e48" providerId="ADAL" clId="{402E386E-5341-4945-9FD9-8D9AF95A4FF0}" dt="2025-03-24T22:13:13.141" v="1054" actId="1076"/>
          <ac:picMkLst>
            <pc:docMk/>
            <pc:sldMk cId="3580375991" sldId="274"/>
            <ac:picMk id="10" creationId="{9A203C9A-C023-0361-1D8D-B860EB98A096}"/>
          </ac:picMkLst>
        </pc:picChg>
      </pc:sldChg>
      <pc:sldChg chg="new del">
        <pc:chgData name="GABRIELE MORRA" userId="247739ab-9a46-4786-ae06-df1725047e48" providerId="ADAL" clId="{402E386E-5341-4945-9FD9-8D9AF95A4FF0}" dt="2025-03-24T22:16:49.166" v="1130" actId="47"/>
        <pc:sldMkLst>
          <pc:docMk/>
          <pc:sldMk cId="128448769" sldId="275"/>
        </pc:sldMkLst>
      </pc:sldChg>
      <pc:sldChg chg="del">
        <pc:chgData name="GABRIELE MORRA" userId="247739ab-9a46-4786-ae06-df1725047e48" providerId="ADAL" clId="{402E386E-5341-4945-9FD9-8D9AF95A4FF0}" dt="2025-03-24T21:37:50.095" v="11" actId="47"/>
        <pc:sldMkLst>
          <pc:docMk/>
          <pc:sldMk cId="1502462595" sldId="275"/>
        </pc:sldMkLst>
      </pc:sldChg>
      <pc:sldChg chg="addSp delSp modSp add mod delAnim">
        <pc:chgData name="GABRIELE MORRA" userId="247739ab-9a46-4786-ae06-df1725047e48" providerId="ADAL" clId="{402E386E-5341-4945-9FD9-8D9AF95A4FF0}" dt="2025-03-25T20:04:29.428" v="1874" actId="207"/>
        <pc:sldMkLst>
          <pc:docMk/>
          <pc:sldMk cId="3300918511" sldId="275"/>
        </pc:sldMkLst>
        <pc:spChg chg="mod">
          <ac:chgData name="GABRIELE MORRA" userId="247739ab-9a46-4786-ae06-df1725047e48" providerId="ADAL" clId="{402E386E-5341-4945-9FD9-8D9AF95A4FF0}" dt="2025-03-25T20:04:29.428" v="1874" actId="207"/>
          <ac:spMkLst>
            <pc:docMk/>
            <pc:sldMk cId="3300918511" sldId="275"/>
            <ac:spMk id="9" creationId="{5D91C4C6-B647-27D9-6DE5-030304450D5F}"/>
          </ac:spMkLst>
        </pc:spChg>
        <pc:spChg chg="add mod">
          <ac:chgData name="GABRIELE MORRA" userId="247739ab-9a46-4786-ae06-df1725047e48" providerId="ADAL" clId="{402E386E-5341-4945-9FD9-8D9AF95A4FF0}" dt="2025-03-24T22:20:15.136" v="1242" actId="20577"/>
          <ac:spMkLst>
            <pc:docMk/>
            <pc:sldMk cId="3300918511" sldId="275"/>
            <ac:spMk id="15" creationId="{7465F6B1-C3D8-A0DE-F572-58927DD216CF}"/>
          </ac:spMkLst>
        </pc:spChg>
        <pc:picChg chg="add mod">
          <ac:chgData name="GABRIELE MORRA" userId="247739ab-9a46-4786-ae06-df1725047e48" providerId="ADAL" clId="{402E386E-5341-4945-9FD9-8D9AF95A4FF0}" dt="2025-03-24T22:17:47.317" v="1177" actId="14100"/>
          <ac:picMkLst>
            <pc:docMk/>
            <pc:sldMk cId="3300918511" sldId="275"/>
            <ac:picMk id="8" creationId="{B1304E30-EE93-F3E0-44A8-258343437EC7}"/>
          </ac:picMkLst>
        </pc:picChg>
      </pc:sldChg>
      <pc:sldChg chg="del">
        <pc:chgData name="GABRIELE MORRA" userId="247739ab-9a46-4786-ae06-df1725047e48" providerId="ADAL" clId="{402E386E-5341-4945-9FD9-8D9AF95A4FF0}" dt="2025-03-24T21:37:49.645" v="9" actId="47"/>
        <pc:sldMkLst>
          <pc:docMk/>
          <pc:sldMk cId="1367308230" sldId="276"/>
        </pc:sldMkLst>
      </pc:sldChg>
      <pc:sldChg chg="addSp delSp modSp add mod">
        <pc:chgData name="GABRIELE MORRA" userId="247739ab-9a46-4786-ae06-df1725047e48" providerId="ADAL" clId="{402E386E-5341-4945-9FD9-8D9AF95A4FF0}" dt="2025-03-24T22:24:44.230" v="1339" actId="1076"/>
        <pc:sldMkLst>
          <pc:docMk/>
          <pc:sldMk cId="2190524775" sldId="276"/>
        </pc:sldMkLst>
        <pc:spChg chg="add mod">
          <ac:chgData name="GABRIELE MORRA" userId="247739ab-9a46-4786-ae06-df1725047e48" providerId="ADAL" clId="{402E386E-5341-4945-9FD9-8D9AF95A4FF0}" dt="2025-03-24T22:24:15.995" v="1331" actId="113"/>
          <ac:spMkLst>
            <pc:docMk/>
            <pc:sldMk cId="2190524775" sldId="276"/>
            <ac:spMk id="5" creationId="{62E99033-EC8A-7708-B813-0723C1536356}"/>
          </ac:spMkLst>
        </pc:spChg>
        <pc:spChg chg="mod">
          <ac:chgData name="GABRIELE MORRA" userId="247739ab-9a46-4786-ae06-df1725047e48" providerId="ADAL" clId="{402E386E-5341-4945-9FD9-8D9AF95A4FF0}" dt="2025-03-24T22:21:04.630" v="1262" actId="207"/>
          <ac:spMkLst>
            <pc:docMk/>
            <pc:sldMk cId="2190524775" sldId="276"/>
            <ac:spMk id="9" creationId="{41F17CC5-95F9-44D9-B3B3-081193598738}"/>
          </ac:spMkLst>
        </pc:spChg>
        <pc:spChg chg="add mod">
          <ac:chgData name="GABRIELE MORRA" userId="247739ab-9a46-4786-ae06-df1725047e48" providerId="ADAL" clId="{402E386E-5341-4945-9FD9-8D9AF95A4FF0}" dt="2025-03-24T22:23:21.947" v="1312" actId="208"/>
          <ac:spMkLst>
            <pc:docMk/>
            <pc:sldMk cId="2190524775" sldId="276"/>
            <ac:spMk id="10" creationId="{995E34CB-D26B-317F-015A-FC2B78D32856}"/>
          </ac:spMkLst>
        </pc:spChg>
        <pc:spChg chg="add mod">
          <ac:chgData name="GABRIELE MORRA" userId="247739ab-9a46-4786-ae06-df1725047e48" providerId="ADAL" clId="{402E386E-5341-4945-9FD9-8D9AF95A4FF0}" dt="2025-03-24T22:24:04.006" v="1328" actId="1076"/>
          <ac:spMkLst>
            <pc:docMk/>
            <pc:sldMk cId="2190524775" sldId="276"/>
            <ac:spMk id="21" creationId="{0E22535C-EC85-A3F7-FEDD-F52CF60EEE4C}"/>
          </ac:spMkLst>
        </pc:spChg>
        <pc:spChg chg="add mod">
          <ac:chgData name="GABRIELE MORRA" userId="247739ab-9a46-4786-ae06-df1725047e48" providerId="ADAL" clId="{402E386E-5341-4945-9FD9-8D9AF95A4FF0}" dt="2025-03-24T22:24:22.185" v="1334" actId="1076"/>
          <ac:spMkLst>
            <pc:docMk/>
            <pc:sldMk cId="2190524775" sldId="276"/>
            <ac:spMk id="23" creationId="{DD3A6078-5FB0-0A25-3738-535DA24D75E0}"/>
          </ac:spMkLst>
        </pc:spChg>
        <pc:spChg chg="add mod">
          <ac:chgData name="GABRIELE MORRA" userId="247739ab-9a46-4786-ae06-df1725047e48" providerId="ADAL" clId="{402E386E-5341-4945-9FD9-8D9AF95A4FF0}" dt="2025-03-24T22:24:44.230" v="1339" actId="1076"/>
          <ac:spMkLst>
            <pc:docMk/>
            <pc:sldMk cId="2190524775" sldId="276"/>
            <ac:spMk id="27" creationId="{71B9C62E-1A9B-306C-D6E1-342AF84F9AB7}"/>
          </ac:spMkLst>
        </pc:spChg>
        <pc:cxnChg chg="add mod">
          <ac:chgData name="GABRIELE MORRA" userId="247739ab-9a46-4786-ae06-df1725047e48" providerId="ADAL" clId="{402E386E-5341-4945-9FD9-8D9AF95A4FF0}" dt="2025-03-24T22:23:33.798" v="1315" actId="1582"/>
          <ac:cxnSpMkLst>
            <pc:docMk/>
            <pc:sldMk cId="2190524775" sldId="276"/>
            <ac:cxnSpMk id="12" creationId="{79749075-771A-7B9C-7E51-CBD7BC57A21B}"/>
          </ac:cxnSpMkLst>
        </pc:cxnChg>
        <pc:cxnChg chg="add mod">
          <ac:chgData name="GABRIELE MORRA" userId="247739ab-9a46-4786-ae06-df1725047e48" providerId="ADAL" clId="{402E386E-5341-4945-9FD9-8D9AF95A4FF0}" dt="2025-03-24T22:23:36.966" v="1317" actId="1076"/>
          <ac:cxnSpMkLst>
            <pc:docMk/>
            <pc:sldMk cId="2190524775" sldId="276"/>
            <ac:cxnSpMk id="14" creationId="{5B8EF30F-6124-C409-1513-E3D209750ED4}"/>
          </ac:cxnSpMkLst>
        </pc:cxnChg>
        <pc:cxnChg chg="add mod">
          <ac:chgData name="GABRIELE MORRA" userId="247739ab-9a46-4786-ae06-df1725047e48" providerId="ADAL" clId="{402E386E-5341-4945-9FD9-8D9AF95A4FF0}" dt="2025-03-24T22:23:40.109" v="1319" actId="1076"/>
          <ac:cxnSpMkLst>
            <pc:docMk/>
            <pc:sldMk cId="2190524775" sldId="276"/>
            <ac:cxnSpMk id="16" creationId="{7CFA02CD-783B-C7EC-8163-FFCBB2D12504}"/>
          </ac:cxnSpMkLst>
        </pc:cxnChg>
        <pc:cxnChg chg="add mod">
          <ac:chgData name="GABRIELE MORRA" userId="247739ab-9a46-4786-ae06-df1725047e48" providerId="ADAL" clId="{402E386E-5341-4945-9FD9-8D9AF95A4FF0}" dt="2025-03-24T22:23:43.037" v="1321" actId="1076"/>
          <ac:cxnSpMkLst>
            <pc:docMk/>
            <pc:sldMk cId="2190524775" sldId="276"/>
            <ac:cxnSpMk id="17" creationId="{9329020B-166C-337A-68E1-81D0332E1DF7}"/>
          </ac:cxnSpMkLst>
        </pc:cxnChg>
        <pc:cxnChg chg="add mod">
          <ac:chgData name="GABRIELE MORRA" userId="247739ab-9a46-4786-ae06-df1725047e48" providerId="ADAL" clId="{402E386E-5341-4945-9FD9-8D9AF95A4FF0}" dt="2025-03-24T22:23:48.545" v="1323" actId="1076"/>
          <ac:cxnSpMkLst>
            <pc:docMk/>
            <pc:sldMk cId="2190524775" sldId="276"/>
            <ac:cxnSpMk id="18" creationId="{36E60A97-1847-7A71-CA69-A2AA0E094148}"/>
          </ac:cxnSpMkLst>
        </pc:cxnChg>
        <pc:cxnChg chg="add mod">
          <ac:chgData name="GABRIELE MORRA" userId="247739ab-9a46-4786-ae06-df1725047e48" providerId="ADAL" clId="{402E386E-5341-4945-9FD9-8D9AF95A4FF0}" dt="2025-03-24T22:23:51.940" v="1325" actId="1076"/>
          <ac:cxnSpMkLst>
            <pc:docMk/>
            <pc:sldMk cId="2190524775" sldId="276"/>
            <ac:cxnSpMk id="19" creationId="{B59866AC-D554-D0C7-99E5-85E84CC316A2}"/>
          </ac:cxnSpMkLst>
        </pc:cxnChg>
        <pc:cxnChg chg="add mod">
          <ac:chgData name="GABRIELE MORRA" userId="247739ab-9a46-4786-ae06-df1725047e48" providerId="ADAL" clId="{402E386E-5341-4945-9FD9-8D9AF95A4FF0}" dt="2025-03-24T22:24:35.605" v="1336" actId="208"/>
          <ac:cxnSpMkLst>
            <pc:docMk/>
            <pc:sldMk cId="2190524775" sldId="276"/>
            <ac:cxnSpMk id="25" creationId="{7C2CBC18-D336-D1B0-370E-B28CCD368ABE}"/>
          </ac:cxnSpMkLst>
        </pc:cxnChg>
      </pc:sldChg>
      <pc:sldChg chg="del">
        <pc:chgData name="GABRIELE MORRA" userId="247739ab-9a46-4786-ae06-df1725047e48" providerId="ADAL" clId="{402E386E-5341-4945-9FD9-8D9AF95A4FF0}" dt="2025-03-24T21:37:49.975" v="10" actId="47"/>
        <pc:sldMkLst>
          <pc:docMk/>
          <pc:sldMk cId="2989224937" sldId="277"/>
        </pc:sldMkLst>
      </pc:sldChg>
      <pc:sldChg chg="addSp delSp modSp add mod">
        <pc:chgData name="GABRIELE MORRA" userId="247739ab-9a46-4786-ae06-df1725047e48" providerId="ADAL" clId="{402E386E-5341-4945-9FD9-8D9AF95A4FF0}" dt="2025-03-24T22:29:06.634" v="1445" actId="20577"/>
        <pc:sldMkLst>
          <pc:docMk/>
          <pc:sldMk cId="3505083088" sldId="277"/>
        </pc:sldMkLst>
        <pc:spChg chg="mod">
          <ac:chgData name="GABRIELE MORRA" userId="247739ab-9a46-4786-ae06-df1725047e48" providerId="ADAL" clId="{402E386E-5341-4945-9FD9-8D9AF95A4FF0}" dt="2025-03-24T22:29:06.634" v="1445" actId="20577"/>
          <ac:spMkLst>
            <pc:docMk/>
            <pc:sldMk cId="3505083088" sldId="277"/>
            <ac:spMk id="5" creationId="{07F80D09-B954-2751-8D97-D49127F1B918}"/>
          </ac:spMkLst>
        </pc:spChg>
        <pc:spChg chg="mod">
          <ac:chgData name="GABRIELE MORRA" userId="247739ab-9a46-4786-ae06-df1725047e48" providerId="ADAL" clId="{402E386E-5341-4945-9FD9-8D9AF95A4FF0}" dt="2025-03-24T22:25:39.745" v="1341" actId="20577"/>
          <ac:spMkLst>
            <pc:docMk/>
            <pc:sldMk cId="3505083088" sldId="277"/>
            <ac:spMk id="9" creationId="{D650B574-08E4-46F7-2218-148AD20CC5C3}"/>
          </ac:spMkLst>
        </pc:spChg>
        <pc:picChg chg="add mod">
          <ac:chgData name="GABRIELE MORRA" userId="247739ab-9a46-4786-ae06-df1725047e48" providerId="ADAL" clId="{402E386E-5341-4945-9FD9-8D9AF95A4FF0}" dt="2025-03-24T22:28:22.111" v="1424" actId="1076"/>
          <ac:picMkLst>
            <pc:docMk/>
            <pc:sldMk cId="3505083088" sldId="277"/>
            <ac:picMk id="7" creationId="{9BDE75B5-50F5-09CE-19B5-C0D066533CCE}"/>
          </ac:picMkLst>
        </pc:picChg>
      </pc:sldChg>
      <pc:sldChg chg="addSp delSp modSp add mod delAnim modAnim">
        <pc:chgData name="GABRIELE MORRA" userId="247739ab-9a46-4786-ae06-df1725047e48" providerId="ADAL" clId="{402E386E-5341-4945-9FD9-8D9AF95A4FF0}" dt="2025-03-25T19:59:01.275" v="1821" actId="1076"/>
        <pc:sldMkLst>
          <pc:docMk/>
          <pc:sldMk cId="28501469" sldId="278"/>
        </pc:sldMkLst>
        <pc:spChg chg="mod">
          <ac:chgData name="GABRIELE MORRA" userId="247739ab-9a46-4786-ae06-df1725047e48" providerId="ADAL" clId="{402E386E-5341-4945-9FD9-8D9AF95A4FF0}" dt="2025-03-24T22:37:02.685" v="1559" actId="20577"/>
          <ac:spMkLst>
            <pc:docMk/>
            <pc:sldMk cId="28501469" sldId="278"/>
            <ac:spMk id="6" creationId="{9882BF00-5FEC-3E56-457E-B5AE8C25D104}"/>
          </ac:spMkLst>
        </pc:spChg>
        <pc:spChg chg="add mod">
          <ac:chgData name="GABRIELE MORRA" userId="247739ab-9a46-4786-ae06-df1725047e48" providerId="ADAL" clId="{402E386E-5341-4945-9FD9-8D9AF95A4FF0}" dt="2025-03-25T19:51:21.945" v="1604" actId="1076"/>
          <ac:spMkLst>
            <pc:docMk/>
            <pc:sldMk cId="28501469" sldId="278"/>
            <ac:spMk id="8" creationId="{34BB7C63-567D-61BE-888D-DD2B3459BE86}"/>
          </ac:spMkLst>
        </pc:spChg>
        <pc:spChg chg="mod">
          <ac:chgData name="GABRIELE MORRA" userId="247739ab-9a46-4786-ae06-df1725047e48" providerId="ADAL" clId="{402E386E-5341-4945-9FD9-8D9AF95A4FF0}" dt="2025-03-25T19:49:39.538" v="1590" actId="113"/>
          <ac:spMkLst>
            <pc:docMk/>
            <pc:sldMk cId="28501469" sldId="278"/>
            <ac:spMk id="9" creationId="{FAAD6D8D-1C1D-E778-F028-5A58A0441DC5}"/>
          </ac:spMkLst>
        </pc:spChg>
        <pc:spChg chg="add mod">
          <ac:chgData name="GABRIELE MORRA" userId="247739ab-9a46-4786-ae06-df1725047e48" providerId="ADAL" clId="{402E386E-5341-4945-9FD9-8D9AF95A4FF0}" dt="2025-03-25T19:56:06.279" v="1729" actId="1076"/>
          <ac:spMkLst>
            <pc:docMk/>
            <pc:sldMk cId="28501469" sldId="278"/>
            <ac:spMk id="10" creationId="{311A6032-FC9C-A6E5-B66E-456F28F10C80}"/>
          </ac:spMkLst>
        </pc:spChg>
        <pc:spChg chg="add mod">
          <ac:chgData name="GABRIELE MORRA" userId="247739ab-9a46-4786-ae06-df1725047e48" providerId="ADAL" clId="{402E386E-5341-4945-9FD9-8D9AF95A4FF0}" dt="2025-03-25T19:56:06.279" v="1729" actId="1076"/>
          <ac:spMkLst>
            <pc:docMk/>
            <pc:sldMk cId="28501469" sldId="278"/>
            <ac:spMk id="11" creationId="{5E8AB2AE-C546-DD65-22CB-FDF9B95B777A}"/>
          </ac:spMkLst>
        </pc:spChg>
        <pc:spChg chg="add mod">
          <ac:chgData name="GABRIELE MORRA" userId="247739ab-9a46-4786-ae06-df1725047e48" providerId="ADAL" clId="{402E386E-5341-4945-9FD9-8D9AF95A4FF0}" dt="2025-03-25T19:56:06.279" v="1729" actId="1076"/>
          <ac:spMkLst>
            <pc:docMk/>
            <pc:sldMk cId="28501469" sldId="278"/>
            <ac:spMk id="12" creationId="{7240BD4F-3D20-F9BA-CC2D-93F161A26EE7}"/>
          </ac:spMkLst>
        </pc:spChg>
        <pc:spChg chg="add mod">
          <ac:chgData name="GABRIELE MORRA" userId="247739ab-9a46-4786-ae06-df1725047e48" providerId="ADAL" clId="{402E386E-5341-4945-9FD9-8D9AF95A4FF0}" dt="2025-03-25T19:56:06.279" v="1729" actId="1076"/>
          <ac:spMkLst>
            <pc:docMk/>
            <pc:sldMk cId="28501469" sldId="278"/>
            <ac:spMk id="14" creationId="{925A16EF-3EEB-DE87-19B3-3DD2D92D0897}"/>
          </ac:spMkLst>
        </pc:spChg>
        <pc:spChg chg="add mod">
          <ac:chgData name="GABRIELE MORRA" userId="247739ab-9a46-4786-ae06-df1725047e48" providerId="ADAL" clId="{402E386E-5341-4945-9FD9-8D9AF95A4FF0}" dt="2025-03-25T19:56:06.279" v="1729" actId="1076"/>
          <ac:spMkLst>
            <pc:docMk/>
            <pc:sldMk cId="28501469" sldId="278"/>
            <ac:spMk id="15" creationId="{3CABA880-4516-28EC-71C6-C7F4374027FC}"/>
          </ac:spMkLst>
        </pc:spChg>
        <pc:spChg chg="add mod">
          <ac:chgData name="GABRIELE MORRA" userId="247739ab-9a46-4786-ae06-df1725047e48" providerId="ADAL" clId="{402E386E-5341-4945-9FD9-8D9AF95A4FF0}" dt="2025-03-25T19:57:42.700" v="1782" actId="1076"/>
          <ac:spMkLst>
            <pc:docMk/>
            <pc:sldMk cId="28501469" sldId="278"/>
            <ac:spMk id="17" creationId="{629ABBF5-8900-26BC-80DA-BC2E9CA703CF}"/>
          </ac:spMkLst>
        </pc:spChg>
        <pc:spChg chg="add mod">
          <ac:chgData name="GABRIELE MORRA" userId="247739ab-9a46-4786-ae06-df1725047e48" providerId="ADAL" clId="{402E386E-5341-4945-9FD9-8D9AF95A4FF0}" dt="2025-03-25T19:59:01.275" v="1821" actId="1076"/>
          <ac:spMkLst>
            <pc:docMk/>
            <pc:sldMk cId="28501469" sldId="278"/>
            <ac:spMk id="19" creationId="{000E03E7-85C0-15C2-211C-1592A759FE84}"/>
          </ac:spMkLst>
        </pc:spChg>
        <pc:picChg chg="add mod">
          <ac:chgData name="GABRIELE MORRA" userId="247739ab-9a46-4786-ae06-df1725047e48" providerId="ADAL" clId="{402E386E-5341-4945-9FD9-8D9AF95A4FF0}" dt="2025-03-25T19:50:19.355" v="1593" actId="1076"/>
          <ac:picMkLst>
            <pc:docMk/>
            <pc:sldMk cId="28501469" sldId="278"/>
            <ac:picMk id="5" creationId="{BAAF57F8-7D03-7AF8-ABE7-CBC14FDDB0E7}"/>
          </ac:picMkLst>
        </pc:picChg>
      </pc:sldChg>
      <pc:sldChg chg="del">
        <pc:chgData name="GABRIELE MORRA" userId="247739ab-9a46-4786-ae06-df1725047e48" providerId="ADAL" clId="{402E386E-5341-4945-9FD9-8D9AF95A4FF0}" dt="2025-03-24T21:37:50.315" v="12" actId="47"/>
        <pc:sldMkLst>
          <pc:docMk/>
          <pc:sldMk cId="896252657" sldId="278"/>
        </pc:sldMkLst>
      </pc:sldChg>
      <pc:sldChg chg="del">
        <pc:chgData name="GABRIELE MORRA" userId="247739ab-9a46-4786-ae06-df1725047e48" providerId="ADAL" clId="{402E386E-5341-4945-9FD9-8D9AF95A4FF0}" dt="2025-03-24T21:37:50.510" v="13" actId="47"/>
        <pc:sldMkLst>
          <pc:docMk/>
          <pc:sldMk cId="1417605456" sldId="279"/>
        </pc:sldMkLst>
      </pc:sldChg>
      <pc:sldChg chg="addSp delSp modSp add mod delAnim">
        <pc:chgData name="GABRIELE MORRA" userId="247739ab-9a46-4786-ae06-df1725047e48" providerId="ADAL" clId="{402E386E-5341-4945-9FD9-8D9AF95A4FF0}" dt="2025-03-25T20:00:35.191" v="1869" actId="113"/>
        <pc:sldMkLst>
          <pc:docMk/>
          <pc:sldMk cId="2437654573" sldId="279"/>
        </pc:sldMkLst>
        <pc:spChg chg="mod">
          <ac:chgData name="GABRIELE MORRA" userId="247739ab-9a46-4786-ae06-df1725047e48" providerId="ADAL" clId="{402E386E-5341-4945-9FD9-8D9AF95A4FF0}" dt="2025-03-25T19:59:17.965" v="1823" actId="20577"/>
          <ac:spMkLst>
            <pc:docMk/>
            <pc:sldMk cId="2437654573" sldId="279"/>
            <ac:spMk id="6" creationId="{C92E8B2B-ABE8-DEC2-9BD3-32385FA97B39}"/>
          </ac:spMkLst>
        </pc:spChg>
        <pc:spChg chg="mod">
          <ac:chgData name="GABRIELE MORRA" userId="247739ab-9a46-4786-ae06-df1725047e48" providerId="ADAL" clId="{402E386E-5341-4945-9FD9-8D9AF95A4FF0}" dt="2025-03-25T20:00:35.191" v="1869" actId="113"/>
          <ac:spMkLst>
            <pc:docMk/>
            <pc:sldMk cId="2437654573" sldId="279"/>
            <ac:spMk id="9" creationId="{48E166BE-F538-5441-6165-DAA333CF0CD3}"/>
          </ac:spMkLst>
        </pc:spChg>
        <pc:picChg chg="add mod">
          <ac:chgData name="GABRIELE MORRA" userId="247739ab-9a46-4786-ae06-df1725047e48" providerId="ADAL" clId="{402E386E-5341-4945-9FD9-8D9AF95A4FF0}" dt="2025-03-25T20:00:22.269" v="1865" actId="1076"/>
          <ac:picMkLst>
            <pc:docMk/>
            <pc:sldMk cId="2437654573" sldId="279"/>
            <ac:picMk id="7" creationId="{5B046E07-6186-DF05-7BD3-8591CAF55E07}"/>
          </ac:picMkLst>
        </pc:picChg>
      </pc:sldChg>
      <pc:sldChg chg="del">
        <pc:chgData name="GABRIELE MORRA" userId="247739ab-9a46-4786-ae06-df1725047e48" providerId="ADAL" clId="{402E386E-5341-4945-9FD9-8D9AF95A4FF0}" dt="2025-03-24T21:37:50.530" v="14" actId="47"/>
        <pc:sldMkLst>
          <pc:docMk/>
          <pc:sldMk cId="452844852" sldId="280"/>
        </pc:sldMkLst>
      </pc:sldChg>
      <pc:sldChg chg="addSp delSp modSp add mod addAnim delAnim modAnim">
        <pc:chgData name="GABRIELE MORRA" userId="247739ab-9a46-4786-ae06-df1725047e48" providerId="ADAL" clId="{402E386E-5341-4945-9FD9-8D9AF95A4FF0}" dt="2025-03-25T20:43:31.490" v="2393" actId="14100"/>
        <pc:sldMkLst>
          <pc:docMk/>
          <pc:sldMk cId="2549679527" sldId="280"/>
        </pc:sldMkLst>
        <pc:spChg chg="mod">
          <ac:chgData name="GABRIELE MORRA" userId="247739ab-9a46-4786-ae06-df1725047e48" providerId="ADAL" clId="{402E386E-5341-4945-9FD9-8D9AF95A4FF0}" dt="2025-03-25T20:07:22.027" v="1911" actId="20577"/>
          <ac:spMkLst>
            <pc:docMk/>
            <pc:sldMk cId="2549679527" sldId="280"/>
            <ac:spMk id="6" creationId="{62295235-95F2-FAE4-5B43-3970A36BEF49}"/>
          </ac:spMkLst>
        </pc:spChg>
        <pc:spChg chg="mod">
          <ac:chgData name="GABRIELE MORRA" userId="247739ab-9a46-4786-ae06-df1725047e48" providerId="ADAL" clId="{402E386E-5341-4945-9FD9-8D9AF95A4FF0}" dt="2025-03-25T20:39:13.028" v="2298" actId="20577"/>
          <ac:spMkLst>
            <pc:docMk/>
            <pc:sldMk cId="2549679527" sldId="280"/>
            <ac:spMk id="9" creationId="{AD377938-6C5A-26CD-C4C0-FBA44E64CAB3}"/>
          </ac:spMkLst>
        </pc:spChg>
        <pc:spChg chg="add mod">
          <ac:chgData name="GABRIELE MORRA" userId="247739ab-9a46-4786-ae06-df1725047e48" providerId="ADAL" clId="{402E386E-5341-4945-9FD9-8D9AF95A4FF0}" dt="2025-03-25T20:40:57.340" v="2376" actId="1076"/>
          <ac:spMkLst>
            <pc:docMk/>
            <pc:sldMk cId="2549679527" sldId="280"/>
            <ac:spMk id="10" creationId="{76D9AB0A-7B50-B4A6-FCC5-44A5028E61B7}"/>
          </ac:spMkLst>
        </pc:spChg>
        <pc:spChg chg="add mod">
          <ac:chgData name="GABRIELE MORRA" userId="247739ab-9a46-4786-ae06-df1725047e48" providerId="ADAL" clId="{402E386E-5341-4945-9FD9-8D9AF95A4FF0}" dt="2025-03-25T20:40:51.670" v="2375" actId="1076"/>
          <ac:spMkLst>
            <pc:docMk/>
            <pc:sldMk cId="2549679527" sldId="280"/>
            <ac:spMk id="12" creationId="{52D0D34E-36E5-7DB7-0EA4-5EA61D0F1537}"/>
          </ac:spMkLst>
        </pc:spChg>
        <pc:spChg chg="add mod">
          <ac:chgData name="GABRIELE MORRA" userId="247739ab-9a46-4786-ae06-df1725047e48" providerId="ADAL" clId="{402E386E-5341-4945-9FD9-8D9AF95A4FF0}" dt="2025-03-25T20:43:31.490" v="2393" actId="14100"/>
          <ac:spMkLst>
            <pc:docMk/>
            <pc:sldMk cId="2549679527" sldId="280"/>
            <ac:spMk id="16" creationId="{A1A26DEB-7EFA-280C-CA01-A6C063B3F216}"/>
          </ac:spMkLst>
        </pc:spChg>
        <pc:spChg chg="add mod">
          <ac:chgData name="GABRIELE MORRA" userId="247739ab-9a46-4786-ae06-df1725047e48" providerId="ADAL" clId="{402E386E-5341-4945-9FD9-8D9AF95A4FF0}" dt="2025-03-25T20:41:16.846" v="2382" actId="1076"/>
          <ac:spMkLst>
            <pc:docMk/>
            <pc:sldMk cId="2549679527" sldId="280"/>
            <ac:spMk id="19" creationId="{864BD467-E457-0E06-2407-4CE1A90A25E7}"/>
          </ac:spMkLst>
        </pc:spChg>
        <pc:spChg chg="add mod">
          <ac:chgData name="GABRIELE MORRA" userId="247739ab-9a46-4786-ae06-df1725047e48" providerId="ADAL" clId="{402E386E-5341-4945-9FD9-8D9AF95A4FF0}" dt="2025-03-25T20:41:16.846" v="2382" actId="1076"/>
          <ac:spMkLst>
            <pc:docMk/>
            <pc:sldMk cId="2549679527" sldId="280"/>
            <ac:spMk id="21" creationId="{441141FC-3717-C4A9-CD82-DE3DA5F790E4}"/>
          </ac:spMkLst>
        </pc:spChg>
        <pc:spChg chg="add mod">
          <ac:chgData name="GABRIELE MORRA" userId="247739ab-9a46-4786-ae06-df1725047e48" providerId="ADAL" clId="{402E386E-5341-4945-9FD9-8D9AF95A4FF0}" dt="2025-03-25T20:41:16.846" v="2382" actId="1076"/>
          <ac:spMkLst>
            <pc:docMk/>
            <pc:sldMk cId="2549679527" sldId="280"/>
            <ac:spMk id="24" creationId="{042EDEA5-C2D3-9A39-395C-4DC74AD39E13}"/>
          </ac:spMkLst>
        </pc:spChg>
        <pc:spChg chg="add del mod">
          <ac:chgData name="GABRIELE MORRA" userId="247739ab-9a46-4786-ae06-df1725047e48" providerId="ADAL" clId="{402E386E-5341-4945-9FD9-8D9AF95A4FF0}" dt="2025-03-25T20:41:08.259" v="2381" actId="1076"/>
          <ac:spMkLst>
            <pc:docMk/>
            <pc:sldMk cId="2549679527" sldId="280"/>
            <ac:spMk id="27" creationId="{C39DA4EA-5BB3-8ADB-0965-3D0E6BEEC222}"/>
          </ac:spMkLst>
        </pc:spChg>
        <pc:spChg chg="add mod">
          <ac:chgData name="GABRIELE MORRA" userId="247739ab-9a46-4786-ae06-df1725047e48" providerId="ADAL" clId="{402E386E-5341-4945-9FD9-8D9AF95A4FF0}" dt="2025-03-25T20:41:16.846" v="2382" actId="1076"/>
          <ac:spMkLst>
            <pc:docMk/>
            <pc:sldMk cId="2549679527" sldId="280"/>
            <ac:spMk id="28" creationId="{E7190419-3A43-5AAF-3E08-C4FE764F2376}"/>
          </ac:spMkLst>
        </pc:spChg>
        <pc:grpChg chg="add mod">
          <ac:chgData name="GABRIELE MORRA" userId="247739ab-9a46-4786-ae06-df1725047e48" providerId="ADAL" clId="{402E386E-5341-4945-9FD9-8D9AF95A4FF0}" dt="2025-03-25T20:41:02.277" v="2377" actId="1076"/>
          <ac:grpSpMkLst>
            <pc:docMk/>
            <pc:sldMk cId="2549679527" sldId="280"/>
            <ac:grpSpMk id="14" creationId="{9A40F20D-2A9F-17E7-AC6A-32112F52892C}"/>
          </ac:grpSpMkLst>
        </pc:grpChg>
        <pc:picChg chg="add mod">
          <ac:chgData name="GABRIELE MORRA" userId="247739ab-9a46-4786-ae06-df1725047e48" providerId="ADAL" clId="{402E386E-5341-4945-9FD9-8D9AF95A4FF0}" dt="2025-03-25T20:40:57.340" v="2376" actId="1076"/>
          <ac:picMkLst>
            <pc:docMk/>
            <pc:sldMk cId="2549679527" sldId="280"/>
            <ac:picMk id="5" creationId="{6373EECF-92F9-D14D-AE19-06FE55780829}"/>
          </ac:picMkLst>
        </pc:picChg>
        <pc:cxnChg chg="add mod">
          <ac:chgData name="GABRIELE MORRA" userId="247739ab-9a46-4786-ae06-df1725047e48" providerId="ADAL" clId="{402E386E-5341-4945-9FD9-8D9AF95A4FF0}" dt="2025-03-25T20:41:16.846" v="2382" actId="1076"/>
          <ac:cxnSpMkLst>
            <pc:docMk/>
            <pc:sldMk cId="2549679527" sldId="280"/>
            <ac:cxnSpMk id="18" creationId="{8957448E-6B9E-F365-F375-9EB98C4B079B}"/>
          </ac:cxnSpMkLst>
        </pc:cxnChg>
        <pc:cxnChg chg="add mod">
          <ac:chgData name="GABRIELE MORRA" userId="247739ab-9a46-4786-ae06-df1725047e48" providerId="ADAL" clId="{402E386E-5341-4945-9FD9-8D9AF95A4FF0}" dt="2025-03-25T20:41:16.846" v="2382" actId="1076"/>
          <ac:cxnSpMkLst>
            <pc:docMk/>
            <pc:sldMk cId="2549679527" sldId="280"/>
            <ac:cxnSpMk id="23" creationId="{87289B1C-03E5-EC6C-1FC5-C46C7B68401B}"/>
          </ac:cxnSpMkLst>
        </pc:cxnChg>
        <pc:cxnChg chg="add mod">
          <ac:chgData name="GABRIELE MORRA" userId="247739ab-9a46-4786-ae06-df1725047e48" providerId="ADAL" clId="{402E386E-5341-4945-9FD9-8D9AF95A4FF0}" dt="2025-03-25T20:41:16.846" v="2382" actId="1076"/>
          <ac:cxnSpMkLst>
            <pc:docMk/>
            <pc:sldMk cId="2549679527" sldId="280"/>
            <ac:cxnSpMk id="25" creationId="{0942A636-6C07-715E-F4B0-2A1A18BE82B1}"/>
          </ac:cxnSpMkLst>
        </pc:cxnChg>
        <pc:cxnChg chg="add mod">
          <ac:chgData name="GABRIELE MORRA" userId="247739ab-9a46-4786-ae06-df1725047e48" providerId="ADAL" clId="{402E386E-5341-4945-9FD9-8D9AF95A4FF0}" dt="2025-03-25T20:41:16.846" v="2382" actId="1076"/>
          <ac:cxnSpMkLst>
            <pc:docMk/>
            <pc:sldMk cId="2549679527" sldId="280"/>
            <ac:cxnSpMk id="29" creationId="{AEB9D809-3C4E-53DA-A666-21F4A9E1F078}"/>
          </ac:cxnSpMkLst>
        </pc:cxnChg>
      </pc:sldChg>
      <pc:sldChg chg="del">
        <pc:chgData name="GABRIELE MORRA" userId="247739ab-9a46-4786-ae06-df1725047e48" providerId="ADAL" clId="{402E386E-5341-4945-9FD9-8D9AF95A4FF0}" dt="2025-03-24T21:37:50.631" v="15" actId="47"/>
        <pc:sldMkLst>
          <pc:docMk/>
          <pc:sldMk cId="2144335715" sldId="281"/>
        </pc:sldMkLst>
      </pc:sldChg>
      <pc:sldChg chg="addSp delSp modSp add mod delAnim modAnim">
        <pc:chgData name="GABRIELE MORRA" userId="247739ab-9a46-4786-ae06-df1725047e48" providerId="ADAL" clId="{402E386E-5341-4945-9FD9-8D9AF95A4FF0}" dt="2025-03-25T22:21:25.233" v="2687" actId="20577"/>
        <pc:sldMkLst>
          <pc:docMk/>
          <pc:sldMk cId="3544040662" sldId="281"/>
        </pc:sldMkLst>
        <pc:spChg chg="mod">
          <ac:chgData name="GABRIELE MORRA" userId="247739ab-9a46-4786-ae06-df1725047e48" providerId="ADAL" clId="{402E386E-5341-4945-9FD9-8D9AF95A4FF0}" dt="2025-03-25T20:52:01.812" v="2438" actId="14100"/>
          <ac:spMkLst>
            <pc:docMk/>
            <pc:sldMk cId="3544040662" sldId="281"/>
            <ac:spMk id="6" creationId="{1EC9F910-080F-E6F4-88BC-0AED161B2605}"/>
          </ac:spMkLst>
        </pc:spChg>
        <pc:spChg chg="add mod">
          <ac:chgData name="GABRIELE MORRA" userId="247739ab-9a46-4786-ae06-df1725047e48" providerId="ADAL" clId="{402E386E-5341-4945-9FD9-8D9AF95A4FF0}" dt="2025-03-25T22:21:10.289" v="2683" actId="1076"/>
          <ac:spMkLst>
            <pc:docMk/>
            <pc:sldMk cId="3544040662" sldId="281"/>
            <ac:spMk id="8" creationId="{6127CCB7-91E5-411D-DFFB-F466A0D512CE}"/>
          </ac:spMkLst>
        </pc:spChg>
        <pc:spChg chg="mod">
          <ac:chgData name="GABRIELE MORRA" userId="247739ab-9a46-4786-ae06-df1725047e48" providerId="ADAL" clId="{402E386E-5341-4945-9FD9-8D9AF95A4FF0}" dt="2025-03-25T22:09:22.323" v="2449" actId="20577"/>
          <ac:spMkLst>
            <pc:docMk/>
            <pc:sldMk cId="3544040662" sldId="281"/>
            <ac:spMk id="9" creationId="{E8E306B7-0808-2809-BBC0-5C857081E962}"/>
          </ac:spMkLst>
        </pc:spChg>
        <pc:spChg chg="add mod">
          <ac:chgData name="GABRIELE MORRA" userId="247739ab-9a46-4786-ae06-df1725047e48" providerId="ADAL" clId="{402E386E-5341-4945-9FD9-8D9AF95A4FF0}" dt="2025-03-25T22:21:10.289" v="2683" actId="1076"/>
          <ac:spMkLst>
            <pc:docMk/>
            <pc:sldMk cId="3544040662" sldId="281"/>
            <ac:spMk id="11" creationId="{3700D60D-87C2-25EF-EBA0-A1EF85B7F9AA}"/>
          </ac:spMkLst>
        </pc:spChg>
        <pc:spChg chg="add mod">
          <ac:chgData name="GABRIELE MORRA" userId="247739ab-9a46-4786-ae06-df1725047e48" providerId="ADAL" clId="{402E386E-5341-4945-9FD9-8D9AF95A4FF0}" dt="2025-03-25T22:21:10.289" v="2683" actId="1076"/>
          <ac:spMkLst>
            <pc:docMk/>
            <pc:sldMk cId="3544040662" sldId="281"/>
            <ac:spMk id="15" creationId="{75273D74-9B93-5462-2CFB-9290E82AC6D7}"/>
          </ac:spMkLst>
        </pc:spChg>
        <pc:spChg chg="add mod">
          <ac:chgData name="GABRIELE MORRA" userId="247739ab-9a46-4786-ae06-df1725047e48" providerId="ADAL" clId="{402E386E-5341-4945-9FD9-8D9AF95A4FF0}" dt="2025-03-25T22:21:25.233" v="2687" actId="20577"/>
          <ac:spMkLst>
            <pc:docMk/>
            <pc:sldMk cId="3544040662" sldId="281"/>
            <ac:spMk id="20" creationId="{43A63B67-62A8-547E-87C3-77FD995B2DC3}"/>
          </ac:spMkLst>
        </pc:spChg>
        <pc:picChg chg="add mod">
          <ac:chgData name="GABRIELE MORRA" userId="247739ab-9a46-4786-ae06-df1725047e48" providerId="ADAL" clId="{402E386E-5341-4945-9FD9-8D9AF95A4FF0}" dt="2025-03-25T22:09:26.629" v="2450" actId="1076"/>
          <ac:picMkLst>
            <pc:docMk/>
            <pc:sldMk cId="3544040662" sldId="281"/>
            <ac:picMk id="7" creationId="{C11A1230-F593-A580-69FE-53130AAFE87B}"/>
          </ac:picMkLst>
        </pc:picChg>
      </pc:sldChg>
      <pc:sldChg chg="del">
        <pc:chgData name="GABRIELE MORRA" userId="247739ab-9a46-4786-ae06-df1725047e48" providerId="ADAL" clId="{402E386E-5341-4945-9FD9-8D9AF95A4FF0}" dt="2025-03-24T21:37:50.869" v="16" actId="47"/>
        <pc:sldMkLst>
          <pc:docMk/>
          <pc:sldMk cId="2094688666" sldId="282"/>
        </pc:sldMkLst>
      </pc:sldChg>
      <pc:sldChg chg="addSp delSp modSp add mod delAnim">
        <pc:chgData name="GABRIELE MORRA" userId="247739ab-9a46-4786-ae06-df1725047e48" providerId="ADAL" clId="{402E386E-5341-4945-9FD9-8D9AF95A4FF0}" dt="2025-03-25T22:23:36.344" v="2852" actId="113"/>
        <pc:sldMkLst>
          <pc:docMk/>
          <pc:sldMk cId="3245385946" sldId="282"/>
        </pc:sldMkLst>
        <pc:spChg chg="mod">
          <ac:chgData name="GABRIELE MORRA" userId="247739ab-9a46-4786-ae06-df1725047e48" providerId="ADAL" clId="{402E386E-5341-4945-9FD9-8D9AF95A4FF0}" dt="2025-03-25T22:15:56.851" v="2600" actId="6549"/>
          <ac:spMkLst>
            <pc:docMk/>
            <pc:sldMk cId="3245385946" sldId="282"/>
            <ac:spMk id="9" creationId="{77DA2DEE-C628-80E3-B38C-113DC03A7E97}"/>
          </ac:spMkLst>
        </pc:spChg>
        <pc:spChg chg="mod">
          <ac:chgData name="GABRIELE MORRA" userId="247739ab-9a46-4786-ae06-df1725047e48" providerId="ADAL" clId="{402E386E-5341-4945-9FD9-8D9AF95A4FF0}" dt="2025-03-25T22:23:29.490" v="2851" actId="1037"/>
          <ac:spMkLst>
            <pc:docMk/>
            <pc:sldMk cId="3245385946" sldId="282"/>
            <ac:spMk id="15" creationId="{F10C8188-8AF6-A238-1CE2-22ECEDF9029E}"/>
          </ac:spMkLst>
        </pc:spChg>
        <pc:spChg chg="add mod">
          <ac:chgData name="GABRIELE MORRA" userId="247739ab-9a46-4786-ae06-df1725047e48" providerId="ADAL" clId="{402E386E-5341-4945-9FD9-8D9AF95A4FF0}" dt="2025-03-25T22:22:00.022" v="2694" actId="1076"/>
          <ac:spMkLst>
            <pc:docMk/>
            <pc:sldMk cId="3245385946" sldId="282"/>
            <ac:spMk id="16" creationId="{DDB06398-431D-1196-CDBB-408229B020AB}"/>
          </ac:spMkLst>
        </pc:spChg>
        <pc:spChg chg="add mod">
          <ac:chgData name="GABRIELE MORRA" userId="247739ab-9a46-4786-ae06-df1725047e48" providerId="ADAL" clId="{402E386E-5341-4945-9FD9-8D9AF95A4FF0}" dt="2025-03-25T22:23:36.344" v="2852" actId="113"/>
          <ac:spMkLst>
            <pc:docMk/>
            <pc:sldMk cId="3245385946" sldId="282"/>
            <ac:spMk id="18" creationId="{BCD12F56-7E93-B584-DAF0-3DA2F9F48C4F}"/>
          </ac:spMkLst>
        </pc:spChg>
        <pc:picChg chg="add mod">
          <ac:chgData name="GABRIELE MORRA" userId="247739ab-9a46-4786-ae06-df1725047e48" providerId="ADAL" clId="{402E386E-5341-4945-9FD9-8D9AF95A4FF0}" dt="2025-03-25T22:16:29.528" v="2607" actId="1076"/>
          <ac:picMkLst>
            <pc:docMk/>
            <pc:sldMk cId="3245385946" sldId="282"/>
            <ac:picMk id="5" creationId="{A61D1AE8-6D18-2585-05AE-406376E33DDE}"/>
          </ac:picMkLst>
        </pc:picChg>
        <pc:picChg chg="add mod">
          <ac:chgData name="GABRIELE MORRA" userId="247739ab-9a46-4786-ae06-df1725047e48" providerId="ADAL" clId="{402E386E-5341-4945-9FD9-8D9AF95A4FF0}" dt="2025-03-25T22:16:25.936" v="2606" actId="1076"/>
          <ac:picMkLst>
            <pc:docMk/>
            <pc:sldMk cId="3245385946" sldId="282"/>
            <ac:picMk id="12" creationId="{2DC7E82E-5A22-7068-A13E-C0C0518800A7}"/>
          </ac:picMkLst>
        </pc:picChg>
      </pc:sldChg>
      <pc:sldChg chg="addSp delSp modSp add mod ord">
        <pc:chgData name="GABRIELE MORRA" userId="247739ab-9a46-4786-ae06-df1725047e48" providerId="ADAL" clId="{402E386E-5341-4945-9FD9-8D9AF95A4FF0}" dt="2025-03-25T22:26:47.472" v="2918" actId="20577"/>
        <pc:sldMkLst>
          <pc:docMk/>
          <pc:sldMk cId="255807736" sldId="283"/>
        </pc:sldMkLst>
        <pc:spChg chg="mod">
          <ac:chgData name="GABRIELE MORRA" userId="247739ab-9a46-4786-ae06-df1725047e48" providerId="ADAL" clId="{402E386E-5341-4945-9FD9-8D9AF95A4FF0}" dt="2025-03-25T22:26:47.472" v="2918" actId="20577"/>
          <ac:spMkLst>
            <pc:docMk/>
            <pc:sldMk cId="255807736" sldId="283"/>
            <ac:spMk id="9" creationId="{F5D653C8-6A6C-C1C9-D424-6CCB97031A6E}"/>
          </ac:spMkLst>
        </pc:spChg>
        <pc:picChg chg="add mod">
          <ac:chgData name="GABRIELE MORRA" userId="247739ab-9a46-4786-ae06-df1725047e48" providerId="ADAL" clId="{402E386E-5341-4945-9FD9-8D9AF95A4FF0}" dt="2025-03-25T22:26:41.818" v="2916" actId="1076"/>
          <ac:picMkLst>
            <pc:docMk/>
            <pc:sldMk cId="255807736" sldId="283"/>
            <ac:picMk id="5" creationId="{E64F0245-F7F3-EC04-45F3-D0E0E7464F58}"/>
          </ac:picMkLst>
        </pc:picChg>
      </pc:sldChg>
      <pc:sldChg chg="del">
        <pc:chgData name="GABRIELE MORRA" userId="247739ab-9a46-4786-ae06-df1725047e48" providerId="ADAL" clId="{402E386E-5341-4945-9FD9-8D9AF95A4FF0}" dt="2025-03-24T21:37:51.251" v="17" actId="47"/>
        <pc:sldMkLst>
          <pc:docMk/>
          <pc:sldMk cId="2608922000" sldId="283"/>
        </pc:sldMkLst>
      </pc:sldChg>
      <pc:sldChg chg="del">
        <pc:chgData name="GABRIELE MORRA" userId="247739ab-9a46-4786-ae06-df1725047e48" providerId="ADAL" clId="{402E386E-5341-4945-9FD9-8D9AF95A4FF0}" dt="2025-03-24T21:37:51.645" v="19" actId="47"/>
        <pc:sldMkLst>
          <pc:docMk/>
          <pc:sldMk cId="1620438662" sldId="284"/>
        </pc:sldMkLst>
      </pc:sldChg>
      <pc:sldChg chg="del">
        <pc:chgData name="GABRIELE MORRA" userId="247739ab-9a46-4786-ae06-df1725047e48" providerId="ADAL" clId="{402E386E-5341-4945-9FD9-8D9AF95A4FF0}" dt="2025-03-24T21:37:51.970" v="20" actId="47"/>
        <pc:sldMkLst>
          <pc:docMk/>
          <pc:sldMk cId="2634867012" sldId="285"/>
        </pc:sldMkLst>
      </pc:sldChg>
      <pc:sldChg chg="del">
        <pc:chgData name="GABRIELE MORRA" userId="247739ab-9a46-4786-ae06-df1725047e48" providerId="ADAL" clId="{402E386E-5341-4945-9FD9-8D9AF95A4FF0}" dt="2025-03-24T21:37:52.304" v="21" actId="47"/>
        <pc:sldMkLst>
          <pc:docMk/>
          <pc:sldMk cId="2948645864" sldId="286"/>
        </pc:sldMkLst>
      </pc:sldChg>
      <pc:sldChg chg="del">
        <pc:chgData name="GABRIELE MORRA" userId="247739ab-9a46-4786-ae06-df1725047e48" providerId="ADAL" clId="{402E386E-5341-4945-9FD9-8D9AF95A4FF0}" dt="2025-03-24T21:37:52.544" v="22" actId="47"/>
        <pc:sldMkLst>
          <pc:docMk/>
          <pc:sldMk cId="947154956" sldId="287"/>
        </pc:sldMkLst>
      </pc:sldChg>
      <pc:sldChg chg="del">
        <pc:chgData name="GABRIELE MORRA" userId="247739ab-9a46-4786-ae06-df1725047e48" providerId="ADAL" clId="{402E386E-5341-4945-9FD9-8D9AF95A4FF0}" dt="2025-03-24T21:37:52.649" v="23" actId="47"/>
        <pc:sldMkLst>
          <pc:docMk/>
          <pc:sldMk cId="598933312" sldId="289"/>
        </pc:sldMkLst>
      </pc:sldChg>
      <pc:sldChg chg="del">
        <pc:chgData name="GABRIELE MORRA" userId="247739ab-9a46-4786-ae06-df1725047e48" providerId="ADAL" clId="{402E386E-5341-4945-9FD9-8D9AF95A4FF0}" dt="2025-03-24T21:37:52.813" v="24" actId="47"/>
        <pc:sldMkLst>
          <pc:docMk/>
          <pc:sldMk cId="310812483" sldId="290"/>
        </pc:sldMkLst>
      </pc:sldChg>
      <pc:sldChg chg="del">
        <pc:chgData name="GABRIELE MORRA" userId="247739ab-9a46-4786-ae06-df1725047e48" providerId="ADAL" clId="{402E386E-5341-4945-9FD9-8D9AF95A4FF0}" dt="2025-03-24T21:37:53.093" v="25" actId="47"/>
        <pc:sldMkLst>
          <pc:docMk/>
          <pc:sldMk cId="1809273660" sldId="291"/>
        </pc:sldMkLst>
      </pc:sldChg>
      <pc:sldChg chg="del">
        <pc:chgData name="GABRIELE MORRA" userId="247739ab-9a46-4786-ae06-df1725047e48" providerId="ADAL" clId="{402E386E-5341-4945-9FD9-8D9AF95A4FF0}" dt="2025-03-24T21:37:53.370" v="26" actId="47"/>
        <pc:sldMkLst>
          <pc:docMk/>
          <pc:sldMk cId="2031018587" sldId="292"/>
        </pc:sldMkLst>
      </pc:sldChg>
      <pc:sldChg chg="del">
        <pc:chgData name="GABRIELE MORRA" userId="247739ab-9a46-4786-ae06-df1725047e48" providerId="ADAL" clId="{402E386E-5341-4945-9FD9-8D9AF95A4FF0}" dt="2025-03-24T21:37:53.624" v="27" actId="47"/>
        <pc:sldMkLst>
          <pc:docMk/>
          <pc:sldMk cId="3007272560" sldId="293"/>
        </pc:sldMkLst>
      </pc:sldChg>
      <pc:sldChg chg="del">
        <pc:chgData name="GABRIELE MORRA" userId="247739ab-9a46-4786-ae06-df1725047e48" providerId="ADAL" clId="{402E386E-5341-4945-9FD9-8D9AF95A4FF0}" dt="2025-03-24T21:37:53.830" v="28" actId="47"/>
        <pc:sldMkLst>
          <pc:docMk/>
          <pc:sldMk cId="3990992582" sldId="294"/>
        </pc:sldMkLst>
      </pc:sldChg>
      <pc:sldChg chg="del">
        <pc:chgData name="GABRIELE MORRA" userId="247739ab-9a46-4786-ae06-df1725047e48" providerId="ADAL" clId="{402E386E-5341-4945-9FD9-8D9AF95A4FF0}" dt="2025-03-24T21:37:53.989" v="29" actId="47"/>
        <pc:sldMkLst>
          <pc:docMk/>
          <pc:sldMk cId="1890395083" sldId="295"/>
        </pc:sldMkLst>
      </pc:sldChg>
      <pc:sldChg chg="del">
        <pc:chgData name="GABRIELE MORRA" userId="247739ab-9a46-4786-ae06-df1725047e48" providerId="ADAL" clId="{402E386E-5341-4945-9FD9-8D9AF95A4FF0}" dt="2025-03-24T21:37:54.052" v="30" actId="47"/>
        <pc:sldMkLst>
          <pc:docMk/>
          <pc:sldMk cId="3050858652" sldId="296"/>
        </pc:sldMkLst>
      </pc:sldChg>
      <pc:sldChg chg="del">
        <pc:chgData name="GABRIELE MORRA" userId="247739ab-9a46-4786-ae06-df1725047e48" providerId="ADAL" clId="{402E386E-5341-4945-9FD9-8D9AF95A4FF0}" dt="2025-03-24T21:37:54.164" v="31" actId="47"/>
        <pc:sldMkLst>
          <pc:docMk/>
          <pc:sldMk cId="2499982283" sldId="297"/>
        </pc:sldMkLst>
      </pc:sldChg>
      <pc:sldChg chg="del">
        <pc:chgData name="GABRIELE MORRA" userId="247739ab-9a46-4786-ae06-df1725047e48" providerId="ADAL" clId="{402E386E-5341-4945-9FD9-8D9AF95A4FF0}" dt="2025-03-24T21:37:54.404" v="32" actId="47"/>
        <pc:sldMkLst>
          <pc:docMk/>
          <pc:sldMk cId="224887045" sldId="298"/>
        </pc:sldMkLst>
      </pc:sldChg>
      <pc:sldChg chg="del">
        <pc:chgData name="GABRIELE MORRA" userId="247739ab-9a46-4786-ae06-df1725047e48" providerId="ADAL" clId="{402E386E-5341-4945-9FD9-8D9AF95A4FF0}" dt="2025-03-24T21:37:54.801" v="33" actId="47"/>
        <pc:sldMkLst>
          <pc:docMk/>
          <pc:sldMk cId="2305847735" sldId="299"/>
        </pc:sldMkLst>
      </pc:sldChg>
      <pc:sldChg chg="del">
        <pc:chgData name="GABRIELE MORRA" userId="247739ab-9a46-4786-ae06-df1725047e48" providerId="ADAL" clId="{402E386E-5341-4945-9FD9-8D9AF95A4FF0}" dt="2025-03-24T21:37:55.071" v="34" actId="47"/>
        <pc:sldMkLst>
          <pc:docMk/>
          <pc:sldMk cId="1167331751" sldId="300"/>
        </pc:sldMkLst>
      </pc:sldChg>
      <pc:sldChg chg="del">
        <pc:chgData name="GABRIELE MORRA" userId="247739ab-9a46-4786-ae06-df1725047e48" providerId="ADAL" clId="{402E386E-5341-4945-9FD9-8D9AF95A4FF0}" dt="2025-03-24T21:37:55.664" v="35" actId="47"/>
        <pc:sldMkLst>
          <pc:docMk/>
          <pc:sldMk cId="3497612919" sldId="301"/>
        </pc:sldMkLst>
      </pc:sldChg>
      <pc:sldChg chg="del">
        <pc:chgData name="GABRIELE MORRA" userId="247739ab-9a46-4786-ae06-df1725047e48" providerId="ADAL" clId="{402E386E-5341-4945-9FD9-8D9AF95A4FF0}" dt="2025-03-24T21:37:55.962" v="36" actId="47"/>
        <pc:sldMkLst>
          <pc:docMk/>
          <pc:sldMk cId="842131687" sldId="302"/>
        </pc:sldMkLst>
      </pc:sldChg>
      <pc:sldChg chg="del">
        <pc:chgData name="GABRIELE MORRA" userId="247739ab-9a46-4786-ae06-df1725047e48" providerId="ADAL" clId="{402E386E-5341-4945-9FD9-8D9AF95A4FF0}" dt="2025-03-24T21:37:56.249" v="37" actId="47"/>
        <pc:sldMkLst>
          <pc:docMk/>
          <pc:sldMk cId="3146800150" sldId="303"/>
        </pc:sldMkLst>
      </pc:sldChg>
      <pc:sldChg chg="del">
        <pc:chgData name="GABRIELE MORRA" userId="247739ab-9a46-4786-ae06-df1725047e48" providerId="ADAL" clId="{402E386E-5341-4945-9FD9-8D9AF95A4FF0}" dt="2025-03-24T21:37:56.344" v="38" actId="47"/>
        <pc:sldMkLst>
          <pc:docMk/>
          <pc:sldMk cId="3416951516" sldId="304"/>
        </pc:sldMkLst>
      </pc:sldChg>
      <pc:sldChg chg="del">
        <pc:chgData name="GABRIELE MORRA" userId="247739ab-9a46-4786-ae06-df1725047e48" providerId="ADAL" clId="{402E386E-5341-4945-9FD9-8D9AF95A4FF0}" dt="2025-03-24T21:37:56.614" v="39" actId="47"/>
        <pc:sldMkLst>
          <pc:docMk/>
          <pc:sldMk cId="3660704973" sldId="305"/>
        </pc:sldMkLst>
      </pc:sldChg>
      <pc:sldChg chg="del">
        <pc:chgData name="GABRIELE MORRA" userId="247739ab-9a46-4786-ae06-df1725047e48" providerId="ADAL" clId="{402E386E-5341-4945-9FD9-8D9AF95A4FF0}" dt="2025-03-24T21:37:57.235" v="40" actId="47"/>
        <pc:sldMkLst>
          <pc:docMk/>
          <pc:sldMk cId="908435989" sldId="306"/>
        </pc:sldMkLst>
      </pc:sldChg>
      <pc:sldChg chg="del">
        <pc:chgData name="GABRIELE MORRA" userId="247739ab-9a46-4786-ae06-df1725047e48" providerId="ADAL" clId="{402E386E-5341-4945-9FD9-8D9AF95A4FF0}" dt="2025-03-24T21:37:57.859" v="41" actId="47"/>
        <pc:sldMkLst>
          <pc:docMk/>
          <pc:sldMk cId="2888883593" sldId="307"/>
        </pc:sldMkLst>
      </pc:sldChg>
      <pc:sldChg chg="del">
        <pc:chgData name="GABRIELE MORRA" userId="247739ab-9a46-4786-ae06-df1725047e48" providerId="ADAL" clId="{402E386E-5341-4945-9FD9-8D9AF95A4FF0}" dt="2025-03-24T21:37:58.220" v="42" actId="47"/>
        <pc:sldMkLst>
          <pc:docMk/>
          <pc:sldMk cId="98464366" sldId="308"/>
        </pc:sldMkLst>
      </pc:sldChg>
      <pc:sldChg chg="del">
        <pc:chgData name="GABRIELE MORRA" userId="247739ab-9a46-4786-ae06-df1725047e48" providerId="ADAL" clId="{402E386E-5341-4945-9FD9-8D9AF95A4FF0}" dt="2025-03-24T21:37:58.776" v="43" actId="47"/>
        <pc:sldMkLst>
          <pc:docMk/>
          <pc:sldMk cId="975078324" sldId="309"/>
        </pc:sldMkLst>
      </pc:sldChg>
      <pc:sldChg chg="del">
        <pc:chgData name="GABRIELE MORRA" userId="247739ab-9a46-4786-ae06-df1725047e48" providerId="ADAL" clId="{402E386E-5341-4945-9FD9-8D9AF95A4FF0}" dt="2025-03-24T21:37:59.441" v="44" actId="47"/>
        <pc:sldMkLst>
          <pc:docMk/>
          <pc:sldMk cId="3398703144" sldId="310"/>
        </pc:sldMkLst>
      </pc:sldChg>
      <pc:sldChg chg="del">
        <pc:chgData name="GABRIELE MORRA" userId="247739ab-9a46-4786-ae06-df1725047e48" providerId="ADAL" clId="{402E386E-5341-4945-9FD9-8D9AF95A4FF0}" dt="2025-03-24T21:37:59.630" v="45" actId="47"/>
        <pc:sldMkLst>
          <pc:docMk/>
          <pc:sldMk cId="4089615763" sldId="311"/>
        </pc:sldMkLst>
      </pc:sldChg>
      <pc:sldChg chg="del">
        <pc:chgData name="GABRIELE MORRA" userId="247739ab-9a46-4786-ae06-df1725047e48" providerId="ADAL" clId="{402E386E-5341-4945-9FD9-8D9AF95A4FF0}" dt="2025-03-24T21:37:59.795" v="46" actId="47"/>
        <pc:sldMkLst>
          <pc:docMk/>
          <pc:sldMk cId="4078993780" sldId="312"/>
        </pc:sldMkLst>
      </pc:sldChg>
      <pc:sldChg chg="del">
        <pc:chgData name="GABRIELE MORRA" userId="247739ab-9a46-4786-ae06-df1725047e48" providerId="ADAL" clId="{402E386E-5341-4945-9FD9-8D9AF95A4FF0}" dt="2025-03-24T21:38:00.521" v="47" actId="47"/>
        <pc:sldMkLst>
          <pc:docMk/>
          <pc:sldMk cId="993519160" sldId="313"/>
        </pc:sldMkLst>
      </pc:sldChg>
      <pc:sldChg chg="del">
        <pc:chgData name="GABRIELE MORRA" userId="247739ab-9a46-4786-ae06-df1725047e48" providerId="ADAL" clId="{402E386E-5341-4945-9FD9-8D9AF95A4FF0}" dt="2025-03-24T21:38:00.854" v="48" actId="47"/>
        <pc:sldMkLst>
          <pc:docMk/>
          <pc:sldMk cId="1604517868" sldId="314"/>
        </pc:sldMkLst>
      </pc:sldChg>
      <pc:sldChg chg="del">
        <pc:chgData name="GABRIELE MORRA" userId="247739ab-9a46-4786-ae06-df1725047e48" providerId="ADAL" clId="{402E386E-5341-4945-9FD9-8D9AF95A4FF0}" dt="2025-03-24T21:38:00.965" v="49" actId="47"/>
        <pc:sldMkLst>
          <pc:docMk/>
          <pc:sldMk cId="1639220996" sldId="315"/>
        </pc:sldMkLst>
      </pc:sldChg>
      <pc:sldChg chg="del">
        <pc:chgData name="GABRIELE MORRA" userId="247739ab-9a46-4786-ae06-df1725047e48" providerId="ADAL" clId="{402E386E-5341-4945-9FD9-8D9AF95A4FF0}" dt="2025-03-24T21:38:01.347" v="50" actId="47"/>
        <pc:sldMkLst>
          <pc:docMk/>
          <pc:sldMk cId="3992123612" sldId="316"/>
        </pc:sldMkLst>
      </pc:sldChg>
      <pc:sldChg chg="del">
        <pc:chgData name="GABRIELE MORRA" userId="247739ab-9a46-4786-ae06-df1725047e48" providerId="ADAL" clId="{402E386E-5341-4945-9FD9-8D9AF95A4FF0}" dt="2025-03-24T21:38:02.661" v="51" actId="47"/>
        <pc:sldMkLst>
          <pc:docMk/>
          <pc:sldMk cId="1119616900" sldId="31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4CD757C7-D6AC-33C4-A796-03A5FEF383B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a:extLst>
              <a:ext uri="{FF2B5EF4-FFF2-40B4-BE49-F238E27FC236}">
                <a16:creationId xmlns:a16="http://schemas.microsoft.com/office/drawing/2014/main" id="{F0D7922C-C02E-E603-8105-878C648510A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CD6AF11-BD03-482A-AC6F-1F5B7BF06BF0}" type="datetimeFigureOut">
              <a:rPr lang="it-IT" smtClean="0"/>
              <a:t>29/10/2026</a:t>
            </a:fld>
            <a:endParaRPr lang="it-IT"/>
          </a:p>
        </p:txBody>
      </p:sp>
      <p:sp>
        <p:nvSpPr>
          <p:cNvPr id="4" name="Segnaposto piè di pagina 3">
            <a:extLst>
              <a:ext uri="{FF2B5EF4-FFF2-40B4-BE49-F238E27FC236}">
                <a16:creationId xmlns:a16="http://schemas.microsoft.com/office/drawing/2014/main" id="{475040E5-2E8A-13E3-6024-0C42E94C514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a:extLst>
              <a:ext uri="{FF2B5EF4-FFF2-40B4-BE49-F238E27FC236}">
                <a16:creationId xmlns:a16="http://schemas.microsoft.com/office/drawing/2014/main" id="{BBA5CD7A-D473-D219-0885-46EE16E0AF1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DD7F7A6-A181-4766-8DBC-F755F061B244}" type="slidenum">
              <a:rPr lang="it-IT" smtClean="0"/>
              <a:t>‹#›</a:t>
            </a:fld>
            <a:endParaRPr lang="it-IT"/>
          </a:p>
        </p:txBody>
      </p:sp>
    </p:spTree>
    <p:extLst>
      <p:ext uri="{BB962C8B-B14F-4D97-AF65-F5344CB8AC3E}">
        <p14:creationId xmlns:p14="http://schemas.microsoft.com/office/powerpoint/2010/main" val="376956567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02BEE1-A207-416D-BF1C-33144D3EF112}" type="datetimeFigureOut">
              <a:rPr lang="it-IT" smtClean="0"/>
              <a:t>29/10/2026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FB7EB0-D673-4FBE-A184-B6623BB68DE2}" type="slidenum">
              <a:rPr lang="it-IT" smtClean="0"/>
              <a:t>‹#›</a:t>
            </a:fld>
            <a:endParaRPr lang="it-IT"/>
          </a:p>
        </p:txBody>
      </p:sp>
    </p:spTree>
    <p:extLst>
      <p:ext uri="{BB962C8B-B14F-4D97-AF65-F5344CB8AC3E}">
        <p14:creationId xmlns:p14="http://schemas.microsoft.com/office/powerpoint/2010/main" val="4020626321"/>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plan for 20 minutes (in brackets on every slide). [0:20] Introduce yourself and the topic. Sources: MATH 331 lecture plan; course text J. Lebl, Notes on Diffy Qs (primary source for every definition, theorem and example in the deck).</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[0:30] Four parts, one thread. Part I: what an ODE is, where the idea comes from (Newton), and when a solution exists. Part II: three classical models solved with pen and paper. Part III: what to do when pen and paper fail. Part IV: a first look at second-order linear equations, the language of vibrations. The thread is the sentence at the bottom.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[0:10] Part I: the ideas we need before solving anything.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 This is the key historical message. Newton's second law is a differential equation: the acceleration, a second derivative, is prescribed by the forces. With the Principia (1687) the motion of a body became the solution of an initial value problem: position and velocity now determine the whole future. Deriving Kepler's elliptical orbits from the inverse-square law was the first triumph of the method. Everything else in the timeline grew from this: Leibniz's notation and separation of variables, Euler's methods for linear equations and his numerical method, the existence theory of Cauchy, Lipschitz and Picard, Poincaré's qualitative theory, and the numerical methods that run on computers today. Lebl, §0.2: the laws of physics are generally written as differential equations.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[1:15] An ODE relates an unknown function to its derivatives. Stress the orange sentence: an ODE tells how a quantity changes, not what it is. A solution is a function, defined on an interval, that makes the equation an identity — keep the word interval in mind for the next slides. Lebl's first example (§0.2): x′ + x = 2 cos t. Check x = cos t + sin t by substitution; adding C e^(−t) still works, so there is a whole family of solutions, the general solution. One constant for a first-order equation; the initial condition selects the particular solution (orange curve).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[0:45] Go quickly: the same mathematical object appears everywhere. Point at the RLC circuit and the mechanics card: same structure, as we will see in Part IV. Read Lebl's sentence at the bottom.</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[1:15] A point that is easy to overlook, and that Tenenbaum and Pollard insist on: a solution is a function on an interval, and the interval is part of the answer. Lebl Example 1.2.3: y′ = y² looks perfectly harmless, yet the solution with y(0) = 1 is 1/(1 − x) and blows up at x = 1. The formula also makes sense for x &gt; 1, but that branch is a different solution that cannot be reached from y(0) = 1. Lebl Example 1.2.1: y′ = 1/x with y(0) = 0 has no solution at all. Contrast with linear equations (Lebl §1.4): if the coefficients are continuous on an interval, the solution exists on the whole interval. For nonlinear equations existence is only local, and the interval depends on the data.</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[1:15] Picard's theorem in Lebl's form (Theorem 1.2.1). Two caveats: it is local (previous slide) and its hypotheses are sufficient, not necessary. Lebl Example 1.2.2: y′ = 2√|y| with y(0) = 0. y ≡ 0 works, and so does y = x|x| — check: the derivative is 2|x|. Worse, we can wait at zero until any time a and then leave: infinitely many solutions. The culprit: ∂f/∂y = sgn(y)/√|y| is unbounded at y = 0. Lebl's remark: if the universe is deterministic, a good model must have unique solutions; non-uniqueness tells us the model is wrong. (The lecture plan uses y′ = y^(1/3), Session 5: same phenomenon.)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[0:10] Part II: the pen-and-paper workflow on three classical models.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 The first model: growth rate proportional to the population (Lebl §0.2). Do the four steps on the board. Then the card on the right lists the delicate points (Lebl §1.3): dividing by P loses the constant solution P ≡ 0, a singular solution; the absolute value gives A = ±e^C, and allowing A = 0 brings back the lost solution, so P = A e^(kt) with any real A is the general solution; the integration may only give an implicit solution; and always check by differentiating.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[1:10] A worked example from Lebl, Example 0.2.1. Ask the audience what is unknown (k) and how to find it (the second data point). Two lines give k = ln 2 / 10, and P(60) = 6400 exactly, because 60 s are six doubling times. The doubling time does not depend on the current size: the signature of exponential growth.</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[1:15] Same equation with a minus sign. Each nucleus decays independently, so the number of decays per unit time is proportional to N. Derive the half-life on the board: it does not depend on N0, which is why it characterises an isotope. Radiocarbon dating (Adkins–Davidson, Example 8): 75% left means less than half a half-life, about 2378 years — the green square.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[1:15] Exponential growth cannot last. Verhulst's model slows growth near the carrying capacity M (Lebl §1.6). Nonlinear but separable; the one new tool is partial fractions — do it on the board. Then check the formula in special cases. The last bullet links back to Part I: for a negative initial value the denominator vanishes at a finite time, so the solution exists only on a bounded interval, exactly like y′ = y².</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[1:15] The most powerful idea of the first-order unit (Lebl §1.6): understand x′ = f(x) without solving it. Equilibria are zeros of f; the sign of f between them gives the arrows of the phase line; the sign of f′ at an equilibrium decides stability. The figure (Lebl Figure 1.6.2, k = 0.1, M = 5) shows every positive solution approaching M. Harvesting: subtracting h moves the equilibria together until they collide at h = kM²/4 and disappear — over-harvesting means extinction. Caveat: if f′(x*) = 0 the test is inconclusive.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[0:10] Part III: approximation, and how to judge it.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[1:15] Follow the tangent line for a step h. One sentence on the error: each step errs by about h², and there are about 1/h steps, so the total error is of order h — a first-order method. Lebl Table 1.7.1: the error ratio tends to one half as h halves (h = 0.25 actually gives 2.47249; the book prints 2.47250). The orange box is the important warning, Lebl Table 1.7.2: the exact solution blows up at x = 3, but Euler happily returns finite numbers. Numerics cannot replace the theory of Part I.</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[0:10] Part IV: the language of vibrations and circuits.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 Second order is where mechanics lives. For linear equations the existence theory is global (Lebl Thm 2.1.2): continuous coefficients give a unique solution on the whole interval. Superposition gives a family from two solutions; imposing initial data gives a 2×2 system whose determinant is the Wronskian. Two readings: algebraic (any initial condition can be met) and geometric (area spanned by the two states in the phase plane — shown for a damped oscillator: the area shrinks).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 The Wronskian of two solutions obeys its own first-order equation. Three-line proof on the board: differentiate, the y1′y2′ terms cancel, substitute the equation, the q terms cancel: W′ = −pW, the decay equation again. Consequences: W is never zero or identically zero, and it is known without solving — the Airy functions have no elementary formula, yet W = 1/π exactly (DLMF 9.2.7). Caveat if asked: the theorem needs p continuous; for y″ − (2/x)y′ + (2/x²)y = 0 the solutions x and x² have W = x², zero exactly where p blows up.</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[1:00] With constant coefficients the guess e^(rt) turns the ODE into a quadratic (Lebl §2.2). Three cases, one per sign of the discriminant. Last column: W is proportional to e^((r1+r2)t) and Vieta gives r1 + r2 = −b/a, exactly Abel's theorem by another route. Delicate point: the repeated root. The guess only gives one solution; the second, t e^(rt), is the limit of (e^(r2 t) − e^(r1 t))/(r2 − r1) as the roots merge — a derivative with respect to r. Sample problem 3, Lebl Example 2.2.4.</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[1:00] Everything comes together (Lebl §2.4). Newton plus Hooke plus a linear damper gives a constant-coefficient equation — Newton's law, where we started. The damping ratio ζ is the discriminant in disguise. Critical damping returns fastest without oscillating, which is why suspensions and door closers are designed near ζ = 1. Energy decreases at the rate c x′², and the same equation describes an RLC circuit.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[0:40] One sentence per point, and connect them: Newton's law of change, intervals and uniqueness, the pen-and-paper workflow, the qualitative picture, numerics and their limits, second-order theory. End with what comes next in the course and invite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FC33D50-3499-200E-DB06-06AE44F4F48E}"/>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64B24D72-5D16-C8A4-0D18-E5837EDE1C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83BB0BE2-93AE-8543-C2CC-1847A7676A66}"/>
              </a:ext>
            </a:extLst>
          </p:cNvPr>
          <p:cNvSpPr>
            <a:spLocks noGrp="1"/>
          </p:cNvSpPr>
          <p:nvPr>
            <p:ph type="dt" sz="half" idx="10"/>
          </p:nvPr>
        </p:nvSpPr>
        <p:spPr/>
        <p:txBody>
          <a:bodyPr/>
          <a:lstStyle/>
          <a:p>
            <a:fld id="{415D727C-E486-4E7A-82B2-43CE16D4A9FF}" type="datetime1">
              <a:rPr lang="it-IT" smtClean="0"/>
              <a:t>29/10/2026</a:t>
            </a:fld>
            <a:endParaRPr lang="it-IT"/>
          </a:p>
        </p:txBody>
      </p:sp>
      <p:sp>
        <p:nvSpPr>
          <p:cNvPr id="5" name="Segnaposto piè di pagina 4">
            <a:extLst>
              <a:ext uri="{FF2B5EF4-FFF2-40B4-BE49-F238E27FC236}">
                <a16:creationId xmlns:a16="http://schemas.microsoft.com/office/drawing/2014/main" id="{2B49D335-4CB2-9EFD-0297-6CBC6FFF3F0B}"/>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1324FD6-8ECF-0CC9-8060-0A75372B459E}"/>
              </a:ext>
            </a:extLst>
          </p:cNvPr>
          <p:cNvSpPr>
            <a:spLocks noGrp="1"/>
          </p:cNvSpPr>
          <p:nvPr>
            <p:ph type="sldNum" sz="quarter" idx="12"/>
          </p:nvPr>
        </p:nvSpPr>
        <p:spPr/>
        <p:txBody>
          <a:bodyPr/>
          <a:lstStyle/>
          <a:p>
            <a:fld id="{206BB8CB-C112-4AF1-992B-2BAB7191A575}" type="slidenum">
              <a:rPr lang="it-IT" smtClean="0"/>
              <a:t>‹#›</a:t>
            </a:fld>
            <a:endParaRPr lang="it-IT"/>
          </a:p>
        </p:txBody>
      </p:sp>
    </p:spTree>
    <p:extLst>
      <p:ext uri="{BB962C8B-B14F-4D97-AF65-F5344CB8AC3E}">
        <p14:creationId xmlns:p14="http://schemas.microsoft.com/office/powerpoint/2010/main" val="3456717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DE7B7D0-18D6-EEE4-83C6-EE528BAC1DF9}"/>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9AA6F7C0-9475-A50D-BCAB-C92BB7EDDE6B}"/>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C94A8BAB-5D67-AA0C-BA31-1482084627FA}"/>
              </a:ext>
            </a:extLst>
          </p:cNvPr>
          <p:cNvSpPr>
            <a:spLocks noGrp="1"/>
          </p:cNvSpPr>
          <p:nvPr>
            <p:ph type="dt" sz="half" idx="10"/>
          </p:nvPr>
        </p:nvSpPr>
        <p:spPr/>
        <p:txBody>
          <a:bodyPr/>
          <a:lstStyle/>
          <a:p>
            <a:fld id="{BD8396F3-DEB7-4D58-A64B-FC2E3DAE9A31}" type="datetime1">
              <a:rPr lang="it-IT" smtClean="0"/>
              <a:t>29/10/2026</a:t>
            </a:fld>
            <a:endParaRPr lang="it-IT"/>
          </a:p>
        </p:txBody>
      </p:sp>
      <p:sp>
        <p:nvSpPr>
          <p:cNvPr id="5" name="Segnaposto piè di pagina 4">
            <a:extLst>
              <a:ext uri="{FF2B5EF4-FFF2-40B4-BE49-F238E27FC236}">
                <a16:creationId xmlns:a16="http://schemas.microsoft.com/office/drawing/2014/main" id="{00E0C5E3-F991-9F54-7B9E-D970E854301A}"/>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2B8B70D5-DF18-1984-22D3-37ED516A6070}"/>
              </a:ext>
            </a:extLst>
          </p:cNvPr>
          <p:cNvSpPr>
            <a:spLocks noGrp="1"/>
          </p:cNvSpPr>
          <p:nvPr>
            <p:ph type="sldNum" sz="quarter" idx="12"/>
          </p:nvPr>
        </p:nvSpPr>
        <p:spPr/>
        <p:txBody>
          <a:bodyPr/>
          <a:lstStyle/>
          <a:p>
            <a:fld id="{206BB8CB-C112-4AF1-992B-2BAB7191A575}" type="slidenum">
              <a:rPr lang="it-IT" smtClean="0"/>
              <a:t>‹#›</a:t>
            </a:fld>
            <a:endParaRPr lang="it-IT"/>
          </a:p>
        </p:txBody>
      </p:sp>
    </p:spTree>
    <p:extLst>
      <p:ext uri="{BB962C8B-B14F-4D97-AF65-F5344CB8AC3E}">
        <p14:creationId xmlns:p14="http://schemas.microsoft.com/office/powerpoint/2010/main" val="30980253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03081C3-D302-237B-4F6A-98B207619D7A}"/>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4B71D8FE-6514-A4C6-597F-16FC6C42B71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3CE90A70-F7A0-AF1C-B276-76F364B96619}"/>
              </a:ext>
            </a:extLst>
          </p:cNvPr>
          <p:cNvSpPr>
            <a:spLocks noGrp="1"/>
          </p:cNvSpPr>
          <p:nvPr>
            <p:ph type="dt" sz="half" idx="10"/>
          </p:nvPr>
        </p:nvSpPr>
        <p:spPr/>
        <p:txBody>
          <a:bodyPr/>
          <a:lstStyle/>
          <a:p>
            <a:fld id="{8B6CE4EF-6795-444A-9EB5-FD4E502A8248}" type="datetime1">
              <a:rPr lang="it-IT" smtClean="0"/>
              <a:t>29/10/2026</a:t>
            </a:fld>
            <a:endParaRPr lang="it-IT"/>
          </a:p>
        </p:txBody>
      </p:sp>
      <p:sp>
        <p:nvSpPr>
          <p:cNvPr id="5" name="Segnaposto piè di pagina 4">
            <a:extLst>
              <a:ext uri="{FF2B5EF4-FFF2-40B4-BE49-F238E27FC236}">
                <a16:creationId xmlns:a16="http://schemas.microsoft.com/office/drawing/2014/main" id="{82678D40-A6F0-DBE0-34D5-BE3D468532E8}"/>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9E662409-D91E-FED1-C003-B72D5C5F9926}"/>
              </a:ext>
            </a:extLst>
          </p:cNvPr>
          <p:cNvSpPr>
            <a:spLocks noGrp="1"/>
          </p:cNvSpPr>
          <p:nvPr>
            <p:ph type="sldNum" sz="quarter" idx="12"/>
          </p:nvPr>
        </p:nvSpPr>
        <p:spPr/>
        <p:txBody>
          <a:bodyPr/>
          <a:lstStyle/>
          <a:p>
            <a:fld id="{206BB8CB-C112-4AF1-992B-2BAB7191A575}" type="slidenum">
              <a:rPr lang="it-IT" smtClean="0"/>
              <a:t>‹#›</a:t>
            </a:fld>
            <a:endParaRPr lang="it-IT"/>
          </a:p>
        </p:txBody>
      </p:sp>
    </p:spTree>
    <p:extLst>
      <p:ext uri="{BB962C8B-B14F-4D97-AF65-F5344CB8AC3E}">
        <p14:creationId xmlns:p14="http://schemas.microsoft.com/office/powerpoint/2010/main" val="8196188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510318F-5470-4590-E8D0-1D12CFC0587B}"/>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0DC2B6DE-DE62-86AB-A5CE-7415DA78B059}"/>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FB929479-C2C9-A264-9086-9F823DAC8B2A}"/>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9A691113-26B4-AA30-57BB-70D2290BC422}"/>
              </a:ext>
            </a:extLst>
          </p:cNvPr>
          <p:cNvSpPr>
            <a:spLocks noGrp="1"/>
          </p:cNvSpPr>
          <p:nvPr>
            <p:ph type="dt" sz="half" idx="10"/>
          </p:nvPr>
        </p:nvSpPr>
        <p:spPr/>
        <p:txBody>
          <a:bodyPr/>
          <a:lstStyle/>
          <a:p>
            <a:fld id="{711CAD78-A281-425E-96C8-08743E84AA1F}" type="datetime1">
              <a:rPr lang="it-IT" smtClean="0"/>
              <a:t>29/10/2026</a:t>
            </a:fld>
            <a:endParaRPr lang="it-IT"/>
          </a:p>
        </p:txBody>
      </p:sp>
      <p:sp>
        <p:nvSpPr>
          <p:cNvPr id="6" name="Segnaposto piè di pagina 5">
            <a:extLst>
              <a:ext uri="{FF2B5EF4-FFF2-40B4-BE49-F238E27FC236}">
                <a16:creationId xmlns:a16="http://schemas.microsoft.com/office/drawing/2014/main" id="{8A8D450D-4BC1-3ED8-ACBD-C26717C59C0C}"/>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B80FB098-C862-9119-E8C6-1B1CBDB8A1DA}"/>
              </a:ext>
            </a:extLst>
          </p:cNvPr>
          <p:cNvSpPr>
            <a:spLocks noGrp="1"/>
          </p:cNvSpPr>
          <p:nvPr>
            <p:ph type="sldNum" sz="quarter" idx="12"/>
          </p:nvPr>
        </p:nvSpPr>
        <p:spPr/>
        <p:txBody>
          <a:bodyPr/>
          <a:lstStyle/>
          <a:p>
            <a:fld id="{206BB8CB-C112-4AF1-992B-2BAB7191A575}" type="slidenum">
              <a:rPr lang="it-IT" smtClean="0"/>
              <a:t>‹#›</a:t>
            </a:fld>
            <a:endParaRPr lang="it-IT"/>
          </a:p>
        </p:txBody>
      </p:sp>
    </p:spTree>
    <p:extLst>
      <p:ext uri="{BB962C8B-B14F-4D97-AF65-F5344CB8AC3E}">
        <p14:creationId xmlns:p14="http://schemas.microsoft.com/office/powerpoint/2010/main" val="37739596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41DFF3F-39E1-4D68-CACD-E219D1B62F53}"/>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8085EFAC-80F9-59B1-5EC4-716879477E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F22E8939-473F-9930-E544-B20CF12A58A0}"/>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2FE80E13-4803-9418-4BA2-0C92DC7DCE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92C8A972-0C7B-6B05-D86C-D548403B9330}"/>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FC82442C-C6DA-76AD-5737-93D053FAF6C4}"/>
              </a:ext>
            </a:extLst>
          </p:cNvPr>
          <p:cNvSpPr>
            <a:spLocks noGrp="1"/>
          </p:cNvSpPr>
          <p:nvPr>
            <p:ph type="dt" sz="half" idx="10"/>
          </p:nvPr>
        </p:nvSpPr>
        <p:spPr/>
        <p:txBody>
          <a:bodyPr/>
          <a:lstStyle/>
          <a:p>
            <a:fld id="{EF7D3665-FF6B-4938-9FBF-68A46B7FD29D}" type="datetime1">
              <a:rPr lang="it-IT" smtClean="0"/>
              <a:t>29/10/2026</a:t>
            </a:fld>
            <a:endParaRPr lang="it-IT"/>
          </a:p>
        </p:txBody>
      </p:sp>
      <p:sp>
        <p:nvSpPr>
          <p:cNvPr id="8" name="Segnaposto piè di pagina 7">
            <a:extLst>
              <a:ext uri="{FF2B5EF4-FFF2-40B4-BE49-F238E27FC236}">
                <a16:creationId xmlns:a16="http://schemas.microsoft.com/office/drawing/2014/main" id="{AF2A100D-FE5A-25FF-3F23-B8DBBF784883}"/>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E8B745D4-392D-2563-46D4-60CD3908A7A5}"/>
              </a:ext>
            </a:extLst>
          </p:cNvPr>
          <p:cNvSpPr>
            <a:spLocks noGrp="1"/>
          </p:cNvSpPr>
          <p:nvPr>
            <p:ph type="sldNum" sz="quarter" idx="12"/>
          </p:nvPr>
        </p:nvSpPr>
        <p:spPr/>
        <p:txBody>
          <a:bodyPr/>
          <a:lstStyle/>
          <a:p>
            <a:fld id="{206BB8CB-C112-4AF1-992B-2BAB7191A575}" type="slidenum">
              <a:rPr lang="it-IT" smtClean="0"/>
              <a:t>‹#›</a:t>
            </a:fld>
            <a:endParaRPr lang="it-IT"/>
          </a:p>
        </p:txBody>
      </p:sp>
    </p:spTree>
    <p:extLst>
      <p:ext uri="{BB962C8B-B14F-4D97-AF65-F5344CB8AC3E}">
        <p14:creationId xmlns:p14="http://schemas.microsoft.com/office/powerpoint/2010/main" val="5618827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36ABA7B-F33F-25EF-28AF-1F2465003018}"/>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BDED16EE-3574-D735-49F5-90F07CBE96C1}"/>
              </a:ext>
            </a:extLst>
          </p:cNvPr>
          <p:cNvSpPr>
            <a:spLocks noGrp="1"/>
          </p:cNvSpPr>
          <p:nvPr>
            <p:ph type="dt" sz="half" idx="10"/>
          </p:nvPr>
        </p:nvSpPr>
        <p:spPr/>
        <p:txBody>
          <a:bodyPr/>
          <a:lstStyle/>
          <a:p>
            <a:fld id="{7396CD7D-3159-4338-80DA-BB235C6A088B}" type="datetime1">
              <a:rPr lang="it-IT" smtClean="0"/>
              <a:t>29/10/2026</a:t>
            </a:fld>
            <a:endParaRPr lang="it-IT"/>
          </a:p>
        </p:txBody>
      </p:sp>
      <p:sp>
        <p:nvSpPr>
          <p:cNvPr id="4" name="Segnaposto piè di pagina 3">
            <a:extLst>
              <a:ext uri="{FF2B5EF4-FFF2-40B4-BE49-F238E27FC236}">
                <a16:creationId xmlns:a16="http://schemas.microsoft.com/office/drawing/2014/main" id="{C720D792-91C5-5DD6-4EF8-CF80BA84EF9D}"/>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33A749EE-E7F7-C2AF-649D-FF6119E1BFED}"/>
              </a:ext>
            </a:extLst>
          </p:cNvPr>
          <p:cNvSpPr>
            <a:spLocks noGrp="1"/>
          </p:cNvSpPr>
          <p:nvPr>
            <p:ph type="sldNum" sz="quarter" idx="12"/>
          </p:nvPr>
        </p:nvSpPr>
        <p:spPr/>
        <p:txBody>
          <a:bodyPr/>
          <a:lstStyle/>
          <a:p>
            <a:fld id="{206BB8CB-C112-4AF1-992B-2BAB7191A575}" type="slidenum">
              <a:rPr lang="it-IT" smtClean="0"/>
              <a:t>‹#›</a:t>
            </a:fld>
            <a:endParaRPr lang="it-IT"/>
          </a:p>
        </p:txBody>
      </p:sp>
    </p:spTree>
    <p:extLst>
      <p:ext uri="{BB962C8B-B14F-4D97-AF65-F5344CB8AC3E}">
        <p14:creationId xmlns:p14="http://schemas.microsoft.com/office/powerpoint/2010/main" val="3102351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4046DDF4-F657-D128-79EC-7B8C21FFD65B}"/>
              </a:ext>
            </a:extLst>
          </p:cNvPr>
          <p:cNvSpPr>
            <a:spLocks noGrp="1"/>
          </p:cNvSpPr>
          <p:nvPr>
            <p:ph type="dt" sz="half" idx="10"/>
          </p:nvPr>
        </p:nvSpPr>
        <p:spPr/>
        <p:txBody>
          <a:bodyPr/>
          <a:lstStyle/>
          <a:p>
            <a:fld id="{0EB22B71-1FE6-48B4-8E99-870CE3C2BDCC}" type="datetime1">
              <a:rPr lang="it-IT" smtClean="0"/>
              <a:t>29/10/2026</a:t>
            </a:fld>
            <a:endParaRPr lang="it-IT"/>
          </a:p>
        </p:txBody>
      </p:sp>
      <p:sp>
        <p:nvSpPr>
          <p:cNvPr id="3" name="Segnaposto piè di pagina 2">
            <a:extLst>
              <a:ext uri="{FF2B5EF4-FFF2-40B4-BE49-F238E27FC236}">
                <a16:creationId xmlns:a16="http://schemas.microsoft.com/office/drawing/2014/main" id="{1C86D40A-CCD0-C81F-F98A-DF53F7F32340}"/>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C9A8529F-6B28-D11F-E614-4C8762D8B457}"/>
              </a:ext>
            </a:extLst>
          </p:cNvPr>
          <p:cNvSpPr>
            <a:spLocks noGrp="1"/>
          </p:cNvSpPr>
          <p:nvPr>
            <p:ph type="sldNum" sz="quarter" idx="12"/>
          </p:nvPr>
        </p:nvSpPr>
        <p:spPr/>
        <p:txBody>
          <a:bodyPr/>
          <a:lstStyle/>
          <a:p>
            <a:fld id="{206BB8CB-C112-4AF1-992B-2BAB7191A575}" type="slidenum">
              <a:rPr lang="it-IT" smtClean="0"/>
              <a:t>‹#›</a:t>
            </a:fld>
            <a:endParaRPr lang="it-IT"/>
          </a:p>
        </p:txBody>
      </p:sp>
    </p:spTree>
    <p:extLst>
      <p:ext uri="{BB962C8B-B14F-4D97-AF65-F5344CB8AC3E}">
        <p14:creationId xmlns:p14="http://schemas.microsoft.com/office/powerpoint/2010/main" val="55455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03D96DF-D747-67F5-D6F9-6498BE8CA6DB}"/>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AF08DBC7-4127-AF4F-74AE-ACB4A52289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A2FB1C78-5CBF-9AF1-245F-26F47DB44F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03B7B31A-118E-34DC-357F-2CAFB14825A3}"/>
              </a:ext>
            </a:extLst>
          </p:cNvPr>
          <p:cNvSpPr>
            <a:spLocks noGrp="1"/>
          </p:cNvSpPr>
          <p:nvPr>
            <p:ph type="dt" sz="half" idx="10"/>
          </p:nvPr>
        </p:nvSpPr>
        <p:spPr/>
        <p:txBody>
          <a:bodyPr/>
          <a:lstStyle/>
          <a:p>
            <a:fld id="{59777933-5359-4CAD-BF03-A45665949D7C}" type="datetime1">
              <a:rPr lang="it-IT" smtClean="0"/>
              <a:t>29/10/2026</a:t>
            </a:fld>
            <a:endParaRPr lang="it-IT"/>
          </a:p>
        </p:txBody>
      </p:sp>
      <p:sp>
        <p:nvSpPr>
          <p:cNvPr id="6" name="Segnaposto piè di pagina 5">
            <a:extLst>
              <a:ext uri="{FF2B5EF4-FFF2-40B4-BE49-F238E27FC236}">
                <a16:creationId xmlns:a16="http://schemas.microsoft.com/office/drawing/2014/main" id="{DEDEFC20-5178-3E51-B3EA-28120F750AB1}"/>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F56D2546-18CA-9891-5BB3-F6E2982B438F}"/>
              </a:ext>
            </a:extLst>
          </p:cNvPr>
          <p:cNvSpPr>
            <a:spLocks noGrp="1"/>
          </p:cNvSpPr>
          <p:nvPr>
            <p:ph type="sldNum" sz="quarter" idx="12"/>
          </p:nvPr>
        </p:nvSpPr>
        <p:spPr/>
        <p:txBody>
          <a:bodyPr/>
          <a:lstStyle/>
          <a:p>
            <a:fld id="{206BB8CB-C112-4AF1-992B-2BAB7191A575}" type="slidenum">
              <a:rPr lang="it-IT" smtClean="0"/>
              <a:t>‹#›</a:t>
            </a:fld>
            <a:endParaRPr lang="it-IT"/>
          </a:p>
        </p:txBody>
      </p:sp>
    </p:spTree>
    <p:extLst>
      <p:ext uri="{BB962C8B-B14F-4D97-AF65-F5344CB8AC3E}">
        <p14:creationId xmlns:p14="http://schemas.microsoft.com/office/powerpoint/2010/main" val="25774643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46E6601-D861-4C9F-B241-9235A272782A}"/>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E33B17A3-5C15-A509-9335-D34BDBA61C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679584DE-46C4-A374-31BE-B73F3BD172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3945247A-F466-CA3D-A7AE-C025518726EF}"/>
              </a:ext>
            </a:extLst>
          </p:cNvPr>
          <p:cNvSpPr>
            <a:spLocks noGrp="1"/>
          </p:cNvSpPr>
          <p:nvPr>
            <p:ph type="dt" sz="half" idx="10"/>
          </p:nvPr>
        </p:nvSpPr>
        <p:spPr/>
        <p:txBody>
          <a:bodyPr/>
          <a:lstStyle/>
          <a:p>
            <a:fld id="{C33FC36A-345D-49E9-B73A-FFE92D494058}" type="datetime1">
              <a:rPr lang="it-IT" smtClean="0"/>
              <a:t>29/10/2026</a:t>
            </a:fld>
            <a:endParaRPr lang="it-IT"/>
          </a:p>
        </p:txBody>
      </p:sp>
      <p:sp>
        <p:nvSpPr>
          <p:cNvPr id="6" name="Segnaposto piè di pagina 5">
            <a:extLst>
              <a:ext uri="{FF2B5EF4-FFF2-40B4-BE49-F238E27FC236}">
                <a16:creationId xmlns:a16="http://schemas.microsoft.com/office/drawing/2014/main" id="{1D62CF11-DE7A-A624-1A8B-4DEDE6A70CB4}"/>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C3601467-83FA-DF5C-B309-9EBE906290FE}"/>
              </a:ext>
            </a:extLst>
          </p:cNvPr>
          <p:cNvSpPr>
            <a:spLocks noGrp="1"/>
          </p:cNvSpPr>
          <p:nvPr>
            <p:ph type="sldNum" sz="quarter" idx="12"/>
          </p:nvPr>
        </p:nvSpPr>
        <p:spPr/>
        <p:txBody>
          <a:bodyPr/>
          <a:lstStyle/>
          <a:p>
            <a:fld id="{206BB8CB-C112-4AF1-992B-2BAB7191A575}" type="slidenum">
              <a:rPr lang="it-IT" smtClean="0"/>
              <a:t>‹#›</a:t>
            </a:fld>
            <a:endParaRPr lang="it-IT"/>
          </a:p>
        </p:txBody>
      </p:sp>
    </p:spTree>
    <p:extLst>
      <p:ext uri="{BB962C8B-B14F-4D97-AF65-F5344CB8AC3E}">
        <p14:creationId xmlns:p14="http://schemas.microsoft.com/office/powerpoint/2010/main" val="17212845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6A1653C-6E84-58AB-1D78-DA34935D5436}"/>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A4210BA4-FE27-640B-9731-C7147902CE72}"/>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970363E5-F8C0-8D1C-E7FC-489516084427}"/>
              </a:ext>
            </a:extLst>
          </p:cNvPr>
          <p:cNvSpPr>
            <a:spLocks noGrp="1"/>
          </p:cNvSpPr>
          <p:nvPr>
            <p:ph type="dt" sz="half" idx="10"/>
          </p:nvPr>
        </p:nvSpPr>
        <p:spPr/>
        <p:txBody>
          <a:bodyPr/>
          <a:lstStyle/>
          <a:p>
            <a:fld id="{8CC3BBDA-17BE-42BA-99D8-18AAFEF88034}" type="datetime1">
              <a:rPr lang="it-IT" smtClean="0"/>
              <a:t>29/10/2026</a:t>
            </a:fld>
            <a:endParaRPr lang="it-IT"/>
          </a:p>
        </p:txBody>
      </p:sp>
      <p:sp>
        <p:nvSpPr>
          <p:cNvPr id="5" name="Segnaposto piè di pagina 4">
            <a:extLst>
              <a:ext uri="{FF2B5EF4-FFF2-40B4-BE49-F238E27FC236}">
                <a16:creationId xmlns:a16="http://schemas.microsoft.com/office/drawing/2014/main" id="{264A9F0C-AF1C-9701-1249-C3C1CE3C98FD}"/>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3799FD1E-DE39-AC83-4052-FB264B2155F3}"/>
              </a:ext>
            </a:extLst>
          </p:cNvPr>
          <p:cNvSpPr>
            <a:spLocks noGrp="1"/>
          </p:cNvSpPr>
          <p:nvPr>
            <p:ph type="sldNum" sz="quarter" idx="12"/>
          </p:nvPr>
        </p:nvSpPr>
        <p:spPr/>
        <p:txBody>
          <a:bodyPr/>
          <a:lstStyle/>
          <a:p>
            <a:fld id="{206BB8CB-C112-4AF1-992B-2BAB7191A575}" type="slidenum">
              <a:rPr lang="it-IT" smtClean="0"/>
              <a:t>‹#›</a:t>
            </a:fld>
            <a:endParaRPr lang="it-IT"/>
          </a:p>
        </p:txBody>
      </p:sp>
    </p:spTree>
    <p:extLst>
      <p:ext uri="{BB962C8B-B14F-4D97-AF65-F5344CB8AC3E}">
        <p14:creationId xmlns:p14="http://schemas.microsoft.com/office/powerpoint/2010/main" val="2173540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772669A1-0627-6348-9F36-4AC34AB5AE9B}"/>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6A24D2A1-97FC-1AAF-41DA-2207B31D2BD8}"/>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895624F5-E38B-A05E-BB38-5C2BD7CB74B2}"/>
              </a:ext>
            </a:extLst>
          </p:cNvPr>
          <p:cNvSpPr>
            <a:spLocks noGrp="1"/>
          </p:cNvSpPr>
          <p:nvPr>
            <p:ph type="dt" sz="half" idx="10"/>
          </p:nvPr>
        </p:nvSpPr>
        <p:spPr/>
        <p:txBody>
          <a:bodyPr/>
          <a:lstStyle/>
          <a:p>
            <a:fld id="{ED5CECFF-37FE-4574-A0FE-20E4B868A692}" type="datetime1">
              <a:rPr lang="it-IT" smtClean="0"/>
              <a:t>29/10/2026</a:t>
            </a:fld>
            <a:endParaRPr lang="it-IT"/>
          </a:p>
        </p:txBody>
      </p:sp>
      <p:sp>
        <p:nvSpPr>
          <p:cNvPr id="5" name="Segnaposto piè di pagina 4">
            <a:extLst>
              <a:ext uri="{FF2B5EF4-FFF2-40B4-BE49-F238E27FC236}">
                <a16:creationId xmlns:a16="http://schemas.microsoft.com/office/drawing/2014/main" id="{0F03BE9E-D292-70E0-C0F3-C84D5E993C5A}"/>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D5EC0E9D-0973-AE8C-574F-1C09B784E6EF}"/>
              </a:ext>
            </a:extLst>
          </p:cNvPr>
          <p:cNvSpPr>
            <a:spLocks noGrp="1"/>
          </p:cNvSpPr>
          <p:nvPr>
            <p:ph type="sldNum" sz="quarter" idx="12"/>
          </p:nvPr>
        </p:nvSpPr>
        <p:spPr/>
        <p:txBody>
          <a:bodyPr/>
          <a:lstStyle/>
          <a:p>
            <a:fld id="{206BB8CB-C112-4AF1-992B-2BAB7191A575}" type="slidenum">
              <a:rPr lang="it-IT" smtClean="0"/>
              <a:t>‹#›</a:t>
            </a:fld>
            <a:endParaRPr lang="it-IT"/>
          </a:p>
        </p:txBody>
      </p:sp>
    </p:spTree>
    <p:extLst>
      <p:ext uri="{BB962C8B-B14F-4D97-AF65-F5344CB8AC3E}">
        <p14:creationId xmlns:p14="http://schemas.microsoft.com/office/powerpoint/2010/main" val="3168358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7570F94C-314E-B087-C310-23A93C229D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26287DAF-4922-12CE-2609-DEB593D7DB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010498B6-24A0-0B95-570D-8D23B66411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5992FC-3385-4D46-9673-BC09848C5365}" type="datetime1">
              <a:rPr lang="it-IT" smtClean="0"/>
              <a:t>29/10/2026</a:t>
            </a:fld>
            <a:endParaRPr lang="it-IT"/>
          </a:p>
        </p:txBody>
      </p:sp>
      <p:sp>
        <p:nvSpPr>
          <p:cNvPr id="5" name="Segnaposto piè di pagina 4">
            <a:extLst>
              <a:ext uri="{FF2B5EF4-FFF2-40B4-BE49-F238E27FC236}">
                <a16:creationId xmlns:a16="http://schemas.microsoft.com/office/drawing/2014/main" id="{053AF977-3929-C3BA-2D2C-D791D1A6AC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B8B90F6B-B6E5-9B80-6091-F0845E79CE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06BB8CB-C112-4AF1-992B-2BAB7191A575}" type="slidenum">
              <a:rPr lang="it-IT" smtClean="0"/>
              <a:t>‹#›</a:t>
            </a:fld>
            <a:endParaRPr lang="it-IT"/>
          </a:p>
        </p:txBody>
      </p:sp>
    </p:spTree>
    <p:extLst>
      <p:ext uri="{BB962C8B-B14F-4D97-AF65-F5344CB8AC3E}">
        <p14:creationId xmlns:p14="http://schemas.microsoft.com/office/powerpoint/2010/main" val="12599568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lec_s04_00.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lec_s05_02.png"/><Relationship Id="rId5" Type="http://schemas.openxmlformats.org/officeDocument/2006/relationships/image" Target="../media/image2.png"/><Relationship Id="rId4" Type="http://schemas.openxmlformats.org/officeDocument/2006/relationships/image" Target="../media/lec_s05_00.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lec_s08_01.png"/><Relationship Id="rId4" Type="http://schemas.openxmlformats.org/officeDocument/2006/relationships/image" Target="../media/lec_s08_00.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lec_s10_04.png"/><Relationship Id="rId3" Type="http://schemas.openxmlformats.org/officeDocument/2006/relationships/image" Target="../media/image1.png"/><Relationship Id="rId7" Type="http://schemas.openxmlformats.org/officeDocument/2006/relationships/image" Target="../media/lec_s10_03.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lec_s10_02.png"/><Relationship Id="rId5" Type="http://schemas.openxmlformats.org/officeDocument/2006/relationships/image" Target="../media/lec_s10_01.png"/><Relationship Id="rId10" Type="http://schemas.openxmlformats.org/officeDocument/2006/relationships/image" Target="../media/lec_s10_06.png"/><Relationship Id="rId4" Type="http://schemas.openxmlformats.org/officeDocument/2006/relationships/image" Target="../media/lec_s10_00.png"/><Relationship Id="rId9" Type="http://schemas.openxmlformats.org/officeDocument/2006/relationships/image" Target="../media/lec_s10_05.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lec_s11_02.png"/><Relationship Id="rId5" Type="http://schemas.openxmlformats.org/officeDocument/2006/relationships/image" Target="../media/lec_s11_01.png"/><Relationship Id="rId4" Type="http://schemas.openxmlformats.org/officeDocument/2006/relationships/image" Target="../media/lec_s11_00.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lec_s12_02.png"/><Relationship Id="rId5" Type="http://schemas.openxmlformats.org/officeDocument/2006/relationships/image" Target="../media/lec_s12_01.png"/><Relationship Id="rId4" Type="http://schemas.openxmlformats.org/officeDocument/2006/relationships/image" Target="../media/lec_s12_00.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lec_s13_03.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lec_s13_02.png"/><Relationship Id="rId5" Type="http://schemas.openxmlformats.org/officeDocument/2006/relationships/image" Target="../media/lec_s13_01.png"/><Relationship Id="rId4" Type="http://schemas.openxmlformats.org/officeDocument/2006/relationships/image" Target="../media/lec_s13_00.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lec_s14_00.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lec_s16_00.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lec_s18_03.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lec_s18_01.png"/><Relationship Id="rId4" Type="http://schemas.openxmlformats.org/officeDocument/2006/relationships/image" Target="../media/lec_s18_00.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lec_s19_02.png"/><Relationship Id="rId5" Type="http://schemas.openxmlformats.org/officeDocument/2006/relationships/image" Target="../media/lec_s19_01.png"/><Relationship Id="rId4" Type="http://schemas.openxmlformats.org/officeDocument/2006/relationships/image" Target="../media/lec_s19_00.png"/></Relationships>
</file>

<file path=ppt/slides/_rels/slide20.xml.rels><?xml version="1.0" encoding="UTF-8" standalone="yes"?>
<Relationships xmlns="http://schemas.openxmlformats.org/package/2006/relationships"><Relationship Id="rId8" Type="http://schemas.openxmlformats.org/officeDocument/2006/relationships/image" Target="../media/lec_s20_04.png"/><Relationship Id="rId13" Type="http://schemas.openxmlformats.org/officeDocument/2006/relationships/image" Target="../media/lec_s20_09.png"/><Relationship Id="rId3" Type="http://schemas.openxmlformats.org/officeDocument/2006/relationships/image" Target="../media/image1.png"/><Relationship Id="rId7" Type="http://schemas.openxmlformats.org/officeDocument/2006/relationships/image" Target="../media/lec_s20_03.png"/><Relationship Id="rId12" Type="http://schemas.openxmlformats.org/officeDocument/2006/relationships/image" Target="../media/lec_s20_08.png"/><Relationship Id="rId2" Type="http://schemas.openxmlformats.org/officeDocument/2006/relationships/notesSlide" Target="../notesSlides/notesSlide20.xml"/><Relationship Id="rId16" Type="http://schemas.openxmlformats.org/officeDocument/2006/relationships/image" Target="../media/lec_s20_12.png"/><Relationship Id="rId1" Type="http://schemas.openxmlformats.org/officeDocument/2006/relationships/slideLayout" Target="../slideLayouts/slideLayout7.xml"/><Relationship Id="rId6" Type="http://schemas.openxmlformats.org/officeDocument/2006/relationships/image" Target="../media/lec_s20_02.png"/><Relationship Id="rId11" Type="http://schemas.openxmlformats.org/officeDocument/2006/relationships/image" Target="../media/lec_s20_07.png"/><Relationship Id="rId5" Type="http://schemas.openxmlformats.org/officeDocument/2006/relationships/image" Target="../media/lec_s20_01.png"/><Relationship Id="rId15" Type="http://schemas.openxmlformats.org/officeDocument/2006/relationships/image" Target="../media/lec_s20_11.png"/><Relationship Id="rId10" Type="http://schemas.openxmlformats.org/officeDocument/2006/relationships/image" Target="../media/lec_s20_06.png"/><Relationship Id="rId4" Type="http://schemas.openxmlformats.org/officeDocument/2006/relationships/image" Target="../media/lec_s20_00.png"/><Relationship Id="rId9" Type="http://schemas.openxmlformats.org/officeDocument/2006/relationships/image" Target="../media/lec_s20_05.png"/><Relationship Id="rId14" Type="http://schemas.openxmlformats.org/officeDocument/2006/relationships/image" Target="../media/lec_s20_1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lec_s21_01.png"/><Relationship Id="rId4" Type="http://schemas.openxmlformats.org/officeDocument/2006/relationships/image" Target="../media/lec_s21_0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sellaDiTesto 8">
            <a:extLst>
              <a:ext uri="{FF2B5EF4-FFF2-40B4-BE49-F238E27FC236}">
                <a16:creationId xmlns:a16="http://schemas.microsoft.com/office/drawing/2014/main" id="{DCBD4D79-28C1-B4DA-B365-AA192D69F1BD}"/>
              </a:ext>
            </a:extLst>
          </p:cNvPr>
          <p:cNvSpPr txBox="1"/>
          <p:nvPr/>
        </p:nvSpPr>
        <p:spPr>
          <a:xfrm>
            <a:off x="682172" y="583364"/>
            <a:ext cx="10827657" cy="1631216"/>
          </a:xfrm>
          <a:prstGeom prst="rect">
            <a:avLst/>
          </a:prstGeom>
          <a:noFill/>
        </p:spPr>
        <p:txBody>
          <a:bodyPr wrap="square" rtlCol="0" anchor="ctr" anchorCtr="0">
            <a:spAutoFit/>
          </a:bodyPr>
          <a:lstStyle/>
          <a:p>
            <a:pPr algn="ctr">
              <a:lnSpc>
                <a:spcPct val="150000"/>
              </a:lnSpc>
            </a:pPr>
            <a:r>
              <a:rPr lang="en-US" sz="4000" b="1" dirty="0">
                <a:solidFill>
                  <a:schemeClr val="accent5">
                    <a:lumMod val="75000"/>
                  </a:schemeClr>
                </a:solidFill>
                <a:latin typeface="LM Roman 10" panose="00000500000000000000" pitchFamily="2" charset="0"/>
              </a:rPr>
              <a:t>MATH 331</a:t>
            </a:r>
          </a:p>
          <a:p>
            <a:pPr algn="ctr"/>
            <a:r>
              <a:rPr lang="en-US" sz="4000" b="1" dirty="0">
                <a:solidFill>
                  <a:srgbClr val="002060"/>
                </a:solidFill>
                <a:latin typeface="LM Roman 10" panose="00000500000000000000" pitchFamily="2" charset="0"/>
              </a:rPr>
              <a:t>Ordinary Differential Equations</a:t>
            </a:r>
            <a:endParaRPr lang="it-IT" sz="4000" b="1" dirty="0">
              <a:solidFill>
                <a:srgbClr val="002060"/>
              </a:solidFill>
              <a:latin typeface="LM Roman 10" panose="00000500000000000000" pitchFamily="2" charset="0"/>
            </a:endParaRPr>
          </a:p>
        </p:txBody>
      </p:sp>
      <p:sp>
        <p:nvSpPr>
          <p:cNvPr id="10" name="CasellaDiTesto 9">
            <a:extLst>
              <a:ext uri="{FF2B5EF4-FFF2-40B4-BE49-F238E27FC236}">
                <a16:creationId xmlns:a16="http://schemas.microsoft.com/office/drawing/2014/main" id="{4D17C72F-D4A5-42BD-B7F1-702121C5C12E}"/>
              </a:ext>
            </a:extLst>
          </p:cNvPr>
          <p:cNvSpPr txBox="1"/>
          <p:nvPr/>
        </p:nvSpPr>
        <p:spPr>
          <a:xfrm>
            <a:off x="682172" y="3530784"/>
            <a:ext cx="10827657" cy="1169551"/>
          </a:xfrm>
          <a:prstGeom prst="rect">
            <a:avLst/>
          </a:prstGeom>
          <a:noFill/>
        </p:spPr>
        <p:txBody>
          <a:bodyPr wrap="square" rtlCol="0" anchor="ctr" anchorCtr="0">
            <a:spAutoFit/>
          </a:bodyPr>
          <a:lstStyle/>
          <a:p>
            <a:pPr algn="ctr">
              <a:lnSpc>
                <a:spcPct val="150000"/>
              </a:lnSpc>
            </a:pPr>
            <a:r>
              <a:rPr lang="en-US" sz="2800" b="1" dirty="0">
                <a:solidFill>
                  <a:schemeClr val="accent5">
                    <a:lumMod val="75000"/>
                  </a:schemeClr>
                </a:solidFill>
                <a:latin typeface="LM Roman 10" panose="00000500000000000000" pitchFamily="2" charset="0"/>
              </a:rPr>
              <a:t>Claudio Mirabella</a:t>
            </a:r>
          </a:p>
          <a:p>
            <a:pPr algn="ctr"/>
            <a:r>
              <a:rPr lang="en-US" sz="2800" b="1" dirty="0">
                <a:solidFill>
                  <a:srgbClr val="002060"/>
                </a:solidFill>
                <a:latin typeface="LM Roman 10" panose="00000500000000000000" pitchFamily="2" charset="0"/>
              </a:rPr>
              <a:t>Example lecture · 2026</a:t>
            </a:r>
            <a:endParaRPr lang="it-IT" sz="2800" b="1" dirty="0">
              <a:solidFill>
                <a:srgbClr val="002060"/>
              </a:solidFill>
              <a:latin typeface="LM Roman 10" panose="00000500000000000000" pitchFamily="2" charset="0"/>
            </a:endParaRPr>
          </a:p>
        </p:txBody>
      </p:sp>
      <p:sp>
        <p:nvSpPr>
          <p:cNvPr id="12" name="CasellaDiTesto 11">
            <a:extLst>
              <a:ext uri="{FF2B5EF4-FFF2-40B4-BE49-F238E27FC236}">
                <a16:creationId xmlns:a16="http://schemas.microsoft.com/office/drawing/2014/main" id="{B0026313-E14F-1CA4-25A7-055ED2064021}"/>
              </a:ext>
            </a:extLst>
          </p:cNvPr>
          <p:cNvSpPr txBox="1"/>
          <p:nvPr/>
        </p:nvSpPr>
        <p:spPr>
          <a:xfrm>
            <a:off x="0" y="6016539"/>
            <a:ext cx="7145867" cy="669927"/>
          </a:xfrm>
          <a:prstGeom prst="rect">
            <a:avLst/>
          </a:prstGeom>
          <a:noFill/>
        </p:spPr>
        <p:txBody>
          <a:bodyPr wrap="square">
            <a:spAutoFit/>
          </a:bodyPr>
          <a:lstStyle/>
          <a:p>
            <a:pPr>
              <a:lnSpc>
                <a:spcPct val="150000"/>
              </a:lnSpc>
            </a:pPr>
            <a:r>
              <a:rPr lang="en-US" sz="2800" b="1" dirty="0">
                <a:solidFill>
                  <a:schemeClr val="accent5">
                    <a:lumMod val="75000"/>
                  </a:schemeClr>
                </a:solidFill>
                <a:latin typeface="LM Roman 10" panose="00000500000000000000" pitchFamily="2" charset="0"/>
              </a:rPr>
              <a:t>01. Modelling with ODEs</a:t>
            </a:r>
            <a:endParaRPr lang="en-US" sz="2400" b="1" dirty="0">
              <a:solidFill>
                <a:schemeClr val="accent5">
                  <a:lumMod val="75000"/>
                </a:schemeClr>
              </a:solidFill>
              <a:latin typeface="LM Roman 10" panose="00000500000000000000" pitchFamily="2" charset="0"/>
            </a:endParaRPr>
          </a:p>
        </p:txBody>
      </p:sp>
      <p:pic>
        <p:nvPicPr>
          <p:cNvPr id="15" name="Picture 2">
            <a:extLst>
              <a:ext uri="{FF2B5EF4-FFF2-40B4-BE49-F238E27FC236}">
                <a16:creationId xmlns:a16="http://schemas.microsoft.com/office/drawing/2014/main" id="{6453012C-8DDA-BD47-032A-B1F0D7AE4F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02397" y="4649527"/>
            <a:ext cx="2215935" cy="22159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67038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B7FC9-7303-2DDF-22D9-A375F9FCBA42}"/>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2C760A3E-FF45-F647-68B2-6F941F0FE03D}"/>
              </a:ext>
            </a:extLst>
          </p:cNvPr>
          <p:cNvSpPr/>
          <p:nvPr/>
        </p:nvSpPr>
        <p:spPr>
          <a:xfrm>
            <a:off x="0" y="6309106"/>
            <a:ext cx="12192000" cy="549124"/>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piè di pagina 1">
            <a:extLst>
              <a:ext uri="{FF2B5EF4-FFF2-40B4-BE49-F238E27FC236}">
                <a16:creationId xmlns:a16="http://schemas.microsoft.com/office/drawing/2014/main" id="{D93F69B5-A372-36E1-C0D1-892D9A6B88D5}"/>
              </a:ext>
            </a:extLst>
          </p:cNvPr>
          <p:cNvSpPr>
            <a:spLocks noGrp="1"/>
          </p:cNvSpPr>
          <p:nvPr>
            <p:ph type="ftr" sz="quarter" idx="11"/>
          </p:nvPr>
        </p:nvSpPr>
        <p:spPr>
          <a:xfrm>
            <a:off x="4038600" y="6448272"/>
            <a:ext cx="4114800" cy="365125"/>
          </a:xfrm>
        </p:spPr>
        <p:txBody>
          <a:bodyPr/>
          <a:lstStyle/>
          <a:p>
            <a:r>
              <a:rPr lang="en-US" sz="1600" dirty="0">
                <a:solidFill>
                  <a:srgbClr val="002060"/>
                </a:solidFill>
              </a:rPr>
              <a:t>MATH 331: Differential Equations</a:t>
            </a:r>
          </a:p>
        </p:txBody>
      </p:sp>
      <p:sp>
        <p:nvSpPr>
          <p:cNvPr id="6" name="CasellaDiTesto 5">
            <a:extLst>
              <a:ext uri="{FF2B5EF4-FFF2-40B4-BE49-F238E27FC236}">
                <a16:creationId xmlns:a16="http://schemas.microsoft.com/office/drawing/2014/main" id="{8495B6C3-1F7A-7299-D7B8-F42087CCE23B}"/>
              </a:ext>
            </a:extLst>
          </p:cNvPr>
          <p:cNvSpPr txBox="1"/>
          <p:nvPr/>
        </p:nvSpPr>
        <p:spPr>
          <a:xfrm>
            <a:off x="981880" y="330553"/>
            <a:ext cx="10424160" cy="707886"/>
          </a:xfrm>
          <a:prstGeom prst="rect">
            <a:avLst/>
          </a:prstGeom>
          <a:noFill/>
        </p:spPr>
        <p:txBody>
          <a:bodyPr wrap="square" rtlCol="0" anchor="ctr" anchorCtr="0">
            <a:spAutoFit/>
          </a:bodyPr>
          <a:lstStyle/>
          <a:p>
            <a:r>
              <a:rPr lang="en-US" sz="4000" b="1" dirty="0">
                <a:solidFill>
                  <a:srgbClr val="002060"/>
                </a:solidFill>
                <a:latin typeface="LM Roman 10" panose="00000500000000000000" pitchFamily="2" charset="0"/>
              </a:rPr>
              <a:t>Outline</a:t>
            </a:r>
            <a:endParaRPr lang="it-IT" sz="4000" b="1" dirty="0">
              <a:solidFill>
                <a:srgbClr val="002060"/>
              </a:solidFill>
              <a:latin typeface="LM Roman 10" panose="00000500000000000000" pitchFamily="2" charset="0"/>
            </a:endParaRPr>
          </a:p>
        </p:txBody>
      </p:sp>
      <p:sp>
        <p:nvSpPr>
          <p:cNvPr id="13" name="Segnaposto numero diapositiva 14">
            <a:extLst>
              <a:ext uri="{FF2B5EF4-FFF2-40B4-BE49-F238E27FC236}">
                <a16:creationId xmlns:a16="http://schemas.microsoft.com/office/drawing/2014/main" id="{309AE5C9-EEDD-A311-4493-9CAABB78FFA5}"/>
              </a:ext>
            </a:extLst>
          </p:cNvPr>
          <p:cNvSpPr txBox="1">
            <a:spLocks/>
          </p:cNvSpPr>
          <p:nvPr/>
        </p:nvSpPr>
        <p:spPr>
          <a:xfrm>
            <a:off x="9072638" y="6401105"/>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06BB8CB-C112-4AF1-992B-2BAB7191A575}" type="slidenum">
              <a:rPr lang="it-IT" sz="1600" b="1" smtClean="0">
                <a:solidFill>
                  <a:srgbClr val="002060"/>
                </a:solidFill>
              </a:rPr>
              <a:pPr/>
              <a:t>2</a:t>
            </a:fld>
            <a:endParaRPr lang="it-IT" sz="1600" b="1" dirty="0">
              <a:solidFill>
                <a:srgbClr val="002060"/>
              </a:solidFill>
            </a:endParaRPr>
          </a:p>
        </p:txBody>
      </p:sp>
      <p:grpSp>
        <p:nvGrpSpPr>
          <p:cNvPr id="32" name="Gruppo 31">
            <a:extLst>
              <a:ext uri="{FF2B5EF4-FFF2-40B4-BE49-F238E27FC236}">
                <a16:creationId xmlns:a16="http://schemas.microsoft.com/office/drawing/2014/main" id="{2E62AB85-3A93-A286-6E45-A75C8BBC09DC}"/>
              </a:ext>
            </a:extLst>
          </p:cNvPr>
          <p:cNvGrpSpPr/>
          <p:nvPr/>
        </p:nvGrpSpPr>
        <p:grpSpPr>
          <a:xfrm>
            <a:off x="14040" y="6251906"/>
            <a:ext cx="1906650" cy="626303"/>
            <a:chOff x="5403712" y="2704688"/>
            <a:chExt cx="2490081" cy="817950"/>
          </a:xfrm>
        </p:grpSpPr>
        <p:pic>
          <p:nvPicPr>
            <p:cNvPr id="33" name="Picture 2">
              <a:extLst>
                <a:ext uri="{FF2B5EF4-FFF2-40B4-BE49-F238E27FC236}">
                  <a16:creationId xmlns:a16="http://schemas.microsoft.com/office/drawing/2014/main" id="{567C9C09-B8D1-EC23-4AAB-A073BA2576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1602"/>
            <a:stretch/>
          </p:blipFill>
          <p:spPr bwMode="auto">
            <a:xfrm>
              <a:off x="5403712" y="2704688"/>
              <a:ext cx="1384576" cy="80856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a:extLst>
                <a:ext uri="{FF2B5EF4-FFF2-40B4-BE49-F238E27FC236}">
                  <a16:creationId xmlns:a16="http://schemas.microsoft.com/office/drawing/2014/main" id="{93869D14-1BA4-3490-7962-5A65832FA6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565"/>
            <a:stretch/>
          </p:blipFill>
          <p:spPr bwMode="auto">
            <a:xfrm>
              <a:off x="6509217" y="2907406"/>
              <a:ext cx="1384576" cy="615232"/>
            </a:xfrm>
            <a:prstGeom prst="rect">
              <a:avLst/>
            </a:prstGeom>
            <a:noFill/>
            <a:extLst>
              <a:ext uri="{909E8E84-426E-40DD-AFC4-6F175D3DCCD1}">
                <a14:hiddenFill xmlns:a14="http://schemas.microsoft.com/office/drawing/2010/main">
                  <a:solidFill>
                    <a:srgbClr val="FFFFFF"/>
                  </a:solidFill>
                </a14:hiddenFill>
              </a:ext>
            </a:extLst>
          </p:spPr>
        </p:pic>
      </p:grpSp>
      <p:sp>
        <p:nvSpPr>
          <p:cNvPr id="101" name="Text"/>
          <p:cNvSpPr txBox="1"/>
          <p:nvPr/>
        </p:nvSpPr>
        <p:spPr>
          <a:xfrm>
            <a:off x="548640" y="1325880"/>
            <a:ext cx="2606040" cy="3749040"/>
          </a:xfrm>
          <a:prstGeom prst="roundRect">
            <a:avLst>
              <a:gd name="adj" fmla="val 8000"/>
            </a:avLst>
          </a:prstGeom>
          <a:solidFill>
            <a:srgbClr val="EAF0F8"/>
          </a:solidFill>
          <a:ln>
            <a:noFill/>
          </a:ln>
        </p:spPr>
        <p:txBody>
          <a:bodyPr wrap="square" lIns="73152" tIns="73152" rIns="73152" bIns="73152" rtlCol="0" anchor="t">
            <a:normAutofit/>
          </a:bodyPr>
          <a:lstStyle/>
          <a:p>
            <a:pPr algn="l">
              <a:spcAft>
                <a:spcPts val="600"/>
              </a:spcAft>
              <a:buNone/>
            </a:pPr>
            <a:endParaRPr lang="en-US" sz="1000"/>
          </a:p>
        </p:txBody>
      </p:sp>
      <p:sp>
        <p:nvSpPr>
          <p:cNvPr id="102" name="Number I"/>
          <p:cNvSpPr/>
          <p:nvPr/>
        </p:nvSpPr>
        <p:spPr>
          <a:xfrm>
            <a:off x="1467612" y="1554480"/>
            <a:ext cx="768096" cy="768096"/>
          </a:xfrm>
          <a:prstGeom prst="ellipse">
            <a:avLst/>
          </a:prstGeom>
          <a:solidFill>
            <a:srgbClr val="BF6019"/>
          </a:solidFill>
          <a:ln>
            <a:noFill/>
          </a:ln>
        </p:spPr>
        <p:txBody>
          <a:bodyPr lIns="0" tIns="0" rIns="0" bIns="0" anchor="ctr"/>
          <a:lstStyle/>
          <a:p>
            <a:pPr algn="ctr">
              <a:spcAft>
                <a:spcPts val="0"/>
              </a:spcAft>
              <a:buNone/>
            </a:pPr>
            <a:r>
              <a:rPr lang="en-US" sz="2400" b="1" i="0" dirty="0">
                <a:solidFill>
                  <a:srgbClr val="FFFFFF"/>
                </a:solidFill>
                <a:latin typeface="LM Roman 10"/>
                <a:cs typeface="LM Roman 10"/>
              </a:rPr>
              <a:t>I</a:t>
            </a:r>
            <a:endParaRPr lang="en-US" sz="2400"/>
          </a:p>
        </p:txBody>
      </p:sp>
      <p:sp>
        <p:nvSpPr>
          <p:cNvPr id="103" name="Text"/>
          <p:cNvSpPr txBox="1"/>
          <p:nvPr/>
        </p:nvSpPr>
        <p:spPr>
          <a:xfrm>
            <a:off x="640080" y="2468880"/>
            <a:ext cx="2423160" cy="548640"/>
          </a:xfrm>
          <a:prstGeom prst="rect">
            <a:avLst/>
          </a:prstGeom>
          <a:noFill/>
          <a:ln>
            <a:noFill/>
          </a:ln>
        </p:spPr>
        <p:txBody>
          <a:bodyPr wrap="square" lIns="73152" tIns="73152" rIns="73152" bIns="73152" rtlCol="0" anchor="t">
            <a:normAutofit/>
          </a:bodyPr>
          <a:lstStyle/>
          <a:p>
            <a:pPr algn="ctr">
              <a:spcAft>
                <a:spcPts val="0"/>
              </a:spcAft>
              <a:buNone/>
            </a:pPr>
            <a:r>
              <a:rPr lang="en-US" sz="2000" b="1" i="0" dirty="0">
                <a:solidFill>
                  <a:srgbClr val="BF6019"/>
                </a:solidFill>
                <a:latin typeface="LM Roman 10"/>
                <a:cs typeface="LM Roman 10"/>
              </a:rPr>
              <a:t>Foundations</a:t>
            </a:r>
            <a:endParaRPr lang="en-US" sz="2000"/>
          </a:p>
        </p:txBody>
      </p:sp>
      <p:sp>
        <p:nvSpPr>
          <p:cNvPr id="104" name="Text"/>
          <p:cNvSpPr txBox="1"/>
          <p:nvPr/>
        </p:nvSpPr>
        <p:spPr>
          <a:xfrm>
            <a:off x="685800" y="3063240"/>
            <a:ext cx="2331720" cy="1920240"/>
          </a:xfrm>
          <a:prstGeom prst="rect">
            <a:avLst/>
          </a:prstGeom>
          <a:noFill/>
          <a:ln>
            <a:noFill/>
          </a:ln>
        </p:spPr>
        <p:txBody>
          <a:bodyPr wrap="square" lIns="73152" tIns="73152" rIns="73152" bIns="73152" rtlCol="0" anchor="t">
            <a:normAutofit/>
          </a:bodyPr>
          <a:lstStyle/>
          <a:p>
            <a:pPr marL="274320" indent="-274320" algn="l">
              <a:spcAft>
                <a:spcPts val="600"/>
              </a:spcAft>
              <a:buClr>
                <a:srgbClr val="BF6019"/>
              </a:buClr>
              <a:buSzPct val="100000"/>
              <a:buFont typeface="Arial"/>
              <a:buChar char="•"/>
            </a:pPr>
            <a:r>
              <a:rPr lang="en-US" sz="1600" b="0" i="0" dirty="0">
                <a:solidFill>
                  <a:srgbClr val="002060"/>
                </a:solidFill>
                <a:latin typeface="LM Roman 10"/>
                <a:cs typeface="LM Roman 10"/>
              </a:rPr>
              <a:t>From Newton to modern science</a:t>
            </a:r>
            <a:endParaRPr lang="en-US" sz="1600"/>
          </a:p>
          <a:p>
            <a:pPr marL="274320" indent="-274320" algn="l">
              <a:spcAft>
                <a:spcPts val="600"/>
              </a:spcAft>
              <a:buClr>
                <a:srgbClr val="BF6019"/>
              </a:buClr>
              <a:buSzPct val="100000"/>
              <a:buFont typeface="Arial"/>
              <a:buChar char="•"/>
            </a:pPr>
            <a:r>
              <a:rPr lang="en-US" sz="1600" b="0" i="0" dirty="0">
                <a:solidFill>
                  <a:srgbClr val="002060"/>
                </a:solidFill>
                <a:latin typeface="LM Roman 10"/>
                <a:cs typeface="LM Roman 10"/>
              </a:rPr>
              <a:t>Definitions, solutions</a:t>
            </a:r>
            <a:endParaRPr lang="en-US" sz="1600"/>
          </a:p>
          <a:p>
            <a:pPr marL="274320" indent="-274320" algn="l">
              <a:spcAft>
                <a:spcPts val="600"/>
              </a:spcAft>
              <a:buClr>
                <a:srgbClr val="BF6019"/>
              </a:buClr>
              <a:buSzPct val="100000"/>
              <a:buFont typeface="Arial"/>
              <a:buChar char="•"/>
            </a:pPr>
            <a:r>
              <a:rPr lang="en-US" sz="1600" b="0" i="0" dirty="0">
                <a:solidFill>
                  <a:srgbClr val="002060"/>
                </a:solidFill>
                <a:latin typeface="LM Roman 10"/>
                <a:cs typeface="LM Roman 10"/>
              </a:rPr>
              <a:t>Intervals, existence, uniqueness</a:t>
            </a:r>
            <a:endParaRPr lang="en-US" sz="1600"/>
          </a:p>
        </p:txBody>
      </p:sp>
      <p:sp>
        <p:nvSpPr>
          <p:cNvPr id="105" name="Text"/>
          <p:cNvSpPr txBox="1"/>
          <p:nvPr/>
        </p:nvSpPr>
        <p:spPr>
          <a:xfrm>
            <a:off x="3401568" y="1325880"/>
            <a:ext cx="2606040" cy="3749040"/>
          </a:xfrm>
          <a:prstGeom prst="roundRect">
            <a:avLst>
              <a:gd name="adj" fmla="val 8000"/>
            </a:avLst>
          </a:prstGeom>
          <a:solidFill>
            <a:srgbClr val="FDF0E6"/>
          </a:solidFill>
          <a:ln>
            <a:noFill/>
          </a:ln>
        </p:spPr>
        <p:txBody>
          <a:bodyPr wrap="square" lIns="73152" tIns="73152" rIns="73152" bIns="73152" rtlCol="0" anchor="t">
            <a:normAutofit/>
          </a:bodyPr>
          <a:lstStyle/>
          <a:p>
            <a:pPr algn="l">
              <a:spcAft>
                <a:spcPts val="600"/>
              </a:spcAft>
              <a:buNone/>
            </a:pPr>
            <a:endParaRPr lang="en-US" sz="1000"/>
          </a:p>
        </p:txBody>
      </p:sp>
      <p:sp>
        <p:nvSpPr>
          <p:cNvPr id="106" name="Number II"/>
          <p:cNvSpPr/>
          <p:nvPr/>
        </p:nvSpPr>
        <p:spPr>
          <a:xfrm>
            <a:off x="4320540" y="1554480"/>
            <a:ext cx="768096" cy="768096"/>
          </a:xfrm>
          <a:prstGeom prst="ellipse">
            <a:avLst/>
          </a:prstGeom>
          <a:solidFill>
            <a:srgbClr val="BF6019"/>
          </a:solidFill>
          <a:ln>
            <a:noFill/>
          </a:ln>
        </p:spPr>
        <p:txBody>
          <a:bodyPr lIns="0" tIns="0" rIns="0" bIns="0" anchor="ctr"/>
          <a:lstStyle/>
          <a:p>
            <a:pPr algn="ctr">
              <a:spcAft>
                <a:spcPts val="0"/>
              </a:spcAft>
              <a:buNone/>
            </a:pPr>
            <a:r>
              <a:rPr lang="en-US" sz="2400" b="1" i="0" dirty="0">
                <a:solidFill>
                  <a:srgbClr val="FFFFFF"/>
                </a:solidFill>
                <a:latin typeface="LM Roman 10"/>
                <a:cs typeface="LM Roman 10"/>
              </a:rPr>
              <a:t>II</a:t>
            </a:r>
            <a:endParaRPr lang="en-US" sz="2400"/>
          </a:p>
        </p:txBody>
      </p:sp>
      <p:sp>
        <p:nvSpPr>
          <p:cNvPr id="107" name="Text"/>
          <p:cNvSpPr txBox="1"/>
          <p:nvPr/>
        </p:nvSpPr>
        <p:spPr>
          <a:xfrm>
            <a:off x="3493008" y="2468880"/>
            <a:ext cx="2423160" cy="548640"/>
          </a:xfrm>
          <a:prstGeom prst="rect">
            <a:avLst/>
          </a:prstGeom>
          <a:noFill/>
          <a:ln>
            <a:noFill/>
          </a:ln>
        </p:spPr>
        <p:txBody>
          <a:bodyPr wrap="square" lIns="73152" tIns="73152" rIns="73152" bIns="73152" rtlCol="0" anchor="t">
            <a:normAutofit/>
          </a:bodyPr>
          <a:lstStyle/>
          <a:p>
            <a:pPr algn="ctr">
              <a:spcAft>
                <a:spcPts val="0"/>
              </a:spcAft>
              <a:buNone/>
            </a:pPr>
            <a:r>
              <a:rPr lang="en-US" sz="2000" b="1" i="0" dirty="0">
                <a:solidFill>
                  <a:srgbClr val="BF6019"/>
                </a:solidFill>
                <a:latin typeface="LM Roman 10"/>
                <a:cs typeface="LM Roman 10"/>
              </a:rPr>
              <a:t>First-order models</a:t>
            </a:r>
            <a:endParaRPr lang="en-US" sz="2000"/>
          </a:p>
        </p:txBody>
      </p:sp>
      <p:sp>
        <p:nvSpPr>
          <p:cNvPr id="108" name="Text"/>
          <p:cNvSpPr txBox="1"/>
          <p:nvPr/>
        </p:nvSpPr>
        <p:spPr>
          <a:xfrm>
            <a:off x="3538728" y="3063240"/>
            <a:ext cx="2331720" cy="1920240"/>
          </a:xfrm>
          <a:prstGeom prst="rect">
            <a:avLst/>
          </a:prstGeom>
          <a:noFill/>
          <a:ln>
            <a:noFill/>
          </a:ln>
        </p:spPr>
        <p:txBody>
          <a:bodyPr wrap="square" lIns="73152" tIns="73152" rIns="73152" bIns="73152" rtlCol="0" anchor="t">
            <a:normAutofit/>
          </a:bodyPr>
          <a:lstStyle/>
          <a:p>
            <a:pPr marL="274320" indent="-274320" algn="l">
              <a:spcAft>
                <a:spcPts val="600"/>
              </a:spcAft>
              <a:buClr>
                <a:srgbClr val="BF6019"/>
              </a:buClr>
              <a:buSzPct val="100000"/>
              <a:buFont typeface="Arial"/>
              <a:buChar char="•"/>
            </a:pPr>
            <a:r>
              <a:rPr lang="en-US" sz="1600" b="0" i="0" dirty="0">
                <a:solidFill>
                  <a:srgbClr val="002060"/>
                </a:solidFill>
                <a:latin typeface="LM Roman 10"/>
                <a:cs typeface="LM Roman 10"/>
              </a:rPr>
              <a:t>Separation of variables</a:t>
            </a:r>
            <a:endParaRPr lang="en-US" sz="1600"/>
          </a:p>
          <a:p>
            <a:pPr marL="274320" indent="-274320" algn="l">
              <a:spcAft>
                <a:spcPts val="600"/>
              </a:spcAft>
              <a:buClr>
                <a:srgbClr val="BF6019"/>
              </a:buClr>
              <a:buSzPct val="100000"/>
              <a:buFont typeface="Arial"/>
              <a:buChar char="•"/>
            </a:pPr>
            <a:r>
              <a:rPr lang="en-US" sz="1600" b="0" i="0" dirty="0">
                <a:solidFill>
                  <a:srgbClr val="002060"/>
                </a:solidFill>
                <a:latin typeface="LM Roman 10"/>
                <a:cs typeface="LM Roman 10"/>
              </a:rPr>
              <a:t>Growth, decay, logistic</a:t>
            </a:r>
            <a:endParaRPr lang="en-US" sz="1600"/>
          </a:p>
          <a:p>
            <a:pPr marL="274320" indent="-274320" algn="l">
              <a:spcAft>
                <a:spcPts val="600"/>
              </a:spcAft>
              <a:buClr>
                <a:srgbClr val="BF6019"/>
              </a:buClr>
              <a:buSzPct val="100000"/>
              <a:buFont typeface="Arial"/>
              <a:buChar char="•"/>
            </a:pPr>
            <a:r>
              <a:rPr lang="en-US" sz="1600" b="0" i="0" dirty="0">
                <a:solidFill>
                  <a:srgbClr val="002060"/>
                </a:solidFill>
                <a:latin typeface="LM Roman 10"/>
                <a:cs typeface="LM Roman 10"/>
              </a:rPr>
              <a:t>Equilibria and stability</a:t>
            </a:r>
            <a:endParaRPr lang="en-US" sz="1600"/>
          </a:p>
        </p:txBody>
      </p:sp>
      <p:sp>
        <p:nvSpPr>
          <p:cNvPr id="109" name="Text"/>
          <p:cNvSpPr txBox="1"/>
          <p:nvPr/>
        </p:nvSpPr>
        <p:spPr>
          <a:xfrm>
            <a:off x="6254496" y="1325880"/>
            <a:ext cx="2606040" cy="3749040"/>
          </a:xfrm>
          <a:prstGeom prst="roundRect">
            <a:avLst>
              <a:gd name="adj" fmla="val 8000"/>
            </a:avLst>
          </a:prstGeom>
          <a:solidFill>
            <a:srgbClr val="EAF0F8"/>
          </a:solidFill>
          <a:ln>
            <a:noFill/>
          </a:ln>
        </p:spPr>
        <p:txBody>
          <a:bodyPr wrap="square" lIns="73152" tIns="73152" rIns="73152" bIns="73152" rtlCol="0" anchor="t">
            <a:normAutofit/>
          </a:bodyPr>
          <a:lstStyle/>
          <a:p>
            <a:pPr algn="l">
              <a:spcAft>
                <a:spcPts val="600"/>
              </a:spcAft>
              <a:buNone/>
            </a:pPr>
            <a:endParaRPr lang="en-US" sz="1000"/>
          </a:p>
        </p:txBody>
      </p:sp>
      <p:sp>
        <p:nvSpPr>
          <p:cNvPr id="110" name="Number III"/>
          <p:cNvSpPr/>
          <p:nvPr/>
        </p:nvSpPr>
        <p:spPr>
          <a:xfrm>
            <a:off x="7173468" y="1554480"/>
            <a:ext cx="768096" cy="768096"/>
          </a:xfrm>
          <a:prstGeom prst="ellipse">
            <a:avLst/>
          </a:prstGeom>
          <a:solidFill>
            <a:srgbClr val="BF6019"/>
          </a:solidFill>
          <a:ln>
            <a:noFill/>
          </a:ln>
        </p:spPr>
        <p:txBody>
          <a:bodyPr lIns="0" tIns="0" rIns="0" bIns="0" anchor="ctr"/>
          <a:lstStyle/>
          <a:p>
            <a:pPr algn="ctr">
              <a:spcAft>
                <a:spcPts val="0"/>
              </a:spcAft>
              <a:buNone/>
            </a:pPr>
            <a:r>
              <a:rPr lang="en-US" sz="2400" b="1" i="0" dirty="0">
                <a:solidFill>
                  <a:srgbClr val="FFFFFF"/>
                </a:solidFill>
                <a:latin typeface="LM Roman 10"/>
                <a:cs typeface="LM Roman 10"/>
              </a:rPr>
              <a:t>III</a:t>
            </a:r>
            <a:endParaRPr lang="en-US" sz="2400"/>
          </a:p>
        </p:txBody>
      </p:sp>
      <p:sp>
        <p:nvSpPr>
          <p:cNvPr id="111" name="Text"/>
          <p:cNvSpPr txBox="1"/>
          <p:nvPr/>
        </p:nvSpPr>
        <p:spPr>
          <a:xfrm>
            <a:off x="6345936" y="2468880"/>
            <a:ext cx="2423160" cy="548640"/>
          </a:xfrm>
          <a:prstGeom prst="rect">
            <a:avLst/>
          </a:prstGeom>
          <a:noFill/>
          <a:ln>
            <a:noFill/>
          </a:ln>
        </p:spPr>
        <p:txBody>
          <a:bodyPr wrap="square" lIns="73152" tIns="73152" rIns="73152" bIns="73152" rtlCol="0" anchor="t">
            <a:normAutofit/>
          </a:bodyPr>
          <a:lstStyle/>
          <a:p>
            <a:pPr algn="ctr">
              <a:spcAft>
                <a:spcPts val="0"/>
              </a:spcAft>
              <a:buNone/>
            </a:pPr>
            <a:r>
              <a:rPr lang="en-US" sz="2000" b="1" i="0" dirty="0">
                <a:solidFill>
                  <a:srgbClr val="BF6019"/>
                </a:solidFill>
                <a:latin typeface="LM Roman 10"/>
                <a:cs typeface="LM Roman 10"/>
              </a:rPr>
              <a:t>Numerical methods</a:t>
            </a:r>
            <a:endParaRPr lang="en-US" sz="2000"/>
          </a:p>
        </p:txBody>
      </p:sp>
      <p:sp>
        <p:nvSpPr>
          <p:cNvPr id="112" name="Text"/>
          <p:cNvSpPr txBox="1"/>
          <p:nvPr/>
        </p:nvSpPr>
        <p:spPr>
          <a:xfrm>
            <a:off x="6391656" y="3063240"/>
            <a:ext cx="2331720" cy="1920240"/>
          </a:xfrm>
          <a:prstGeom prst="rect">
            <a:avLst/>
          </a:prstGeom>
          <a:noFill/>
          <a:ln>
            <a:noFill/>
          </a:ln>
        </p:spPr>
        <p:txBody>
          <a:bodyPr wrap="square" lIns="73152" tIns="73152" rIns="73152" bIns="73152" rtlCol="0" anchor="t">
            <a:normAutofit/>
          </a:bodyPr>
          <a:lstStyle/>
          <a:p>
            <a:pPr marL="274320" indent="-274320" algn="l">
              <a:spcAft>
                <a:spcPts val="600"/>
              </a:spcAft>
              <a:buClr>
                <a:srgbClr val="BF6019"/>
              </a:buClr>
              <a:buSzPct val="100000"/>
              <a:buFont typeface="Arial"/>
              <a:buChar char="•"/>
            </a:pPr>
            <a:r>
              <a:rPr lang="en-US" sz="1600" b="0" i="0" dirty="0">
                <a:solidFill>
                  <a:srgbClr val="002060"/>
                </a:solidFill>
                <a:latin typeface="LM Roman 10"/>
                <a:cs typeface="LM Roman 10"/>
              </a:rPr>
              <a:t>Euler’s method</a:t>
            </a:r>
            <a:endParaRPr lang="en-US" sz="1600"/>
          </a:p>
          <a:p>
            <a:pPr marL="274320" indent="-274320" algn="l">
              <a:spcAft>
                <a:spcPts val="600"/>
              </a:spcAft>
              <a:buClr>
                <a:srgbClr val="BF6019"/>
              </a:buClr>
              <a:buSzPct val="100000"/>
              <a:buFont typeface="Arial"/>
              <a:buChar char="•"/>
            </a:pPr>
            <a:r>
              <a:rPr lang="en-US" sz="1600" b="0" i="0" dirty="0">
                <a:solidFill>
                  <a:srgbClr val="002060"/>
                </a:solidFill>
                <a:latin typeface="LM Roman 10"/>
                <a:cs typeface="LM Roman 10"/>
              </a:rPr>
              <a:t>Order of accuracy</a:t>
            </a:r>
            <a:endParaRPr lang="en-US" sz="1600"/>
          </a:p>
          <a:p>
            <a:pPr marL="274320" indent="-274320" algn="l">
              <a:spcAft>
                <a:spcPts val="600"/>
              </a:spcAft>
              <a:buClr>
                <a:srgbClr val="BF6019"/>
              </a:buClr>
              <a:buSzPct val="100000"/>
              <a:buFont typeface="Arial"/>
              <a:buChar char="•"/>
            </a:pPr>
            <a:r>
              <a:rPr lang="en-US" sz="1600" b="0" i="0" dirty="0">
                <a:solidFill>
                  <a:srgbClr val="002060"/>
                </a:solidFill>
                <a:latin typeface="LM Roman 10"/>
                <a:cs typeface="LM Roman 10"/>
              </a:rPr>
              <a:t>Pitfalls</a:t>
            </a:r>
            <a:endParaRPr lang="en-US" sz="1600"/>
          </a:p>
        </p:txBody>
      </p:sp>
      <p:sp>
        <p:nvSpPr>
          <p:cNvPr id="113" name="Text"/>
          <p:cNvSpPr txBox="1"/>
          <p:nvPr/>
        </p:nvSpPr>
        <p:spPr>
          <a:xfrm>
            <a:off x="9107424" y="1325880"/>
            <a:ext cx="2606040" cy="3749040"/>
          </a:xfrm>
          <a:prstGeom prst="roundRect">
            <a:avLst>
              <a:gd name="adj" fmla="val 8000"/>
            </a:avLst>
          </a:prstGeom>
          <a:solidFill>
            <a:srgbClr val="FDF0E6"/>
          </a:solidFill>
          <a:ln>
            <a:noFill/>
          </a:ln>
        </p:spPr>
        <p:txBody>
          <a:bodyPr wrap="square" lIns="73152" tIns="73152" rIns="73152" bIns="73152" rtlCol="0" anchor="t">
            <a:normAutofit/>
          </a:bodyPr>
          <a:lstStyle/>
          <a:p>
            <a:pPr algn="l">
              <a:spcAft>
                <a:spcPts val="600"/>
              </a:spcAft>
              <a:buNone/>
            </a:pPr>
            <a:endParaRPr lang="en-US" sz="1000"/>
          </a:p>
        </p:txBody>
      </p:sp>
      <p:sp>
        <p:nvSpPr>
          <p:cNvPr id="114" name="Number IV"/>
          <p:cNvSpPr/>
          <p:nvPr/>
        </p:nvSpPr>
        <p:spPr>
          <a:xfrm>
            <a:off x="10026396" y="1554480"/>
            <a:ext cx="768096" cy="768096"/>
          </a:xfrm>
          <a:prstGeom prst="ellipse">
            <a:avLst/>
          </a:prstGeom>
          <a:solidFill>
            <a:srgbClr val="BF6019"/>
          </a:solidFill>
          <a:ln>
            <a:noFill/>
          </a:ln>
        </p:spPr>
        <p:txBody>
          <a:bodyPr lIns="0" tIns="0" rIns="0" bIns="0" anchor="ctr"/>
          <a:lstStyle/>
          <a:p>
            <a:pPr algn="ctr">
              <a:spcAft>
                <a:spcPts val="0"/>
              </a:spcAft>
              <a:buNone/>
            </a:pPr>
            <a:r>
              <a:rPr lang="en-US" sz="2400" b="1" i="0" dirty="0">
                <a:solidFill>
                  <a:srgbClr val="FFFFFF"/>
                </a:solidFill>
                <a:latin typeface="LM Roman 10"/>
                <a:cs typeface="LM Roman 10"/>
              </a:rPr>
              <a:t>IV</a:t>
            </a:r>
            <a:endParaRPr lang="en-US" sz="2400"/>
          </a:p>
        </p:txBody>
      </p:sp>
      <p:sp>
        <p:nvSpPr>
          <p:cNvPr id="115" name="Text"/>
          <p:cNvSpPr txBox="1"/>
          <p:nvPr/>
        </p:nvSpPr>
        <p:spPr>
          <a:xfrm>
            <a:off x="9198864" y="2468880"/>
            <a:ext cx="2423160" cy="548640"/>
          </a:xfrm>
          <a:prstGeom prst="rect">
            <a:avLst/>
          </a:prstGeom>
          <a:noFill/>
          <a:ln>
            <a:noFill/>
          </a:ln>
        </p:spPr>
        <p:txBody>
          <a:bodyPr wrap="square" lIns="73152" tIns="73152" rIns="73152" bIns="73152" rtlCol="0" anchor="t">
            <a:normAutofit/>
          </a:bodyPr>
          <a:lstStyle/>
          <a:p>
            <a:pPr algn="ctr">
              <a:spcAft>
                <a:spcPts val="0"/>
              </a:spcAft>
              <a:buNone/>
            </a:pPr>
            <a:r>
              <a:rPr lang="en-US" sz="2000" b="1" i="0" dirty="0">
                <a:solidFill>
                  <a:srgbClr val="BF6019"/>
                </a:solidFill>
                <a:latin typeface="LM Roman 10"/>
                <a:cs typeface="LM Roman 10"/>
              </a:rPr>
              <a:t>Second-order linear</a:t>
            </a:r>
            <a:endParaRPr lang="en-US" sz="2000"/>
          </a:p>
        </p:txBody>
      </p:sp>
      <p:sp>
        <p:nvSpPr>
          <p:cNvPr id="116" name="Text"/>
          <p:cNvSpPr txBox="1"/>
          <p:nvPr/>
        </p:nvSpPr>
        <p:spPr>
          <a:xfrm>
            <a:off x="9244584" y="3063240"/>
            <a:ext cx="2331720" cy="1920240"/>
          </a:xfrm>
          <a:prstGeom prst="rect">
            <a:avLst/>
          </a:prstGeom>
          <a:noFill/>
          <a:ln>
            <a:noFill/>
          </a:ln>
        </p:spPr>
        <p:txBody>
          <a:bodyPr wrap="square" lIns="73152" tIns="73152" rIns="73152" bIns="73152" rtlCol="0" anchor="t">
            <a:normAutofit/>
          </a:bodyPr>
          <a:lstStyle/>
          <a:p>
            <a:pPr marL="274320" indent="-274320" algn="l">
              <a:spcAft>
                <a:spcPts val="600"/>
              </a:spcAft>
              <a:buClr>
                <a:srgbClr val="BF6019"/>
              </a:buClr>
              <a:buSzPct val="100000"/>
              <a:buFont typeface="Arial"/>
              <a:buChar char="•"/>
            </a:pPr>
            <a:r>
              <a:rPr lang="en-US" sz="1600" b="0" i="0" dirty="0">
                <a:solidFill>
                  <a:srgbClr val="002060"/>
                </a:solidFill>
                <a:latin typeface="LM Roman 10"/>
                <a:cs typeface="LM Roman 10"/>
              </a:rPr>
              <a:t>Wronskian, Abel’s theorem</a:t>
            </a:r>
            <a:endParaRPr lang="en-US" sz="1600"/>
          </a:p>
          <a:p>
            <a:pPr marL="274320" indent="-274320" algn="l">
              <a:spcAft>
                <a:spcPts val="600"/>
              </a:spcAft>
              <a:buClr>
                <a:srgbClr val="BF6019"/>
              </a:buClr>
              <a:buSzPct val="100000"/>
              <a:buFont typeface="Arial"/>
              <a:buChar char="•"/>
            </a:pPr>
            <a:r>
              <a:rPr lang="en-US" sz="1600" b="0" i="0" dirty="0">
                <a:solidFill>
                  <a:srgbClr val="002060"/>
                </a:solidFill>
                <a:latin typeface="LM Roman 10"/>
                <a:cs typeface="LM Roman 10"/>
              </a:rPr>
              <a:t>Characteristic equation</a:t>
            </a:r>
            <a:endParaRPr lang="en-US" sz="1600"/>
          </a:p>
          <a:p>
            <a:pPr marL="274320" indent="-274320" algn="l">
              <a:spcAft>
                <a:spcPts val="600"/>
              </a:spcAft>
              <a:buClr>
                <a:srgbClr val="BF6019"/>
              </a:buClr>
              <a:buSzPct val="100000"/>
              <a:buFont typeface="Arial"/>
              <a:buChar char="•"/>
            </a:pPr>
            <a:r>
              <a:rPr lang="en-US" sz="1600" b="0" i="0" dirty="0">
                <a:solidFill>
                  <a:srgbClr val="002060"/>
                </a:solidFill>
                <a:latin typeface="LM Roman 10"/>
                <a:cs typeface="LM Roman 10"/>
              </a:rPr>
              <a:t>Mass–spring–damper</a:t>
            </a:r>
            <a:endParaRPr lang="en-US" sz="1600"/>
          </a:p>
        </p:txBody>
      </p:sp>
      <p:sp>
        <p:nvSpPr>
          <p:cNvPr id="117" name="Text"/>
          <p:cNvSpPr txBox="1"/>
          <p:nvPr/>
        </p:nvSpPr>
        <p:spPr>
          <a:xfrm>
            <a:off x="548640" y="5349240"/>
            <a:ext cx="11155680" cy="731520"/>
          </a:xfrm>
          <a:prstGeom prst="rect">
            <a:avLst/>
          </a:prstGeom>
          <a:noFill/>
          <a:ln>
            <a:noFill/>
          </a:ln>
        </p:spPr>
        <p:txBody>
          <a:bodyPr wrap="square" lIns="73152" tIns="73152" rIns="73152" bIns="73152" rtlCol="0" anchor="t">
            <a:normAutofit/>
          </a:bodyPr>
          <a:lstStyle/>
          <a:p>
            <a:pPr algn="ctr">
              <a:spcAft>
                <a:spcPts val="600"/>
              </a:spcAft>
              <a:buNone/>
            </a:pPr>
            <a:r>
              <a:rPr lang="en-US" sz="1800" b="1" i="0" dirty="0">
                <a:solidFill>
                  <a:srgbClr val="BF6019"/>
                </a:solidFill>
                <a:latin typeface="LM Roman 10"/>
                <a:cs typeface="LM Roman 10"/>
              </a:rPr>
              <a:t>Thread: </a:t>
            </a:r>
            <a:r>
              <a:rPr lang="en-US" sz="1800" b="0" i="0" dirty="0">
                <a:solidFill>
                  <a:srgbClr val="002060"/>
                </a:solidFill>
                <a:latin typeface="LM Roman 10"/>
                <a:cs typeface="LM Roman 10"/>
              </a:rPr>
              <a:t>a differential equation is a law of change; together with an initial condition it predicts the future.</a:t>
            </a:r>
            <a:endParaRPr lang="en-US" sz="1800"/>
          </a:p>
        </p:txBody>
      </p:sp>
    </p:spTree>
    <p:extLst>
      <p:ext uri="{BB962C8B-B14F-4D97-AF65-F5344CB8AC3E}">
        <p14:creationId xmlns:p14="http://schemas.microsoft.com/office/powerpoint/2010/main" val="2916294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sellaDiTesto 8">
            <a:extLst>
              <a:ext uri="{FF2B5EF4-FFF2-40B4-BE49-F238E27FC236}">
                <a16:creationId xmlns:a16="http://schemas.microsoft.com/office/drawing/2014/main" id="{DCBD4D79-28C1-B4DA-B365-AA192D69F1BD}"/>
              </a:ext>
            </a:extLst>
          </p:cNvPr>
          <p:cNvSpPr txBox="1"/>
          <p:nvPr/>
        </p:nvSpPr>
        <p:spPr>
          <a:xfrm>
            <a:off x="682172" y="583364"/>
            <a:ext cx="10827657" cy="1631216"/>
          </a:xfrm>
          <a:prstGeom prst="rect">
            <a:avLst/>
          </a:prstGeom>
          <a:noFill/>
        </p:spPr>
        <p:txBody>
          <a:bodyPr wrap="square" rtlCol="0" anchor="ctr" anchorCtr="0">
            <a:spAutoFit/>
          </a:bodyPr>
          <a:lstStyle/>
          <a:p>
            <a:pPr algn="ctr">
              <a:lnSpc>
                <a:spcPct val="150000"/>
              </a:lnSpc>
            </a:pPr>
            <a:r>
              <a:rPr lang="en-US" sz="4000" b="1" dirty="0">
                <a:solidFill>
                  <a:schemeClr val="accent5">
                    <a:lumMod val="75000"/>
                  </a:schemeClr>
                </a:solidFill>
                <a:latin typeface="LM Roman 10" panose="00000500000000000000" pitchFamily="2" charset="0"/>
              </a:rPr>
              <a:t>Section I</a:t>
            </a:r>
          </a:p>
          <a:p>
            <a:pPr algn="ctr"/>
            <a:r>
              <a:rPr lang="en-US" sz="4000" b="1" dirty="0">
                <a:solidFill>
                  <a:srgbClr val="002060"/>
                </a:solidFill>
                <a:latin typeface="LM Roman 10" panose="00000500000000000000" pitchFamily="2" charset="0"/>
              </a:rPr>
              <a:t>Foundations</a:t>
            </a:r>
            <a:endParaRPr lang="it-IT" sz="4000" b="1" dirty="0">
              <a:solidFill>
                <a:srgbClr val="002060"/>
              </a:solidFill>
              <a:latin typeface="LM Roman 10" panose="00000500000000000000" pitchFamily="2" charset="0"/>
            </a:endParaRPr>
          </a:p>
        </p:txBody>
      </p:sp>
      <p:sp>
        <p:nvSpPr>
          <p:cNvPr id="10" name="CasellaDiTesto 9">
            <a:extLst>
              <a:ext uri="{FF2B5EF4-FFF2-40B4-BE49-F238E27FC236}">
                <a16:creationId xmlns:a16="http://schemas.microsoft.com/office/drawing/2014/main" id="{4D17C72F-D4A5-42BD-B7F1-702121C5C12E}"/>
              </a:ext>
            </a:extLst>
          </p:cNvPr>
          <p:cNvSpPr txBox="1"/>
          <p:nvPr/>
        </p:nvSpPr>
        <p:spPr>
          <a:xfrm>
            <a:off x="682172" y="3530784"/>
            <a:ext cx="10827657" cy="1169551"/>
          </a:xfrm>
          <a:prstGeom prst="rect">
            <a:avLst/>
          </a:prstGeom>
          <a:noFill/>
        </p:spPr>
        <p:txBody>
          <a:bodyPr wrap="square" rtlCol="0" anchor="ctr" anchorCtr="0">
            <a:spAutoFit/>
          </a:bodyPr>
          <a:lstStyle/>
          <a:p>
            <a:pPr algn="ctr">
              <a:lnSpc>
                <a:spcPct val="150000"/>
              </a:lnSpc>
            </a:pPr>
            <a:r>
              <a:rPr lang="en-US" sz="2600" b="1" dirty="0">
                <a:solidFill>
                  <a:schemeClr val="accent5">
                    <a:lumMod val="75000"/>
                  </a:schemeClr>
                </a:solidFill>
                <a:latin typeface="LM Roman 10" panose="00000500000000000000" pitchFamily="2" charset="0"/>
              </a:rPr>
              <a:t>What is an ODE, and when does it have a solution?</a:t>
            </a:r>
          </a:p>
          <a:p>
            <a:pPr algn="ctr"/>
            <a:r>
              <a:rPr lang="en-US" sz="2600" b="1" dirty="0">
                <a:solidFill>
                  <a:srgbClr val="002060"/>
                </a:solidFill>
                <a:latin typeface="LM Roman 10" panose="00000500000000000000" pitchFamily="2" charset="0"/>
              </a:rPr>
              <a:t>Newton · definitions · intervals · existence and uniqueness</a:t>
            </a:r>
            <a:endParaRPr lang="it-IT" sz="2600" b="1" dirty="0">
              <a:solidFill>
                <a:srgbClr val="002060"/>
              </a:solidFill>
              <a:latin typeface="LM Roman 10" panose="00000500000000000000" pitchFamily="2" charset="0"/>
            </a:endParaRPr>
          </a:p>
        </p:txBody>
      </p:sp>
      <p:sp>
        <p:nvSpPr>
          <p:cNvPr id="12" name="CasellaDiTesto 11">
            <a:extLst>
              <a:ext uri="{FF2B5EF4-FFF2-40B4-BE49-F238E27FC236}">
                <a16:creationId xmlns:a16="http://schemas.microsoft.com/office/drawing/2014/main" id="{B0026313-E14F-1CA4-25A7-055ED2064021}"/>
              </a:ext>
            </a:extLst>
          </p:cNvPr>
          <p:cNvSpPr txBox="1"/>
          <p:nvPr/>
        </p:nvSpPr>
        <p:spPr>
          <a:xfrm>
            <a:off x="0" y="6016539"/>
            <a:ext cx="7145867" cy="669927"/>
          </a:xfrm>
          <a:prstGeom prst="rect">
            <a:avLst/>
          </a:prstGeom>
          <a:noFill/>
        </p:spPr>
        <p:txBody>
          <a:bodyPr wrap="square">
            <a:spAutoFit/>
          </a:bodyPr>
          <a:lstStyle/>
          <a:p>
            <a:pPr>
              <a:lnSpc>
                <a:spcPct val="150000"/>
              </a:lnSpc>
            </a:pPr>
            <a:r>
              <a:rPr lang="en-US" sz="2800" b="1" dirty="0">
                <a:solidFill>
                  <a:schemeClr val="accent5">
                    <a:lumMod val="75000"/>
                  </a:schemeClr>
                </a:solidFill>
                <a:latin typeface="LM Roman 10" panose="00000500000000000000" pitchFamily="2" charset="0"/>
              </a:rPr>
              <a:t>01. Modelling with ODEs</a:t>
            </a:r>
            <a:endParaRPr lang="en-US" sz="2400" b="1" dirty="0">
              <a:solidFill>
                <a:schemeClr val="accent5">
                  <a:lumMod val="75000"/>
                </a:schemeClr>
              </a:solidFill>
              <a:latin typeface="LM Roman 10" panose="00000500000000000000" pitchFamily="2" charset="0"/>
            </a:endParaRPr>
          </a:p>
        </p:txBody>
      </p:sp>
      <p:pic>
        <p:nvPicPr>
          <p:cNvPr id="15" name="Picture 2">
            <a:extLst>
              <a:ext uri="{FF2B5EF4-FFF2-40B4-BE49-F238E27FC236}">
                <a16:creationId xmlns:a16="http://schemas.microsoft.com/office/drawing/2014/main" id="{6453012C-8DDA-BD47-032A-B1F0D7AE4F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02397" y="4649527"/>
            <a:ext cx="2215935" cy="22159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67038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B7FC9-7303-2DDF-22D9-A375F9FCBA42}"/>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2C760A3E-FF45-F647-68B2-6F941F0FE03D}"/>
              </a:ext>
            </a:extLst>
          </p:cNvPr>
          <p:cNvSpPr/>
          <p:nvPr/>
        </p:nvSpPr>
        <p:spPr>
          <a:xfrm>
            <a:off x="0" y="6309106"/>
            <a:ext cx="12192000" cy="549124"/>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piè di pagina 1">
            <a:extLst>
              <a:ext uri="{FF2B5EF4-FFF2-40B4-BE49-F238E27FC236}">
                <a16:creationId xmlns:a16="http://schemas.microsoft.com/office/drawing/2014/main" id="{D93F69B5-A372-36E1-C0D1-892D9A6B88D5}"/>
              </a:ext>
            </a:extLst>
          </p:cNvPr>
          <p:cNvSpPr>
            <a:spLocks noGrp="1"/>
          </p:cNvSpPr>
          <p:nvPr>
            <p:ph type="ftr" sz="quarter" idx="11"/>
          </p:nvPr>
        </p:nvSpPr>
        <p:spPr>
          <a:xfrm>
            <a:off x="4038600" y="6448272"/>
            <a:ext cx="4114800" cy="365125"/>
          </a:xfrm>
        </p:spPr>
        <p:txBody>
          <a:bodyPr/>
          <a:lstStyle/>
          <a:p>
            <a:r>
              <a:rPr lang="en-US" sz="1600" dirty="0">
                <a:solidFill>
                  <a:srgbClr val="002060"/>
                </a:solidFill>
              </a:rPr>
              <a:t>MATH 331: Differential Equations</a:t>
            </a:r>
          </a:p>
        </p:txBody>
      </p:sp>
      <p:sp>
        <p:nvSpPr>
          <p:cNvPr id="6" name="CasellaDiTesto 5">
            <a:extLst>
              <a:ext uri="{FF2B5EF4-FFF2-40B4-BE49-F238E27FC236}">
                <a16:creationId xmlns:a16="http://schemas.microsoft.com/office/drawing/2014/main" id="{8495B6C3-1F7A-7299-D7B8-F42087CCE23B}"/>
              </a:ext>
            </a:extLst>
          </p:cNvPr>
          <p:cNvSpPr txBox="1"/>
          <p:nvPr/>
        </p:nvSpPr>
        <p:spPr>
          <a:xfrm>
            <a:off x="981880" y="330553"/>
            <a:ext cx="10424160" cy="707886"/>
          </a:xfrm>
          <a:prstGeom prst="rect">
            <a:avLst/>
          </a:prstGeom>
          <a:noFill/>
        </p:spPr>
        <p:txBody>
          <a:bodyPr wrap="square" rtlCol="0" anchor="ctr" anchorCtr="0">
            <a:spAutoFit/>
          </a:bodyPr>
          <a:lstStyle/>
          <a:p>
            <a:r>
              <a:rPr lang="en-US" sz="4000" b="1" dirty="0">
                <a:solidFill>
                  <a:srgbClr val="002060"/>
                </a:solidFill>
                <a:latin typeface="LM Roman 10" panose="00000500000000000000" pitchFamily="2" charset="0"/>
              </a:rPr>
              <a:t>From Newton to modern science</a:t>
            </a:r>
            <a:endParaRPr lang="it-IT" sz="4000" b="1" dirty="0">
              <a:solidFill>
                <a:srgbClr val="002060"/>
              </a:solidFill>
              <a:latin typeface="LM Roman 10" panose="00000500000000000000" pitchFamily="2" charset="0"/>
            </a:endParaRPr>
          </a:p>
        </p:txBody>
      </p:sp>
      <p:sp>
        <p:nvSpPr>
          <p:cNvPr id="13" name="Segnaposto numero diapositiva 14">
            <a:extLst>
              <a:ext uri="{FF2B5EF4-FFF2-40B4-BE49-F238E27FC236}">
                <a16:creationId xmlns:a16="http://schemas.microsoft.com/office/drawing/2014/main" id="{309AE5C9-EEDD-A311-4493-9CAABB78FFA5}"/>
              </a:ext>
            </a:extLst>
          </p:cNvPr>
          <p:cNvSpPr txBox="1">
            <a:spLocks/>
          </p:cNvSpPr>
          <p:nvPr/>
        </p:nvSpPr>
        <p:spPr>
          <a:xfrm>
            <a:off x="9072638" y="6401105"/>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06BB8CB-C112-4AF1-992B-2BAB7191A575}" type="slidenum">
              <a:rPr lang="it-IT" sz="1600" b="1" smtClean="0">
                <a:solidFill>
                  <a:srgbClr val="002060"/>
                </a:solidFill>
              </a:rPr>
              <a:pPr/>
              <a:t>4</a:t>
            </a:fld>
            <a:endParaRPr lang="it-IT" sz="1600" b="1" dirty="0">
              <a:solidFill>
                <a:srgbClr val="002060"/>
              </a:solidFill>
            </a:endParaRPr>
          </a:p>
        </p:txBody>
      </p:sp>
      <p:grpSp>
        <p:nvGrpSpPr>
          <p:cNvPr id="32" name="Gruppo 31">
            <a:extLst>
              <a:ext uri="{FF2B5EF4-FFF2-40B4-BE49-F238E27FC236}">
                <a16:creationId xmlns:a16="http://schemas.microsoft.com/office/drawing/2014/main" id="{2E62AB85-3A93-A286-6E45-A75C8BBC09DC}"/>
              </a:ext>
            </a:extLst>
          </p:cNvPr>
          <p:cNvGrpSpPr/>
          <p:nvPr/>
        </p:nvGrpSpPr>
        <p:grpSpPr>
          <a:xfrm>
            <a:off x="14040" y="6251906"/>
            <a:ext cx="1906650" cy="626303"/>
            <a:chOff x="5403712" y="2704688"/>
            <a:chExt cx="2490081" cy="817950"/>
          </a:xfrm>
        </p:grpSpPr>
        <p:pic>
          <p:nvPicPr>
            <p:cNvPr id="33" name="Picture 2">
              <a:extLst>
                <a:ext uri="{FF2B5EF4-FFF2-40B4-BE49-F238E27FC236}">
                  <a16:creationId xmlns:a16="http://schemas.microsoft.com/office/drawing/2014/main" id="{567C9C09-B8D1-EC23-4AAB-A073BA2576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1602"/>
            <a:stretch/>
          </p:blipFill>
          <p:spPr bwMode="auto">
            <a:xfrm>
              <a:off x="5403712" y="2704688"/>
              <a:ext cx="1384576" cy="80856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a:extLst>
                <a:ext uri="{FF2B5EF4-FFF2-40B4-BE49-F238E27FC236}">
                  <a16:creationId xmlns:a16="http://schemas.microsoft.com/office/drawing/2014/main" id="{93869D14-1BA4-3490-7962-5A65832FA6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565"/>
            <a:stretch/>
          </p:blipFill>
          <p:spPr bwMode="auto">
            <a:xfrm>
              <a:off x="6509217" y="2907406"/>
              <a:ext cx="1384576" cy="615232"/>
            </a:xfrm>
            <a:prstGeom prst="rect">
              <a:avLst/>
            </a:prstGeom>
            <a:noFill/>
            <a:extLst>
              <a:ext uri="{909E8E84-426E-40DD-AFC4-6F175D3DCCD1}">
                <a14:hiddenFill xmlns:a14="http://schemas.microsoft.com/office/drawing/2010/main">
                  <a:solidFill>
                    <a:srgbClr val="FFFFFF"/>
                  </a:solidFill>
                </a14:hiddenFill>
              </a:ext>
            </a:extLst>
          </p:spPr>
        </p:pic>
      </p:grpSp>
      <p:sp>
        <p:nvSpPr>
          <p:cNvPr id="101" name="Text"/>
          <p:cNvSpPr txBox="1"/>
          <p:nvPr/>
        </p:nvSpPr>
        <p:spPr>
          <a:xfrm>
            <a:off x="548640" y="1188720"/>
            <a:ext cx="11155680" cy="1005840"/>
          </a:xfrm>
          <a:prstGeom prst="roundRect">
            <a:avLst>
              <a:gd name="adj" fmla="val 8000"/>
            </a:avLst>
          </a:prstGeom>
          <a:solidFill>
            <a:srgbClr val="FDF0E6"/>
          </a:solidFill>
          <a:ln>
            <a:noFill/>
          </a:ln>
        </p:spPr>
        <p:txBody>
          <a:bodyPr wrap="square" lIns="137160" tIns="137160" rIns="137160" bIns="137160" rtlCol="0" anchor="t">
            <a:normAutofit/>
          </a:bodyPr>
          <a:lstStyle/>
          <a:p>
            <a:pPr algn="l">
              <a:spcAft>
                <a:spcPts val="0"/>
              </a:spcAft>
              <a:buNone/>
            </a:pPr>
            <a:r>
              <a:rPr lang="en-US" sz="1800" b="1" i="0" dirty="0">
                <a:solidFill>
                  <a:srgbClr val="BF6019"/>
                </a:solidFill>
                <a:latin typeface="LM Roman 10"/>
                <a:cs typeface="LM Roman 10"/>
              </a:rPr>
              <a:t>Newton’s second law is a differential equation. </a:t>
            </a:r>
            <a:r>
              <a:rPr lang="en-US" sz="1800" b="0" i="0" dirty="0">
                <a:solidFill>
                  <a:srgbClr val="002060"/>
                </a:solidFill>
                <a:latin typeface="LM Roman 10"/>
                <a:cs typeface="LM Roman 10"/>
              </a:rPr>
              <a:t>In the </a:t>
            </a:r>
            <a:r>
              <a:rPr lang="en-US" sz="1800" b="0" i="1" dirty="0">
                <a:solidFill>
                  <a:srgbClr val="002060"/>
                </a:solidFill>
                <a:latin typeface="LM Roman 10"/>
                <a:cs typeface="LM Roman 10"/>
              </a:rPr>
              <a:t>Principia</a:t>
            </a:r>
            <a:r>
              <a:rPr lang="en-US" sz="1800" b="0" i="0" dirty="0">
                <a:solidFill>
                  <a:srgbClr val="002060"/>
                </a:solidFill>
                <a:latin typeface="LM Roman 10"/>
                <a:cs typeface="LM Roman 10"/>
              </a:rPr>
              <a:t> (1687) the motion of a body becomes the solution of an initial value problem: position and velocity </a:t>
            </a:r>
            <a:r>
              <a:rPr lang="en-US" sz="1800" b="0" i="1" dirty="0">
                <a:solidFill>
                  <a:srgbClr val="002060"/>
                </a:solidFill>
                <a:latin typeface="LM Roman 10"/>
                <a:cs typeface="LM Roman 10"/>
              </a:rPr>
              <a:t>now</a:t>
            </a:r>
            <a:r>
              <a:rPr lang="en-US" sz="1800" b="0" i="0" dirty="0">
                <a:solidFill>
                  <a:srgbClr val="002060"/>
                </a:solidFill>
                <a:latin typeface="LM Roman 10"/>
                <a:cs typeface="LM Roman 10"/>
              </a:rPr>
              <a:t> determine the whole future.</a:t>
            </a:r>
            <a:endParaRPr lang="en-US" sz="1800"/>
          </a:p>
        </p:txBody>
      </p:sp>
      <mc:AlternateContent xmlns:mc="http://schemas.openxmlformats.org/markup-compatibility/2006" xmlns:a14="http://schemas.microsoft.com/office/drawing/2010/main">
        <mc:Choice Requires="a14">
          <p:sp>
            <p:nvSpPr>
              <p:cNvPr id="102" name="Equation 102"/>
              <p:cNvSpPr txBox="1"/>
              <p:nvPr/>
            </p:nvSpPr>
            <p:spPr>
              <a:xfrm>
                <a:off x="3098444" y="2322576"/>
                <a:ext cx="6056071" cy="509778"/>
              </a:xfrm>
              <a:prstGeom prst="rect">
                <a:avLst/>
              </a:prstGeom>
              <a:noFill/>
            </p:spPr>
            <p:txBody>
              <a:bodyPr wrap="none" lIns="54864" tIns="54864" rIns="54864" bIns="54864" anchor="ctr">
                <a:noAutofit/>
              </a:bodyPr>
              <a:lstStyle/>
              <a:p>
                <a:pPr algn="ctr"/>
                <a14:m>
                  <m:oMathPara xmlns:m="http://schemas.openxmlformats.org/officeDocument/2006/math">
                    <m:oMathParaPr>
                      <m:jc m:val="center"/>
                    </m:oMathParaPr>
                    <m:oMath>
                      <m:r>
                        <a:rPr lang="en-US" sz="2100" b="0" i="1">
                          <a:solidFill>
                            <a:srgbClr val="002060"/>
                          </a:solidFill>
                          <a:latin typeface="Cambria Math"/>
                          <a:cs typeface="Cambria Math"/>
                        </a:rPr>
                        <m:t>𝑚</m:t>
                      </m:r>
                      <m:r>
                        <a:rPr lang="en-US" sz="2100" b="0" i="1">
                          <a:solidFill>
                            <a:srgbClr val="002060"/>
                          </a:solidFill>
                          <a:latin typeface="Cambria Math"/>
                          <a:cs typeface="Cambria Math"/>
                        </a:rPr>
                        <m:t> </m:t>
                      </m:r>
                      <m:r>
                        <a:rPr lang="en-US" sz="2100" b="0" i="1">
                          <a:solidFill>
                            <a:srgbClr val="002060"/>
                          </a:solidFill>
                          <a:latin typeface="Cambria Math"/>
                          <a:cs typeface="Cambria Math"/>
                        </a:rPr>
                        <m:t>𝑥</m:t>
                      </m:r>
                      <m:r>
                        <a:rPr lang="en-US" sz="2100" b="0" i="0">
                          <a:solidFill>
                            <a:srgbClr val="002060"/>
                          </a:solidFill>
                          <a:latin typeface="Cambria Math"/>
                          <a:cs typeface="Cambria Math"/>
                        </a:rPr>
                        <m:t>″</m:t>
                      </m:r>
                      <m:d>
                        <m:dPr>
                          <m:ctrlPr>
                            <a:rPr lang="en-US" sz="2100" b="0" i="1">
                              <a:solidFill>
                                <a:srgbClr val="002060"/>
                              </a:solidFill>
                              <a:latin typeface="Cambria Math"/>
                              <a:cs typeface="Cambria Math"/>
                            </a:rPr>
                          </m:ctrlPr>
                        </m:dPr>
                        <m:e>
                          <m:r>
                            <a:rPr lang="en-US" sz="2100" b="0" i="1">
                              <a:solidFill>
                                <a:srgbClr val="002060"/>
                              </a:solidFill>
                              <a:latin typeface="Cambria Math"/>
                              <a:cs typeface="Cambria Math"/>
                            </a:rPr>
                            <m:t>𝑡</m:t>
                          </m:r>
                        </m:e>
                      </m:d>
                      <m:r>
                        <a:rPr lang="en-US" sz="2100" b="0" i="0">
                          <a:solidFill>
                            <a:srgbClr val="002060"/>
                          </a:solidFill>
                          <a:latin typeface="Cambria Math"/>
                          <a:cs typeface="Cambria Math"/>
                        </a:rPr>
                        <m:t>=</m:t>
                      </m:r>
                      <m:r>
                        <a:rPr lang="en-US" sz="2100" b="0" i="1">
                          <a:solidFill>
                            <a:srgbClr val="002060"/>
                          </a:solidFill>
                          <a:latin typeface="Cambria Math"/>
                          <a:cs typeface="Cambria Math"/>
                        </a:rPr>
                        <m:t>𝐹</m:t>
                      </m:r>
                      <m:d>
                        <m:dPr>
                          <m:ctrlPr>
                            <a:rPr lang="en-US" sz="2100" b="0" i="1">
                              <a:solidFill>
                                <a:srgbClr val="002060"/>
                              </a:solidFill>
                              <a:latin typeface="Cambria Math"/>
                              <a:cs typeface="Cambria Math"/>
                            </a:rPr>
                          </m:ctrlPr>
                        </m:dPr>
                        <m:e>
                          <m:r>
                            <a:rPr lang="en-US" sz="2100" b="0" i="1">
                              <a:solidFill>
                                <a:srgbClr val="002060"/>
                              </a:solidFill>
                              <a:latin typeface="Cambria Math"/>
                              <a:cs typeface="Cambria Math"/>
                            </a:rPr>
                            <m:t>𝑡</m:t>
                          </m:r>
                          <m:r>
                            <a:rPr lang="en-US" sz="2100" b="0" i="0">
                              <a:solidFill>
                                <a:srgbClr val="002060"/>
                              </a:solidFill>
                              <a:latin typeface="Cambria Math"/>
                              <a:cs typeface="Cambria Math"/>
                            </a:rPr>
                            <m:t>,</m:t>
                          </m:r>
                          <m:r>
                            <a:rPr lang="en-US" sz="2100" b="0" i="1">
                              <a:solidFill>
                                <a:srgbClr val="002060"/>
                              </a:solidFill>
                              <a:latin typeface="Cambria Math"/>
                              <a:cs typeface="Cambria Math"/>
                            </a:rPr>
                            <m:t>𝑥</m:t>
                          </m:r>
                          <m:r>
                            <a:rPr lang="en-US" sz="2100" b="0" i="0">
                              <a:solidFill>
                                <a:srgbClr val="002060"/>
                              </a:solidFill>
                              <a:latin typeface="Cambria Math"/>
                              <a:cs typeface="Cambria Math"/>
                            </a:rPr>
                            <m:t>,</m:t>
                          </m:r>
                          <m:r>
                            <a:rPr lang="en-US" sz="2100" b="0" i="1">
                              <a:solidFill>
                                <a:srgbClr val="002060"/>
                              </a:solidFill>
                              <a:latin typeface="Cambria Math"/>
                              <a:cs typeface="Cambria Math"/>
                            </a:rPr>
                            <m:t>𝑥</m:t>
                          </m:r>
                          <m:r>
                            <a:rPr lang="en-US" sz="2100" b="0" i="0">
                              <a:solidFill>
                                <a:srgbClr val="002060"/>
                              </a:solidFill>
                              <a:latin typeface="Cambria Math"/>
                              <a:cs typeface="Cambria Math"/>
                            </a:rPr>
                            <m:t>′</m:t>
                          </m:r>
                        </m:e>
                      </m:d>
                      <m:r>
                        <a:rPr lang="en-US" sz="2100" b="0" i="0">
                          <a:solidFill>
                            <a:srgbClr val="002060"/>
                          </a:solidFill>
                          <a:latin typeface="Cambria Math"/>
                          <a:cs typeface="Cambria Math"/>
                        </a:rPr>
                        <m:t>,</m:t>
                      </m:r>
                      <m:r>
                        <a:rPr lang="en-US" sz="2100" b="0" i="1">
                          <a:solidFill>
                            <a:srgbClr val="002060"/>
                          </a:solidFill>
                          <a:latin typeface="Cambria Math"/>
                          <a:cs typeface="Cambria Math"/>
                        </a:rPr>
                        <m:t>  </m:t>
                      </m:r>
                      <m:r>
                        <a:rPr lang="en-US" sz="2100" b="0" i="1">
                          <a:solidFill>
                            <a:srgbClr val="002060"/>
                          </a:solidFill>
                          <a:latin typeface="Cambria Math"/>
                          <a:cs typeface="Cambria Math"/>
                        </a:rPr>
                        <m:t>𝑥</m:t>
                      </m:r>
                      <m:d>
                        <m:dPr>
                          <m:ctrlPr>
                            <a:rPr lang="en-US" sz="2100" b="0" i="1">
                              <a:solidFill>
                                <a:srgbClr val="002060"/>
                              </a:solidFill>
                              <a:latin typeface="Cambria Math"/>
                              <a:cs typeface="Cambria Math"/>
                            </a:rPr>
                          </m:ctrlPr>
                        </m:dPr>
                        <m:e>
                          <m:sSub>
                            <m:sSubPr>
                              <m:ctrlPr>
                                <a:rPr lang="en-US" sz="2100" b="0" i="1">
                                  <a:solidFill>
                                    <a:srgbClr val="002060"/>
                                  </a:solidFill>
                                  <a:latin typeface="Cambria Math"/>
                                  <a:cs typeface="Cambria Math"/>
                                </a:rPr>
                              </m:ctrlPr>
                            </m:sSubPr>
                            <m:e>
                              <m:r>
                                <a:rPr lang="en-US" sz="2100" b="0" i="1">
                                  <a:solidFill>
                                    <a:srgbClr val="002060"/>
                                  </a:solidFill>
                                  <a:latin typeface="Cambria Math"/>
                                  <a:cs typeface="Cambria Math"/>
                                </a:rPr>
                                <m:t>𝑡</m:t>
                              </m:r>
                            </m:e>
                            <m:sub>
                              <m:r>
                                <a:rPr lang="en-US" sz="2100" b="0" i="1">
                                  <a:solidFill>
                                    <a:srgbClr val="002060"/>
                                  </a:solidFill>
                                  <a:latin typeface="Cambria Math"/>
                                  <a:cs typeface="Cambria Math"/>
                                </a:rPr>
                                <m:t>0</m:t>
                              </m:r>
                            </m:sub>
                          </m:sSub>
                        </m:e>
                      </m:d>
                      <m:r>
                        <a:rPr lang="en-US" sz="2100" b="0" i="0">
                          <a:solidFill>
                            <a:srgbClr val="002060"/>
                          </a:solidFill>
                          <a:latin typeface="Cambria Math"/>
                          <a:cs typeface="Cambria Math"/>
                        </a:rPr>
                        <m:t>=</m:t>
                      </m:r>
                      <m:sSub>
                        <m:sSubPr>
                          <m:ctrlPr>
                            <a:rPr lang="en-US" sz="2100" b="0" i="1">
                              <a:solidFill>
                                <a:srgbClr val="002060"/>
                              </a:solidFill>
                              <a:latin typeface="Cambria Math"/>
                              <a:cs typeface="Cambria Math"/>
                            </a:rPr>
                          </m:ctrlPr>
                        </m:sSubPr>
                        <m:e>
                          <m:r>
                            <a:rPr lang="en-US" sz="2100" b="0" i="1">
                              <a:solidFill>
                                <a:srgbClr val="002060"/>
                              </a:solidFill>
                              <a:latin typeface="Cambria Math"/>
                              <a:cs typeface="Cambria Math"/>
                            </a:rPr>
                            <m:t>𝑥</m:t>
                          </m:r>
                        </m:e>
                        <m:sub>
                          <m:r>
                            <a:rPr lang="en-US" sz="2100" b="0" i="1">
                              <a:solidFill>
                                <a:srgbClr val="002060"/>
                              </a:solidFill>
                              <a:latin typeface="Cambria Math"/>
                              <a:cs typeface="Cambria Math"/>
                            </a:rPr>
                            <m:t>0</m:t>
                          </m:r>
                        </m:sub>
                      </m:sSub>
                      <m:r>
                        <a:rPr lang="en-US" sz="2100" b="0" i="0">
                          <a:solidFill>
                            <a:srgbClr val="002060"/>
                          </a:solidFill>
                          <a:latin typeface="Cambria Math"/>
                          <a:cs typeface="Cambria Math"/>
                        </a:rPr>
                        <m:t>,</m:t>
                      </m:r>
                      <m:r>
                        <a:rPr lang="en-US" sz="2100" b="0" i="1">
                          <a:solidFill>
                            <a:srgbClr val="002060"/>
                          </a:solidFill>
                          <a:latin typeface="Cambria Math"/>
                          <a:cs typeface="Cambria Math"/>
                        </a:rPr>
                        <m:t> </m:t>
                      </m:r>
                      <m:r>
                        <a:rPr lang="en-US" sz="2100" b="0" i="1">
                          <a:solidFill>
                            <a:srgbClr val="002060"/>
                          </a:solidFill>
                          <a:latin typeface="Cambria Math"/>
                          <a:cs typeface="Cambria Math"/>
                        </a:rPr>
                        <m:t>𝑥</m:t>
                      </m:r>
                      <m:r>
                        <a:rPr lang="en-US" sz="2100" b="0" i="0">
                          <a:solidFill>
                            <a:srgbClr val="002060"/>
                          </a:solidFill>
                          <a:latin typeface="Cambria Math"/>
                          <a:cs typeface="Cambria Math"/>
                        </a:rPr>
                        <m:t>′</m:t>
                      </m:r>
                      <m:d>
                        <m:dPr>
                          <m:ctrlPr>
                            <a:rPr lang="en-US" sz="2100" b="0" i="1">
                              <a:solidFill>
                                <a:srgbClr val="002060"/>
                              </a:solidFill>
                              <a:latin typeface="Cambria Math"/>
                              <a:cs typeface="Cambria Math"/>
                            </a:rPr>
                          </m:ctrlPr>
                        </m:dPr>
                        <m:e>
                          <m:sSub>
                            <m:sSubPr>
                              <m:ctrlPr>
                                <a:rPr lang="en-US" sz="2100" b="0" i="1">
                                  <a:solidFill>
                                    <a:srgbClr val="002060"/>
                                  </a:solidFill>
                                  <a:latin typeface="Cambria Math"/>
                                  <a:cs typeface="Cambria Math"/>
                                </a:rPr>
                              </m:ctrlPr>
                            </m:sSubPr>
                            <m:e>
                              <m:r>
                                <a:rPr lang="en-US" sz="2100" b="0" i="1">
                                  <a:solidFill>
                                    <a:srgbClr val="002060"/>
                                  </a:solidFill>
                                  <a:latin typeface="Cambria Math"/>
                                  <a:cs typeface="Cambria Math"/>
                                </a:rPr>
                                <m:t>𝑡</m:t>
                              </m:r>
                            </m:e>
                            <m:sub>
                              <m:r>
                                <a:rPr lang="en-US" sz="2100" b="0" i="1">
                                  <a:solidFill>
                                    <a:srgbClr val="002060"/>
                                  </a:solidFill>
                                  <a:latin typeface="Cambria Math"/>
                                  <a:cs typeface="Cambria Math"/>
                                </a:rPr>
                                <m:t>0</m:t>
                              </m:r>
                            </m:sub>
                          </m:sSub>
                        </m:e>
                      </m:d>
                      <m:r>
                        <a:rPr lang="en-US" sz="2100" b="0" i="0">
                          <a:solidFill>
                            <a:srgbClr val="002060"/>
                          </a:solidFill>
                          <a:latin typeface="Cambria Math"/>
                          <a:cs typeface="Cambria Math"/>
                        </a:rPr>
                        <m:t>=</m:t>
                      </m:r>
                      <m:sSub>
                        <m:sSubPr>
                          <m:ctrlPr>
                            <a:rPr lang="en-US" sz="2100" b="0" i="1">
                              <a:solidFill>
                                <a:srgbClr val="002060"/>
                              </a:solidFill>
                              <a:latin typeface="Cambria Math"/>
                              <a:cs typeface="Cambria Math"/>
                            </a:rPr>
                          </m:ctrlPr>
                        </m:sSubPr>
                        <m:e>
                          <m:r>
                            <a:rPr lang="en-US" sz="2100" b="0" i="1">
                              <a:solidFill>
                                <a:srgbClr val="002060"/>
                              </a:solidFill>
                              <a:latin typeface="Cambria Math"/>
                              <a:cs typeface="Cambria Math"/>
                            </a:rPr>
                            <m:t>𝑣</m:t>
                          </m:r>
                        </m:e>
                        <m:sub>
                          <m:r>
                            <a:rPr lang="en-US" sz="2100" b="0" i="1">
                              <a:solidFill>
                                <a:srgbClr val="002060"/>
                              </a:solidFill>
                              <a:latin typeface="Cambria Math"/>
                              <a:cs typeface="Cambria Math"/>
                            </a:rPr>
                            <m:t>0</m:t>
                          </m:r>
                        </m:sub>
                      </m:sSub>
                    </m:oMath>
                  </m:oMathPara>
                </a14:m>
                <a:endParaRPr lang="en-US" sz="2100"/>
              </a:p>
            </p:txBody>
          </p:sp>
        </mc:Choice>
        <mc:Fallback xmlns="">
          <p:pic>
            <p:nvPicPr>
              <p:cNvPr id="102" name="Equation 102" descr="m\,x''(t)=F\big(t,x,x'\big),\qquad x(t_0)=x_0,\quad x'(t_0)=v_0"/>
              <p:cNvPicPr>
                <a:picLocks noChangeAspect="1"/>
              </p:cNvPicPr>
              <p:nvPr/>
            </p:nvPicPr>
            <p:blipFill>
              <a:blip r:embed="rId4"/>
              <a:stretch>
                <a:fillRect/>
              </a:stretch>
            </p:blipFill>
            <p:spPr>
              <a:xfrm>
                <a:off x="3153308" y="2377440"/>
                <a:ext cx="5946343" cy="400050"/>
              </a:xfrm>
              <a:prstGeom prst="rect">
                <a:avLst/>
              </a:prstGeom>
            </p:spPr>
          </p:pic>
        </mc:Fallback>
      </mc:AlternateContent>
      <p:cxnSp>
        <p:nvCxnSpPr>
          <p:cNvPr id="103" name="Line"/>
          <p:cNvCxnSpPr/>
          <p:nvPr/>
        </p:nvCxnSpPr>
        <p:spPr>
          <a:xfrm>
            <a:off x="548640" y="3657600"/>
            <a:ext cx="11146536" cy="0"/>
          </a:xfrm>
          <a:prstGeom prst="line">
            <a:avLst/>
          </a:prstGeom>
          <a:ln w="31750">
            <a:solidFill>
              <a:srgbClr val="002060"/>
            </a:solidFill>
          </a:ln>
        </p:spPr>
      </p:cxnSp>
      <p:sp>
        <p:nvSpPr>
          <p:cNvPr id="104" name="Number "/>
          <p:cNvSpPr/>
          <p:nvPr/>
        </p:nvSpPr>
        <p:spPr>
          <a:xfrm>
            <a:off x="1289304" y="3465576"/>
            <a:ext cx="384048" cy="384048"/>
          </a:xfrm>
          <a:prstGeom prst="ellipse">
            <a:avLst/>
          </a:prstGeom>
          <a:solidFill>
            <a:srgbClr val="002060"/>
          </a:solidFill>
          <a:ln>
            <a:noFill/>
          </a:ln>
        </p:spPr>
        <p:txBody>
          <a:bodyPr lIns="0" tIns="0" rIns="0" bIns="0" anchor="ctr"/>
          <a:lstStyle/>
          <a:p>
            <a:pPr algn="ctr">
              <a:spcAft>
                <a:spcPts val="0"/>
              </a:spcAft>
              <a:buNone/>
            </a:pPr>
            <a:endParaRPr lang="en-US" sz="2000"/>
          </a:p>
        </p:txBody>
      </p:sp>
      <p:sp>
        <p:nvSpPr>
          <p:cNvPr id="105" name="Text"/>
          <p:cNvSpPr txBox="1"/>
          <p:nvPr/>
        </p:nvSpPr>
        <p:spPr>
          <a:xfrm>
            <a:off x="576072" y="3017520"/>
            <a:ext cx="1810512" cy="411480"/>
          </a:xfrm>
          <a:prstGeom prst="rect">
            <a:avLst/>
          </a:prstGeom>
          <a:noFill/>
          <a:ln>
            <a:noFill/>
          </a:ln>
        </p:spPr>
        <p:txBody>
          <a:bodyPr wrap="square" lIns="73152" tIns="73152" rIns="73152" bIns="73152" rtlCol="0" anchor="t">
            <a:normAutofit/>
          </a:bodyPr>
          <a:lstStyle/>
          <a:p>
            <a:pPr algn="ctr">
              <a:spcAft>
                <a:spcPts val="0"/>
              </a:spcAft>
              <a:buNone/>
            </a:pPr>
            <a:r>
              <a:rPr lang="en-US" sz="1600" b="1" i="0" dirty="0">
                <a:solidFill>
                  <a:srgbClr val="BF6019"/>
                </a:solidFill>
                <a:latin typeface="LM Roman 10"/>
                <a:cs typeface="LM Roman 10"/>
              </a:rPr>
              <a:t>1671 · 1687</a:t>
            </a:r>
            <a:endParaRPr lang="en-US" sz="1600"/>
          </a:p>
        </p:txBody>
      </p:sp>
      <p:sp>
        <p:nvSpPr>
          <p:cNvPr id="106" name="Text"/>
          <p:cNvSpPr txBox="1"/>
          <p:nvPr/>
        </p:nvSpPr>
        <p:spPr>
          <a:xfrm>
            <a:off x="576072" y="3977640"/>
            <a:ext cx="1810512" cy="2194560"/>
          </a:xfrm>
          <a:prstGeom prst="rect">
            <a:avLst/>
          </a:prstGeom>
          <a:noFill/>
          <a:ln>
            <a:noFill/>
          </a:ln>
        </p:spPr>
        <p:txBody>
          <a:bodyPr wrap="square" lIns="73152" tIns="73152" rIns="73152" bIns="73152" rtlCol="0" anchor="t">
            <a:normAutofit/>
          </a:bodyPr>
          <a:lstStyle/>
          <a:p>
            <a:pPr algn="ctr">
              <a:spcAft>
                <a:spcPts val="400"/>
              </a:spcAft>
              <a:buNone/>
            </a:pPr>
            <a:r>
              <a:rPr lang="en-US" sz="1600" b="1" i="0" dirty="0">
                <a:solidFill>
                  <a:srgbClr val="002060"/>
                </a:solidFill>
                <a:latin typeface="LM Roman 10"/>
                <a:cs typeface="LM Roman 10"/>
              </a:rPr>
              <a:t>Newton</a:t>
            </a:r>
            <a:endParaRPr lang="en-US" sz="1600"/>
          </a:p>
          <a:p>
            <a:pPr algn="ctr">
              <a:spcAft>
                <a:spcPts val="0"/>
              </a:spcAft>
              <a:buNone/>
            </a:pPr>
            <a:r>
              <a:rPr lang="en-US" sz="1500" b="0" i="0" dirty="0">
                <a:solidFill>
                  <a:srgbClr val="002060"/>
                </a:solidFill>
                <a:latin typeface="LM Roman 10"/>
                <a:cs typeface="LM Roman 10"/>
              </a:rPr>
              <a:t>fluxions; laws of motion; Kepler’s orbits derived</a:t>
            </a:r>
            <a:endParaRPr lang="en-US" sz="1500"/>
          </a:p>
        </p:txBody>
      </p:sp>
      <p:sp>
        <p:nvSpPr>
          <p:cNvPr id="107" name="Number "/>
          <p:cNvSpPr/>
          <p:nvPr/>
        </p:nvSpPr>
        <p:spPr>
          <a:xfrm>
            <a:off x="3209544" y="3520440"/>
            <a:ext cx="274320" cy="274320"/>
          </a:xfrm>
          <a:prstGeom prst="ellipse">
            <a:avLst/>
          </a:prstGeom>
          <a:solidFill>
            <a:srgbClr val="BF6019"/>
          </a:solidFill>
          <a:ln>
            <a:noFill/>
          </a:ln>
        </p:spPr>
        <p:txBody>
          <a:bodyPr lIns="0" tIns="0" rIns="0" bIns="0" anchor="ctr"/>
          <a:lstStyle/>
          <a:p>
            <a:pPr algn="ctr">
              <a:spcAft>
                <a:spcPts val="0"/>
              </a:spcAft>
              <a:buNone/>
            </a:pPr>
            <a:endParaRPr lang="en-US" sz="2000"/>
          </a:p>
        </p:txBody>
      </p:sp>
      <p:sp>
        <p:nvSpPr>
          <p:cNvPr id="108" name="Text"/>
          <p:cNvSpPr txBox="1"/>
          <p:nvPr/>
        </p:nvSpPr>
        <p:spPr>
          <a:xfrm>
            <a:off x="2441448" y="3017520"/>
            <a:ext cx="1810512" cy="411480"/>
          </a:xfrm>
          <a:prstGeom prst="rect">
            <a:avLst/>
          </a:prstGeom>
          <a:noFill/>
          <a:ln>
            <a:noFill/>
          </a:ln>
        </p:spPr>
        <p:txBody>
          <a:bodyPr wrap="square" lIns="73152" tIns="73152" rIns="73152" bIns="73152" rtlCol="0" anchor="t">
            <a:normAutofit/>
          </a:bodyPr>
          <a:lstStyle/>
          <a:p>
            <a:pPr algn="ctr">
              <a:spcAft>
                <a:spcPts val="0"/>
              </a:spcAft>
              <a:buNone/>
            </a:pPr>
            <a:r>
              <a:rPr lang="en-US" sz="1600" b="1" i="0" dirty="0">
                <a:solidFill>
                  <a:srgbClr val="BF6019"/>
                </a:solidFill>
                <a:latin typeface="LM Roman 10"/>
                <a:cs typeface="LM Roman 10"/>
              </a:rPr>
              <a:t>1684 · 1695</a:t>
            </a:r>
            <a:endParaRPr lang="en-US" sz="1600"/>
          </a:p>
        </p:txBody>
      </p:sp>
      <p:sp>
        <p:nvSpPr>
          <p:cNvPr id="109" name="Text"/>
          <p:cNvSpPr txBox="1"/>
          <p:nvPr/>
        </p:nvSpPr>
        <p:spPr>
          <a:xfrm>
            <a:off x="2441448" y="3977640"/>
            <a:ext cx="1810512" cy="2194560"/>
          </a:xfrm>
          <a:prstGeom prst="rect">
            <a:avLst/>
          </a:prstGeom>
          <a:noFill/>
          <a:ln>
            <a:noFill/>
          </a:ln>
        </p:spPr>
        <p:txBody>
          <a:bodyPr wrap="square" lIns="73152" tIns="73152" rIns="73152" bIns="73152" rtlCol="0" anchor="t">
            <a:normAutofit/>
          </a:bodyPr>
          <a:lstStyle/>
          <a:p>
            <a:pPr algn="ctr">
              <a:spcAft>
                <a:spcPts val="400"/>
              </a:spcAft>
              <a:buNone/>
            </a:pPr>
            <a:r>
              <a:rPr lang="en-US" sz="1600" b="1" i="0" dirty="0">
                <a:solidFill>
                  <a:srgbClr val="002060"/>
                </a:solidFill>
                <a:latin typeface="LM Roman 10"/>
                <a:cs typeface="LM Roman 10"/>
              </a:rPr>
              <a:t>Leibniz, the Bernoullis</a:t>
            </a:r>
            <a:endParaRPr lang="en-US" sz="1600"/>
          </a:p>
          <a:p>
            <a:pPr algn="ctr">
              <a:spcAft>
                <a:spcPts val="0"/>
              </a:spcAft>
              <a:buNone/>
            </a:pPr>
            <a:r>
              <a:rPr lang="en-US" sz="1500" b="0" i="0" dirty="0">
                <a:solidFill>
                  <a:srgbClr val="002060"/>
                </a:solidFill>
                <a:latin typeface="LM Roman 10"/>
                <a:cs typeface="LM Roman 10"/>
              </a:rPr>
              <a:t>dy/dx; separation of variables; Bernoulli’s equation</a:t>
            </a:r>
            <a:endParaRPr lang="en-US" sz="1500"/>
          </a:p>
        </p:txBody>
      </p:sp>
      <p:sp>
        <p:nvSpPr>
          <p:cNvPr id="110" name="Number "/>
          <p:cNvSpPr/>
          <p:nvPr/>
        </p:nvSpPr>
        <p:spPr>
          <a:xfrm>
            <a:off x="5074920" y="3520440"/>
            <a:ext cx="274320" cy="274320"/>
          </a:xfrm>
          <a:prstGeom prst="ellipse">
            <a:avLst/>
          </a:prstGeom>
          <a:solidFill>
            <a:srgbClr val="BF6019"/>
          </a:solidFill>
          <a:ln>
            <a:noFill/>
          </a:ln>
        </p:spPr>
        <p:txBody>
          <a:bodyPr lIns="0" tIns="0" rIns="0" bIns="0" anchor="ctr"/>
          <a:lstStyle/>
          <a:p>
            <a:pPr algn="ctr">
              <a:spcAft>
                <a:spcPts val="0"/>
              </a:spcAft>
              <a:buNone/>
            </a:pPr>
            <a:endParaRPr lang="en-US" sz="2000"/>
          </a:p>
        </p:txBody>
      </p:sp>
      <p:sp>
        <p:nvSpPr>
          <p:cNvPr id="111" name="Text"/>
          <p:cNvSpPr txBox="1"/>
          <p:nvPr/>
        </p:nvSpPr>
        <p:spPr>
          <a:xfrm>
            <a:off x="4306824" y="3017520"/>
            <a:ext cx="1810512" cy="411480"/>
          </a:xfrm>
          <a:prstGeom prst="rect">
            <a:avLst/>
          </a:prstGeom>
          <a:noFill/>
          <a:ln>
            <a:noFill/>
          </a:ln>
        </p:spPr>
        <p:txBody>
          <a:bodyPr wrap="square" lIns="73152" tIns="73152" rIns="73152" bIns="73152" rtlCol="0" anchor="t">
            <a:normAutofit/>
          </a:bodyPr>
          <a:lstStyle/>
          <a:p>
            <a:pPr algn="ctr">
              <a:spcAft>
                <a:spcPts val="0"/>
              </a:spcAft>
              <a:buNone/>
            </a:pPr>
            <a:r>
              <a:rPr lang="en-US" sz="1600" b="1" i="0" dirty="0">
                <a:solidFill>
                  <a:srgbClr val="BF6019"/>
                </a:solidFill>
                <a:latin typeface="LM Roman 10"/>
                <a:cs typeface="LM Roman 10"/>
              </a:rPr>
              <a:t>1743 · 1768</a:t>
            </a:r>
            <a:endParaRPr lang="en-US" sz="1600"/>
          </a:p>
        </p:txBody>
      </p:sp>
      <p:sp>
        <p:nvSpPr>
          <p:cNvPr id="112" name="Text"/>
          <p:cNvSpPr txBox="1"/>
          <p:nvPr/>
        </p:nvSpPr>
        <p:spPr>
          <a:xfrm>
            <a:off x="4306824" y="3977640"/>
            <a:ext cx="1810512" cy="2194560"/>
          </a:xfrm>
          <a:prstGeom prst="rect">
            <a:avLst/>
          </a:prstGeom>
          <a:noFill/>
          <a:ln>
            <a:noFill/>
          </a:ln>
        </p:spPr>
        <p:txBody>
          <a:bodyPr wrap="square" lIns="73152" tIns="73152" rIns="73152" bIns="73152" rtlCol="0" anchor="t">
            <a:normAutofit/>
          </a:bodyPr>
          <a:lstStyle/>
          <a:p>
            <a:pPr algn="ctr">
              <a:spcAft>
                <a:spcPts val="400"/>
              </a:spcAft>
              <a:buNone/>
            </a:pPr>
            <a:r>
              <a:rPr lang="en-US" sz="1600" b="1" i="0" dirty="0">
                <a:solidFill>
                  <a:srgbClr val="002060"/>
                </a:solidFill>
                <a:latin typeface="LM Roman 10"/>
                <a:cs typeface="LM Roman 10"/>
              </a:rPr>
              <a:t>Euler</a:t>
            </a:r>
            <a:endParaRPr lang="en-US" sz="1600"/>
          </a:p>
          <a:p>
            <a:pPr algn="ctr">
              <a:spcAft>
                <a:spcPts val="0"/>
              </a:spcAft>
              <a:buNone/>
            </a:pPr>
            <a:r>
              <a:rPr lang="en-US" sz="1500" b="0" i="0" dirty="0">
                <a:solidFill>
                  <a:srgbClr val="002060"/>
                </a:solidFill>
                <a:latin typeface="LM Roman 10"/>
                <a:cs typeface="LM Roman 10"/>
              </a:rPr>
              <a:t>e</a:t>
            </a:r>
            <a:r>
              <a:rPr lang="en-US" sz="1500" b="0" i="0" baseline="30000" dirty="0">
                <a:solidFill>
                  <a:srgbClr val="002060"/>
                </a:solidFill>
                <a:latin typeface="LM Roman 10"/>
                <a:cs typeface="LM Roman 10"/>
              </a:rPr>
              <a:t>rt</a:t>
            </a:r>
            <a:r>
              <a:rPr lang="en-US" sz="1500" b="0" i="0" dirty="0">
                <a:solidFill>
                  <a:srgbClr val="002060"/>
                </a:solidFill>
                <a:latin typeface="LM Roman 10"/>
                <a:cs typeface="LM Roman 10"/>
              </a:rPr>
              <a:t> and the characteristic equation; Euler’s method</a:t>
            </a:r>
            <a:endParaRPr lang="en-US" sz="1500"/>
          </a:p>
        </p:txBody>
      </p:sp>
      <p:sp>
        <p:nvSpPr>
          <p:cNvPr id="113" name="Number "/>
          <p:cNvSpPr/>
          <p:nvPr/>
        </p:nvSpPr>
        <p:spPr>
          <a:xfrm>
            <a:off x="6940296" y="3520440"/>
            <a:ext cx="274320" cy="274320"/>
          </a:xfrm>
          <a:prstGeom prst="ellipse">
            <a:avLst/>
          </a:prstGeom>
          <a:solidFill>
            <a:srgbClr val="BF6019"/>
          </a:solidFill>
          <a:ln>
            <a:noFill/>
          </a:ln>
        </p:spPr>
        <p:txBody>
          <a:bodyPr lIns="0" tIns="0" rIns="0" bIns="0" anchor="ctr"/>
          <a:lstStyle/>
          <a:p>
            <a:pPr algn="ctr">
              <a:spcAft>
                <a:spcPts val="0"/>
              </a:spcAft>
              <a:buNone/>
            </a:pPr>
            <a:endParaRPr lang="en-US" sz="2000"/>
          </a:p>
        </p:txBody>
      </p:sp>
      <p:sp>
        <p:nvSpPr>
          <p:cNvPr id="114" name="Text"/>
          <p:cNvSpPr txBox="1"/>
          <p:nvPr/>
        </p:nvSpPr>
        <p:spPr>
          <a:xfrm>
            <a:off x="6172200" y="3017520"/>
            <a:ext cx="1810512" cy="411480"/>
          </a:xfrm>
          <a:prstGeom prst="rect">
            <a:avLst/>
          </a:prstGeom>
          <a:noFill/>
          <a:ln>
            <a:noFill/>
          </a:ln>
        </p:spPr>
        <p:txBody>
          <a:bodyPr wrap="square" lIns="73152" tIns="73152" rIns="73152" bIns="73152" rtlCol="0" anchor="t">
            <a:normAutofit/>
          </a:bodyPr>
          <a:lstStyle/>
          <a:p>
            <a:pPr algn="ctr">
              <a:spcAft>
                <a:spcPts val="0"/>
              </a:spcAft>
              <a:buNone/>
            </a:pPr>
            <a:r>
              <a:rPr lang="en-US" sz="1600" b="1" i="0" dirty="0">
                <a:solidFill>
                  <a:srgbClr val="BF6019"/>
                </a:solidFill>
                <a:latin typeface="LM Roman 10"/>
                <a:cs typeface="LM Roman 10"/>
              </a:rPr>
              <a:t>1820s – 1890</a:t>
            </a:r>
            <a:endParaRPr lang="en-US" sz="1600"/>
          </a:p>
        </p:txBody>
      </p:sp>
      <p:sp>
        <p:nvSpPr>
          <p:cNvPr id="115" name="Text"/>
          <p:cNvSpPr txBox="1"/>
          <p:nvPr/>
        </p:nvSpPr>
        <p:spPr>
          <a:xfrm>
            <a:off x="6172200" y="3977640"/>
            <a:ext cx="1810512" cy="2194560"/>
          </a:xfrm>
          <a:prstGeom prst="rect">
            <a:avLst/>
          </a:prstGeom>
          <a:noFill/>
          <a:ln>
            <a:noFill/>
          </a:ln>
        </p:spPr>
        <p:txBody>
          <a:bodyPr wrap="square" lIns="73152" tIns="73152" rIns="73152" bIns="73152" rtlCol="0" anchor="t">
            <a:normAutofit/>
          </a:bodyPr>
          <a:lstStyle/>
          <a:p>
            <a:pPr algn="ctr">
              <a:spcAft>
                <a:spcPts val="400"/>
              </a:spcAft>
              <a:buNone/>
            </a:pPr>
            <a:r>
              <a:rPr lang="en-US" sz="1600" b="1" i="0" dirty="0">
                <a:solidFill>
                  <a:srgbClr val="002060"/>
                </a:solidFill>
                <a:latin typeface="LM Roman 10"/>
                <a:cs typeface="LM Roman 10"/>
              </a:rPr>
              <a:t>Cauchy, Lipschitz, Picard</a:t>
            </a:r>
            <a:endParaRPr lang="en-US" sz="1600"/>
          </a:p>
          <a:p>
            <a:pPr algn="ctr">
              <a:spcAft>
                <a:spcPts val="0"/>
              </a:spcAft>
              <a:buNone/>
            </a:pPr>
            <a:r>
              <a:rPr lang="en-US" sz="1500" b="0" i="0" dirty="0">
                <a:solidFill>
                  <a:srgbClr val="002060"/>
                </a:solidFill>
                <a:latin typeface="LM Roman 10"/>
                <a:cs typeface="LM Roman 10"/>
              </a:rPr>
              <a:t>existence and uniqueness theorems</a:t>
            </a:r>
            <a:endParaRPr lang="en-US" sz="1500"/>
          </a:p>
        </p:txBody>
      </p:sp>
      <p:sp>
        <p:nvSpPr>
          <p:cNvPr id="116" name="Number "/>
          <p:cNvSpPr/>
          <p:nvPr/>
        </p:nvSpPr>
        <p:spPr>
          <a:xfrm>
            <a:off x="8805672" y="3520440"/>
            <a:ext cx="274320" cy="274320"/>
          </a:xfrm>
          <a:prstGeom prst="ellipse">
            <a:avLst/>
          </a:prstGeom>
          <a:solidFill>
            <a:srgbClr val="BF6019"/>
          </a:solidFill>
          <a:ln>
            <a:noFill/>
          </a:ln>
        </p:spPr>
        <p:txBody>
          <a:bodyPr lIns="0" tIns="0" rIns="0" bIns="0" anchor="ctr"/>
          <a:lstStyle/>
          <a:p>
            <a:pPr algn="ctr">
              <a:spcAft>
                <a:spcPts val="0"/>
              </a:spcAft>
              <a:buNone/>
            </a:pPr>
            <a:endParaRPr lang="en-US" sz="2000"/>
          </a:p>
        </p:txBody>
      </p:sp>
      <p:sp>
        <p:nvSpPr>
          <p:cNvPr id="117" name="Text"/>
          <p:cNvSpPr txBox="1"/>
          <p:nvPr/>
        </p:nvSpPr>
        <p:spPr>
          <a:xfrm>
            <a:off x="8037576" y="3017520"/>
            <a:ext cx="1810512" cy="411480"/>
          </a:xfrm>
          <a:prstGeom prst="rect">
            <a:avLst/>
          </a:prstGeom>
          <a:noFill/>
          <a:ln>
            <a:noFill/>
          </a:ln>
        </p:spPr>
        <p:txBody>
          <a:bodyPr wrap="square" lIns="73152" tIns="73152" rIns="73152" bIns="73152" rtlCol="0" anchor="t">
            <a:normAutofit/>
          </a:bodyPr>
          <a:lstStyle/>
          <a:p>
            <a:pPr algn="ctr">
              <a:spcAft>
                <a:spcPts val="0"/>
              </a:spcAft>
              <a:buNone/>
            </a:pPr>
            <a:r>
              <a:rPr lang="en-US" sz="1600" b="1" i="0" dirty="0">
                <a:solidFill>
                  <a:srgbClr val="BF6019"/>
                </a:solidFill>
                <a:latin typeface="LM Roman 10"/>
                <a:cs typeface="LM Roman 10"/>
              </a:rPr>
              <a:t>1881 – 1892</a:t>
            </a:r>
            <a:endParaRPr lang="en-US" sz="1600"/>
          </a:p>
        </p:txBody>
      </p:sp>
      <p:sp>
        <p:nvSpPr>
          <p:cNvPr id="118" name="Text"/>
          <p:cNvSpPr txBox="1"/>
          <p:nvPr/>
        </p:nvSpPr>
        <p:spPr>
          <a:xfrm>
            <a:off x="8037576" y="3977640"/>
            <a:ext cx="1810512" cy="2194560"/>
          </a:xfrm>
          <a:prstGeom prst="rect">
            <a:avLst/>
          </a:prstGeom>
          <a:noFill/>
          <a:ln>
            <a:noFill/>
          </a:ln>
        </p:spPr>
        <p:txBody>
          <a:bodyPr wrap="square" lIns="73152" tIns="73152" rIns="73152" bIns="73152" rtlCol="0" anchor="t">
            <a:normAutofit/>
          </a:bodyPr>
          <a:lstStyle/>
          <a:p>
            <a:pPr algn="ctr">
              <a:spcAft>
                <a:spcPts val="400"/>
              </a:spcAft>
              <a:buNone/>
            </a:pPr>
            <a:r>
              <a:rPr lang="en-US" sz="1600" b="1" i="0" dirty="0">
                <a:solidFill>
                  <a:srgbClr val="002060"/>
                </a:solidFill>
                <a:latin typeface="LM Roman 10"/>
                <a:cs typeface="LM Roman 10"/>
              </a:rPr>
              <a:t>Poincaré, Lyapunov</a:t>
            </a:r>
            <a:endParaRPr lang="en-US" sz="1600"/>
          </a:p>
          <a:p>
            <a:pPr algn="ctr">
              <a:spcAft>
                <a:spcPts val="0"/>
              </a:spcAft>
              <a:buNone/>
            </a:pPr>
            <a:r>
              <a:rPr lang="en-US" sz="1500" b="0" i="0" dirty="0">
                <a:solidFill>
                  <a:srgbClr val="002060"/>
                </a:solidFill>
                <a:latin typeface="LM Roman 10"/>
                <a:cs typeface="LM Roman 10"/>
              </a:rPr>
              <a:t>qualitative theory: phase plane, stability</a:t>
            </a:r>
            <a:endParaRPr lang="en-US" sz="1500"/>
          </a:p>
        </p:txBody>
      </p:sp>
      <p:sp>
        <p:nvSpPr>
          <p:cNvPr id="119" name="Number "/>
          <p:cNvSpPr/>
          <p:nvPr/>
        </p:nvSpPr>
        <p:spPr>
          <a:xfrm>
            <a:off x="10671048" y="3520440"/>
            <a:ext cx="274320" cy="274320"/>
          </a:xfrm>
          <a:prstGeom prst="ellipse">
            <a:avLst/>
          </a:prstGeom>
          <a:solidFill>
            <a:srgbClr val="BF6019"/>
          </a:solidFill>
          <a:ln>
            <a:noFill/>
          </a:ln>
        </p:spPr>
        <p:txBody>
          <a:bodyPr lIns="0" tIns="0" rIns="0" bIns="0" anchor="ctr"/>
          <a:lstStyle/>
          <a:p>
            <a:pPr algn="ctr">
              <a:spcAft>
                <a:spcPts val="0"/>
              </a:spcAft>
              <a:buNone/>
            </a:pPr>
            <a:endParaRPr lang="en-US" sz="2000"/>
          </a:p>
        </p:txBody>
      </p:sp>
      <p:sp>
        <p:nvSpPr>
          <p:cNvPr id="120" name="Text"/>
          <p:cNvSpPr txBox="1"/>
          <p:nvPr/>
        </p:nvSpPr>
        <p:spPr>
          <a:xfrm>
            <a:off x="9902952" y="3017520"/>
            <a:ext cx="1810512" cy="411480"/>
          </a:xfrm>
          <a:prstGeom prst="rect">
            <a:avLst/>
          </a:prstGeom>
          <a:noFill/>
          <a:ln>
            <a:noFill/>
          </a:ln>
        </p:spPr>
        <p:txBody>
          <a:bodyPr wrap="square" lIns="73152" tIns="73152" rIns="73152" bIns="73152" rtlCol="0" anchor="t">
            <a:normAutofit/>
          </a:bodyPr>
          <a:lstStyle/>
          <a:p>
            <a:pPr algn="ctr">
              <a:spcAft>
                <a:spcPts val="0"/>
              </a:spcAft>
              <a:buNone/>
            </a:pPr>
            <a:r>
              <a:rPr lang="en-US" sz="1600" b="1" i="0" dirty="0">
                <a:solidFill>
                  <a:srgbClr val="BF6019"/>
                </a:solidFill>
                <a:latin typeface="LM Roman 10"/>
                <a:cs typeface="LM Roman 10"/>
              </a:rPr>
              <a:t>1895 – today</a:t>
            </a:r>
            <a:endParaRPr lang="en-US" sz="1600"/>
          </a:p>
        </p:txBody>
      </p:sp>
      <p:sp>
        <p:nvSpPr>
          <p:cNvPr id="121" name="Text"/>
          <p:cNvSpPr txBox="1"/>
          <p:nvPr/>
        </p:nvSpPr>
        <p:spPr>
          <a:xfrm>
            <a:off x="9902952" y="3977640"/>
            <a:ext cx="1810512" cy="2194560"/>
          </a:xfrm>
          <a:prstGeom prst="rect">
            <a:avLst/>
          </a:prstGeom>
          <a:noFill/>
          <a:ln>
            <a:noFill/>
          </a:ln>
        </p:spPr>
        <p:txBody>
          <a:bodyPr wrap="square" lIns="73152" tIns="73152" rIns="73152" bIns="73152" rtlCol="0" anchor="t">
            <a:normAutofit/>
          </a:bodyPr>
          <a:lstStyle/>
          <a:p>
            <a:pPr algn="ctr">
              <a:spcAft>
                <a:spcPts val="400"/>
              </a:spcAft>
              <a:buNone/>
            </a:pPr>
            <a:r>
              <a:rPr lang="en-US" sz="1600" b="1" i="0" dirty="0">
                <a:solidFill>
                  <a:srgbClr val="002060"/>
                </a:solidFill>
                <a:latin typeface="LM Roman 10"/>
                <a:cs typeface="LM Roman 10"/>
              </a:rPr>
              <a:t>Runge, Kutta, computers</a:t>
            </a:r>
            <a:endParaRPr lang="en-US" sz="1600"/>
          </a:p>
          <a:p>
            <a:pPr algn="ctr">
              <a:spcAft>
                <a:spcPts val="0"/>
              </a:spcAft>
              <a:buNone/>
            </a:pPr>
            <a:r>
              <a:rPr lang="en-US" sz="1500" b="0" i="0" dirty="0">
                <a:solidFill>
                  <a:srgbClr val="002060"/>
                </a:solidFill>
                <a:latin typeface="LM Roman 10"/>
                <a:cs typeface="LM Roman 10"/>
              </a:rPr>
              <a:t>numerical solution, chaos, modern dynamics</a:t>
            </a:r>
            <a:endParaRPr lang="en-US" sz="1500"/>
          </a:p>
        </p:txBody>
      </p:sp>
    </p:spTree>
    <p:extLst>
      <p:ext uri="{BB962C8B-B14F-4D97-AF65-F5344CB8AC3E}">
        <p14:creationId xmlns:p14="http://schemas.microsoft.com/office/powerpoint/2010/main" val="2916294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B7FC9-7303-2DDF-22D9-A375F9FCBA42}"/>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2C760A3E-FF45-F647-68B2-6F941F0FE03D}"/>
              </a:ext>
            </a:extLst>
          </p:cNvPr>
          <p:cNvSpPr/>
          <p:nvPr/>
        </p:nvSpPr>
        <p:spPr>
          <a:xfrm>
            <a:off x="0" y="6309106"/>
            <a:ext cx="12192000" cy="549124"/>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piè di pagina 1">
            <a:extLst>
              <a:ext uri="{FF2B5EF4-FFF2-40B4-BE49-F238E27FC236}">
                <a16:creationId xmlns:a16="http://schemas.microsoft.com/office/drawing/2014/main" id="{D93F69B5-A372-36E1-C0D1-892D9A6B88D5}"/>
              </a:ext>
            </a:extLst>
          </p:cNvPr>
          <p:cNvSpPr>
            <a:spLocks noGrp="1"/>
          </p:cNvSpPr>
          <p:nvPr>
            <p:ph type="ftr" sz="quarter" idx="11"/>
          </p:nvPr>
        </p:nvSpPr>
        <p:spPr>
          <a:xfrm>
            <a:off x="4038600" y="6448272"/>
            <a:ext cx="4114800" cy="365125"/>
          </a:xfrm>
        </p:spPr>
        <p:txBody>
          <a:bodyPr/>
          <a:lstStyle/>
          <a:p>
            <a:r>
              <a:rPr lang="en-US" sz="1600" dirty="0">
                <a:solidFill>
                  <a:srgbClr val="002060"/>
                </a:solidFill>
              </a:rPr>
              <a:t>MATH 331: Differential Equations</a:t>
            </a:r>
          </a:p>
        </p:txBody>
      </p:sp>
      <p:sp>
        <p:nvSpPr>
          <p:cNvPr id="6" name="CasellaDiTesto 5">
            <a:extLst>
              <a:ext uri="{FF2B5EF4-FFF2-40B4-BE49-F238E27FC236}">
                <a16:creationId xmlns:a16="http://schemas.microsoft.com/office/drawing/2014/main" id="{8495B6C3-1F7A-7299-D7B8-F42087CCE23B}"/>
              </a:ext>
            </a:extLst>
          </p:cNvPr>
          <p:cNvSpPr txBox="1"/>
          <p:nvPr/>
        </p:nvSpPr>
        <p:spPr>
          <a:xfrm>
            <a:off x="981880" y="330553"/>
            <a:ext cx="10424160" cy="707886"/>
          </a:xfrm>
          <a:prstGeom prst="rect">
            <a:avLst/>
          </a:prstGeom>
          <a:noFill/>
        </p:spPr>
        <p:txBody>
          <a:bodyPr wrap="square" rtlCol="0" anchor="ctr" anchorCtr="0">
            <a:spAutoFit/>
          </a:bodyPr>
          <a:lstStyle/>
          <a:p>
            <a:r>
              <a:rPr lang="en-US" sz="4000" b="1" dirty="0">
                <a:solidFill>
                  <a:srgbClr val="002060"/>
                </a:solidFill>
                <a:latin typeface="LM Roman 10" panose="00000500000000000000" pitchFamily="2" charset="0"/>
              </a:rPr>
              <a:t>What is a differential equation?</a:t>
            </a:r>
            <a:endParaRPr lang="it-IT" sz="4000" b="1" dirty="0">
              <a:solidFill>
                <a:srgbClr val="002060"/>
              </a:solidFill>
              <a:latin typeface="LM Roman 10" panose="00000500000000000000" pitchFamily="2" charset="0"/>
            </a:endParaRPr>
          </a:p>
        </p:txBody>
      </p:sp>
      <p:sp>
        <p:nvSpPr>
          <p:cNvPr id="13" name="Segnaposto numero diapositiva 14">
            <a:extLst>
              <a:ext uri="{FF2B5EF4-FFF2-40B4-BE49-F238E27FC236}">
                <a16:creationId xmlns:a16="http://schemas.microsoft.com/office/drawing/2014/main" id="{309AE5C9-EEDD-A311-4493-9CAABB78FFA5}"/>
              </a:ext>
            </a:extLst>
          </p:cNvPr>
          <p:cNvSpPr txBox="1">
            <a:spLocks/>
          </p:cNvSpPr>
          <p:nvPr/>
        </p:nvSpPr>
        <p:spPr>
          <a:xfrm>
            <a:off x="9072638" y="6401105"/>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06BB8CB-C112-4AF1-992B-2BAB7191A575}" type="slidenum">
              <a:rPr lang="it-IT" sz="1600" b="1" smtClean="0">
                <a:solidFill>
                  <a:srgbClr val="002060"/>
                </a:solidFill>
              </a:rPr>
              <a:pPr/>
              <a:t>5</a:t>
            </a:fld>
            <a:endParaRPr lang="it-IT" sz="1600" b="1" dirty="0">
              <a:solidFill>
                <a:srgbClr val="002060"/>
              </a:solidFill>
            </a:endParaRPr>
          </a:p>
        </p:txBody>
      </p:sp>
      <p:grpSp>
        <p:nvGrpSpPr>
          <p:cNvPr id="32" name="Gruppo 31">
            <a:extLst>
              <a:ext uri="{FF2B5EF4-FFF2-40B4-BE49-F238E27FC236}">
                <a16:creationId xmlns:a16="http://schemas.microsoft.com/office/drawing/2014/main" id="{2E62AB85-3A93-A286-6E45-A75C8BBC09DC}"/>
              </a:ext>
            </a:extLst>
          </p:cNvPr>
          <p:cNvGrpSpPr/>
          <p:nvPr/>
        </p:nvGrpSpPr>
        <p:grpSpPr>
          <a:xfrm>
            <a:off x="14040" y="6251906"/>
            <a:ext cx="1906650" cy="626303"/>
            <a:chOff x="5403712" y="2704688"/>
            <a:chExt cx="2490081" cy="817950"/>
          </a:xfrm>
        </p:grpSpPr>
        <p:pic>
          <p:nvPicPr>
            <p:cNvPr id="33" name="Picture 2">
              <a:extLst>
                <a:ext uri="{FF2B5EF4-FFF2-40B4-BE49-F238E27FC236}">
                  <a16:creationId xmlns:a16="http://schemas.microsoft.com/office/drawing/2014/main" id="{567C9C09-B8D1-EC23-4AAB-A073BA2576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1602"/>
            <a:stretch/>
          </p:blipFill>
          <p:spPr bwMode="auto">
            <a:xfrm>
              <a:off x="5403712" y="2704688"/>
              <a:ext cx="1384576" cy="80856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a:extLst>
                <a:ext uri="{FF2B5EF4-FFF2-40B4-BE49-F238E27FC236}">
                  <a16:creationId xmlns:a16="http://schemas.microsoft.com/office/drawing/2014/main" id="{93869D14-1BA4-3490-7962-5A65832FA6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565"/>
            <a:stretch/>
          </p:blipFill>
          <p:spPr bwMode="auto">
            <a:xfrm>
              <a:off x="6509217" y="2907406"/>
              <a:ext cx="1384576" cy="615232"/>
            </a:xfrm>
            <a:prstGeom prst="rect">
              <a:avLst/>
            </a:prstGeom>
            <a:noFill/>
            <a:extLst>
              <a:ext uri="{909E8E84-426E-40DD-AFC4-6F175D3DCCD1}">
                <a14:hiddenFill xmlns:a14="http://schemas.microsoft.com/office/drawing/2010/main">
                  <a:solidFill>
                    <a:srgbClr val="FFFFFF"/>
                  </a:solidFill>
                </a14:hiddenFill>
              </a:ext>
            </a:extLst>
          </p:spPr>
        </p:pic>
      </p:grpSp>
      <p:sp>
        <p:nvSpPr>
          <p:cNvPr id="101" name="Text"/>
          <p:cNvSpPr txBox="1"/>
          <p:nvPr/>
        </p:nvSpPr>
        <p:spPr>
          <a:xfrm>
            <a:off x="548640" y="1234440"/>
            <a:ext cx="6035040" cy="914400"/>
          </a:xfrm>
          <a:prstGeom prst="rect">
            <a:avLst/>
          </a:prstGeom>
          <a:noFill/>
          <a:ln>
            <a:noFill/>
          </a:ln>
        </p:spPr>
        <p:txBody>
          <a:bodyPr wrap="square" lIns="73152" tIns="73152" rIns="73152" bIns="73152" rtlCol="0" anchor="t">
            <a:normAutofit/>
          </a:bodyPr>
          <a:lstStyle/>
          <a:p>
            <a:pPr algn="l">
              <a:spcAft>
                <a:spcPts val="600"/>
              </a:spcAft>
              <a:buNone/>
            </a:pPr>
            <a:r>
              <a:rPr lang="en-US" sz="1800" b="0" i="0" dirty="0">
                <a:solidFill>
                  <a:srgbClr val="002060"/>
                </a:solidFill>
                <a:latin typeface="LM Roman 10"/>
                <a:cs typeface="LM Roman 10"/>
              </a:rPr>
              <a:t>An </a:t>
            </a:r>
            <a:r>
              <a:rPr lang="en-US" sz="1800" b="1" i="0" dirty="0">
                <a:solidFill>
                  <a:srgbClr val="002060"/>
                </a:solidFill>
                <a:latin typeface="LM Roman 10"/>
                <a:cs typeface="LM Roman 10"/>
              </a:rPr>
              <a:t>ordinary differential equation</a:t>
            </a:r>
            <a:r>
              <a:rPr lang="en-US" sz="1800" b="0" i="0" dirty="0">
                <a:solidFill>
                  <a:srgbClr val="002060"/>
                </a:solidFill>
                <a:latin typeface="LM Roman 10"/>
                <a:cs typeface="LM Roman 10"/>
              </a:rPr>
              <a:t> (ODE) relates an unknown function y(t) to its derivatives:</a:t>
            </a:r>
            <a:endParaRPr lang="en-US" sz="1800"/>
          </a:p>
        </p:txBody>
      </p:sp>
      <mc:AlternateContent xmlns:mc="http://schemas.openxmlformats.org/markup-compatibility/2006" xmlns:a14="http://schemas.microsoft.com/office/drawing/2010/main">
        <mc:Choice Requires="a14">
          <p:sp>
            <p:nvSpPr>
              <p:cNvPr id="102" name="Equation 102"/>
              <p:cNvSpPr txBox="1"/>
              <p:nvPr/>
            </p:nvSpPr>
            <p:spPr>
              <a:xfrm>
                <a:off x="1917040" y="2002536"/>
                <a:ext cx="3298241" cy="696468"/>
              </a:xfrm>
              <a:prstGeom prst="rect">
                <a:avLst/>
              </a:prstGeom>
              <a:noFill/>
            </p:spPr>
            <p:txBody>
              <a:bodyPr wrap="none" lIns="54864" tIns="54864" rIns="54864" bIns="54864" anchor="ctr">
                <a:noAutofit/>
              </a:bodyPr>
              <a:lstStyle/>
              <a:p>
                <a:pPr algn="ctr"/>
                <a14:m>
                  <m:oMathPara xmlns:m="http://schemas.openxmlformats.org/officeDocument/2006/math">
                    <m:oMathParaPr>
                      <m:jc m:val="center"/>
                    </m:oMathParaPr>
                    <m:oMath>
                      <m:r>
                        <a:rPr lang="en-US" sz="2200" b="0" i="1">
                          <a:solidFill>
                            <a:srgbClr val="002060"/>
                          </a:solidFill>
                          <a:latin typeface="Cambria Math"/>
                          <a:cs typeface="Cambria Math"/>
                        </a:rPr>
                        <m:t>𝐹</m:t>
                      </m:r>
                      <m:d>
                        <m:dPr>
                          <m:ctrlPr>
                            <a:rPr lang="en-US" sz="2200" b="0" i="1">
                              <a:solidFill>
                                <a:srgbClr val="002060"/>
                              </a:solidFill>
                              <a:latin typeface="Cambria Math"/>
                              <a:cs typeface="Cambria Math"/>
                            </a:rPr>
                          </m:ctrlPr>
                        </m:dPr>
                        <m:e>
                          <m:r>
                            <a:rPr lang="en-US" sz="2200" b="0" i="1">
                              <a:solidFill>
                                <a:srgbClr val="002060"/>
                              </a:solidFill>
                              <a:latin typeface="Cambria Math"/>
                              <a:cs typeface="Cambria Math"/>
                            </a:rPr>
                            <m:t>𝑡</m:t>
                          </m:r>
                          <m:r>
                            <a:rPr lang="en-US" sz="2200" b="0" i="0">
                              <a:solidFill>
                                <a:srgbClr val="002060"/>
                              </a:solidFill>
                              <a:latin typeface="Cambria Math"/>
                              <a:cs typeface="Cambria Math"/>
                            </a:rPr>
                            <m:t>,</m:t>
                          </m:r>
                          <m:r>
                            <a:rPr lang="en-US" sz="2200" b="0" i="1">
                              <a:solidFill>
                                <a:srgbClr val="002060"/>
                              </a:solidFill>
                              <a:latin typeface="Cambria Math"/>
                              <a:cs typeface="Cambria Math"/>
                            </a:rPr>
                            <m:t> </m:t>
                          </m:r>
                          <m:r>
                            <a:rPr lang="en-US" sz="2200" b="0" i="1">
                              <a:solidFill>
                                <a:srgbClr val="002060"/>
                              </a:solidFill>
                              <a:latin typeface="Cambria Math"/>
                              <a:cs typeface="Cambria Math"/>
                            </a:rPr>
                            <m:t>𝑦</m:t>
                          </m:r>
                          <m:r>
                            <a:rPr lang="en-US" sz="2200" b="0" i="0">
                              <a:solidFill>
                                <a:srgbClr val="002060"/>
                              </a:solidFill>
                              <a:latin typeface="Cambria Math"/>
                              <a:cs typeface="Cambria Math"/>
                            </a:rPr>
                            <m:t>,</m:t>
                          </m:r>
                          <m:r>
                            <a:rPr lang="en-US" sz="2200" b="0" i="1">
                              <a:solidFill>
                                <a:srgbClr val="002060"/>
                              </a:solidFill>
                              <a:latin typeface="Cambria Math"/>
                              <a:cs typeface="Cambria Math"/>
                            </a:rPr>
                            <m:t> </m:t>
                          </m:r>
                          <m:r>
                            <a:rPr lang="en-US" sz="2200" b="0" i="1">
                              <a:solidFill>
                                <a:srgbClr val="002060"/>
                              </a:solidFill>
                              <a:latin typeface="Cambria Math"/>
                              <a:cs typeface="Cambria Math"/>
                            </a:rPr>
                            <m:t>𝑦</m:t>
                          </m:r>
                          <m:r>
                            <a:rPr lang="en-US" sz="2200" b="0" i="0">
                              <a:solidFill>
                                <a:srgbClr val="002060"/>
                              </a:solidFill>
                              <a:latin typeface="Cambria Math"/>
                              <a:cs typeface="Cambria Math"/>
                            </a:rPr>
                            <m:t>′,</m:t>
                          </m:r>
                          <m:r>
                            <a:rPr lang="en-US" sz="2200" b="0" i="1">
                              <a:solidFill>
                                <a:srgbClr val="002060"/>
                              </a:solidFill>
                              <a:latin typeface="Cambria Math"/>
                              <a:cs typeface="Cambria Math"/>
                            </a:rPr>
                            <m:t> </m:t>
                          </m:r>
                          <m:r>
                            <a:rPr lang="en-US" sz="2200" b="0" i="0">
                              <a:solidFill>
                                <a:srgbClr val="002060"/>
                              </a:solidFill>
                              <a:latin typeface="Cambria Math"/>
                              <a:cs typeface="Cambria Math"/>
                            </a:rPr>
                            <m:t>…,</m:t>
                          </m:r>
                          <m:r>
                            <a:rPr lang="en-US" sz="2200" b="0" i="1">
                              <a:solidFill>
                                <a:srgbClr val="002060"/>
                              </a:solidFill>
                              <a:latin typeface="Cambria Math"/>
                              <a:cs typeface="Cambria Math"/>
                            </a:rPr>
                            <m:t> </m:t>
                          </m:r>
                          <m:sSup>
                            <m:sSupPr>
                              <m:ctrlPr>
                                <a:rPr lang="en-US" sz="2200" b="0" i="1">
                                  <a:solidFill>
                                    <a:srgbClr val="002060"/>
                                  </a:solidFill>
                                  <a:latin typeface="Cambria Math"/>
                                  <a:cs typeface="Cambria Math"/>
                                </a:rPr>
                              </m:ctrlPr>
                            </m:sSupPr>
                            <m:e>
                              <m:r>
                                <a:rPr lang="en-US" sz="2200" b="0" i="1">
                                  <a:solidFill>
                                    <a:srgbClr val="002060"/>
                                  </a:solidFill>
                                  <a:latin typeface="Cambria Math"/>
                                  <a:cs typeface="Cambria Math"/>
                                </a:rPr>
                                <m:t>𝑦</m:t>
                              </m:r>
                            </m:e>
                            <m:sup>
                              <m:d>
                                <m:dPr>
                                  <m:ctrlPr>
                                    <a:rPr lang="en-US" sz="2200" b="0" i="1">
                                      <a:solidFill>
                                        <a:srgbClr val="002060"/>
                                      </a:solidFill>
                                      <a:latin typeface="Cambria Math"/>
                                      <a:cs typeface="Cambria Math"/>
                                    </a:rPr>
                                  </m:ctrlPr>
                                </m:dPr>
                                <m:e>
                                  <m:r>
                                    <a:rPr lang="en-US" sz="2200" b="0" i="1">
                                      <a:solidFill>
                                        <a:srgbClr val="002060"/>
                                      </a:solidFill>
                                      <a:latin typeface="Cambria Math"/>
                                      <a:cs typeface="Cambria Math"/>
                                    </a:rPr>
                                    <m:t>𝑛</m:t>
                                  </m:r>
                                </m:e>
                              </m:d>
                            </m:sup>
                          </m:sSup>
                        </m:e>
                      </m:d>
                      <m:r>
                        <a:rPr lang="en-US" sz="2200" b="0" i="0">
                          <a:solidFill>
                            <a:srgbClr val="002060"/>
                          </a:solidFill>
                          <a:latin typeface="Cambria Math"/>
                          <a:cs typeface="Cambria Math"/>
                        </a:rPr>
                        <m:t>=</m:t>
                      </m:r>
                      <m:r>
                        <a:rPr lang="en-US" sz="2200" b="0" i="1">
                          <a:solidFill>
                            <a:srgbClr val="002060"/>
                          </a:solidFill>
                          <a:latin typeface="Cambria Math"/>
                          <a:cs typeface="Cambria Math"/>
                        </a:rPr>
                        <m:t>0</m:t>
                      </m:r>
                    </m:oMath>
                  </m:oMathPara>
                </a14:m>
                <a:endParaRPr lang="en-US" sz="2200"/>
              </a:p>
            </p:txBody>
          </p:sp>
        </mc:Choice>
        <mc:Fallback xmlns="">
          <p:pic>
            <p:nvPicPr>
              <p:cNvPr id="102" name="Equation 102" descr="F\left(t,\,y,\,y',\,\dots,\,y^{(n)}\right)=0"/>
              <p:cNvPicPr>
                <a:picLocks noChangeAspect="1"/>
              </p:cNvPicPr>
              <p:nvPr/>
            </p:nvPicPr>
            <p:blipFill>
              <a:blip r:embed="rId4"/>
              <a:stretch>
                <a:fillRect/>
              </a:stretch>
            </p:blipFill>
            <p:spPr>
              <a:xfrm>
                <a:off x="1971904" y="2057400"/>
                <a:ext cx="3188513" cy="586740"/>
              </a:xfrm>
              <a:prstGeom prst="rect">
                <a:avLst/>
              </a:prstGeom>
            </p:spPr>
          </p:pic>
        </mc:Fallback>
      </mc:AlternateContent>
      <p:sp>
        <p:nvSpPr>
          <p:cNvPr id="103" name="Text"/>
          <p:cNvSpPr txBox="1"/>
          <p:nvPr/>
        </p:nvSpPr>
        <p:spPr>
          <a:xfrm>
            <a:off x="548640" y="2697480"/>
            <a:ext cx="6035040" cy="777240"/>
          </a:xfrm>
          <a:prstGeom prst="rect">
            <a:avLst/>
          </a:prstGeom>
          <a:noFill/>
          <a:ln>
            <a:noFill/>
          </a:ln>
        </p:spPr>
        <p:txBody>
          <a:bodyPr wrap="square" lIns="73152" tIns="73152" rIns="73152" bIns="73152" rtlCol="0" anchor="t">
            <a:normAutofit/>
          </a:bodyPr>
          <a:lstStyle/>
          <a:p>
            <a:pPr algn="l">
              <a:spcAft>
                <a:spcPts val="600"/>
              </a:spcAft>
              <a:buNone/>
            </a:pPr>
            <a:r>
              <a:rPr lang="en-US" sz="1800" b="1" i="0" dirty="0">
                <a:solidFill>
                  <a:srgbClr val="BF6019"/>
                </a:solidFill>
                <a:latin typeface="LM Roman 10"/>
                <a:cs typeface="LM Roman 10"/>
              </a:rPr>
              <a:t>An ODE is a law of change: it prescribes how a quantity evolves, not what it is.</a:t>
            </a:r>
            <a:endParaRPr lang="en-US" sz="1800"/>
          </a:p>
        </p:txBody>
      </p:sp>
      <p:sp>
        <p:nvSpPr>
          <p:cNvPr id="104" name="Text"/>
          <p:cNvSpPr txBox="1"/>
          <p:nvPr/>
        </p:nvSpPr>
        <p:spPr>
          <a:xfrm>
            <a:off x="548640" y="3520440"/>
            <a:ext cx="6035040" cy="2651760"/>
          </a:xfrm>
          <a:prstGeom prst="rect">
            <a:avLst/>
          </a:prstGeom>
          <a:noFill/>
          <a:ln>
            <a:noFill/>
          </a:ln>
        </p:spPr>
        <p:txBody>
          <a:bodyPr wrap="square" lIns="73152" tIns="73152" rIns="73152" bIns="73152" rtlCol="0" anchor="t">
            <a:normAutofit/>
          </a:bodyPr>
          <a:lstStyle/>
          <a:p>
            <a:pPr marL="274320" indent="-274320" algn="l">
              <a:spcAft>
                <a:spcPts val="500"/>
              </a:spcAft>
              <a:buClr>
                <a:srgbClr val="BF6019"/>
              </a:buClr>
              <a:buSzPct val="100000"/>
              <a:buFont typeface="Arial"/>
              <a:buChar char="•"/>
            </a:pPr>
            <a:r>
              <a:rPr lang="en-US" sz="1700" b="1" i="0" dirty="0">
                <a:solidFill>
                  <a:srgbClr val="002060"/>
                </a:solidFill>
                <a:latin typeface="LM Roman 10"/>
                <a:cs typeface="LM Roman 10"/>
              </a:rPr>
              <a:t>Order: </a:t>
            </a:r>
            <a:r>
              <a:rPr lang="en-US" sz="1700" b="0" i="0" dirty="0">
                <a:solidFill>
                  <a:srgbClr val="002060"/>
                </a:solidFill>
                <a:latin typeface="LM Roman 10"/>
                <a:cs typeface="LM Roman 10"/>
              </a:rPr>
              <a:t>the highest derivative that appears.</a:t>
            </a:r>
            <a:endParaRPr lang="en-US" sz="1700"/>
          </a:p>
          <a:p>
            <a:pPr marL="274320" indent="-274320" algn="l">
              <a:spcAft>
                <a:spcPts val="500"/>
              </a:spcAft>
              <a:buClr>
                <a:srgbClr val="BF6019"/>
              </a:buClr>
              <a:buSzPct val="100000"/>
              <a:buFont typeface="Arial"/>
              <a:buChar char="•"/>
            </a:pPr>
            <a:r>
              <a:rPr lang="en-US" sz="1700" b="1" i="0" dirty="0">
                <a:solidFill>
                  <a:srgbClr val="002060"/>
                </a:solidFill>
                <a:latin typeface="LM Roman 10"/>
                <a:cs typeface="LM Roman 10"/>
              </a:rPr>
              <a:t>Linear: </a:t>
            </a:r>
            <a:r>
              <a:rPr lang="en-US" sz="1700" b="0" i="0" dirty="0">
                <a:solidFill>
                  <a:srgbClr val="002060"/>
                </a:solidFill>
                <a:latin typeface="LM Roman 10"/>
                <a:cs typeface="LM Roman 10"/>
              </a:rPr>
              <a:t>y, y′, …, y</a:t>
            </a:r>
            <a:r>
              <a:rPr lang="en-US" sz="1700" b="0" i="0" baseline="30000" dirty="0">
                <a:solidFill>
                  <a:srgbClr val="002060"/>
                </a:solidFill>
                <a:latin typeface="LM Roman 10"/>
                <a:cs typeface="LM Roman 10"/>
              </a:rPr>
              <a:t>(n)</a:t>
            </a:r>
            <a:r>
              <a:rPr lang="en-US" sz="1700" b="0" i="0" dirty="0">
                <a:solidFill>
                  <a:srgbClr val="002060"/>
                </a:solidFill>
                <a:latin typeface="LM Roman 10"/>
                <a:cs typeface="LM Roman 10"/>
              </a:rPr>
              <a:t> appear only to the first power.</a:t>
            </a:r>
            <a:endParaRPr lang="en-US" sz="1700"/>
          </a:p>
          <a:p>
            <a:pPr marL="274320" indent="-274320" algn="l">
              <a:spcAft>
                <a:spcPts val="500"/>
              </a:spcAft>
              <a:buClr>
                <a:srgbClr val="BF6019"/>
              </a:buClr>
              <a:buSzPct val="100000"/>
              <a:buFont typeface="Arial"/>
              <a:buChar char="•"/>
            </a:pPr>
            <a:r>
              <a:rPr lang="en-US" sz="1700" b="1" i="0" dirty="0">
                <a:solidFill>
                  <a:srgbClr val="002060"/>
                </a:solidFill>
                <a:latin typeface="LM Roman 10"/>
                <a:cs typeface="LM Roman 10"/>
              </a:rPr>
              <a:t>Solution: </a:t>
            </a:r>
            <a:r>
              <a:rPr lang="en-US" sz="1700" b="0" i="0" dirty="0">
                <a:solidFill>
                  <a:srgbClr val="002060"/>
                </a:solidFill>
                <a:latin typeface="LM Roman 10"/>
                <a:cs typeface="LM Roman 10"/>
              </a:rPr>
              <a:t>a function that satisfies the equation on an </a:t>
            </a:r>
            <a:r>
              <a:rPr lang="en-US" sz="1700" b="1" i="0" dirty="0">
                <a:solidFill>
                  <a:srgbClr val="002060"/>
                </a:solidFill>
                <a:latin typeface="LM Roman 10"/>
                <a:cs typeface="LM Roman 10"/>
              </a:rPr>
              <a:t>interval</a:t>
            </a:r>
            <a:r>
              <a:rPr lang="en-US" sz="1700" b="0" i="0" dirty="0">
                <a:solidFill>
                  <a:srgbClr val="002060"/>
                </a:solidFill>
                <a:latin typeface="LM Roman 10"/>
                <a:cs typeface="LM Roman 10"/>
              </a:rPr>
              <a:t> I.</a:t>
            </a:r>
            <a:endParaRPr lang="en-US" sz="1700"/>
          </a:p>
          <a:p>
            <a:pPr marL="274320" indent="-274320" algn="l">
              <a:spcAft>
                <a:spcPts val="600"/>
              </a:spcAft>
              <a:buClr>
                <a:srgbClr val="BF6019"/>
              </a:buClr>
              <a:buSzPct val="100000"/>
              <a:buFont typeface="Arial"/>
              <a:buChar char="•"/>
            </a:pPr>
            <a:r>
              <a:rPr lang="en-US" sz="1700" b="1" i="0" dirty="0">
                <a:solidFill>
                  <a:srgbClr val="002060"/>
                </a:solidFill>
                <a:latin typeface="LM Roman 10"/>
                <a:cs typeface="LM Roman 10"/>
              </a:rPr>
              <a:t>General solution: </a:t>
            </a:r>
            <a:r>
              <a:rPr lang="en-US" sz="1700" b="0" i="0" dirty="0">
                <a:solidFill>
                  <a:srgbClr val="002060"/>
                </a:solidFill>
                <a:latin typeface="LM Roman 10"/>
                <a:cs typeface="LM Roman 10"/>
              </a:rPr>
              <a:t>a family with one constant per order; an </a:t>
            </a:r>
            <a:r>
              <a:rPr lang="en-US" sz="1700" b="1" i="0" dirty="0">
                <a:solidFill>
                  <a:srgbClr val="002060"/>
                </a:solidFill>
                <a:latin typeface="LM Roman 10"/>
                <a:cs typeface="LM Roman 10"/>
              </a:rPr>
              <a:t>initial condition</a:t>
            </a:r>
            <a:r>
              <a:rPr lang="en-US" sz="1700" b="0" i="0" dirty="0">
                <a:solidFill>
                  <a:srgbClr val="002060"/>
                </a:solidFill>
                <a:latin typeface="LM Roman 10"/>
                <a:cs typeface="LM Roman 10"/>
              </a:rPr>
              <a:t> selects one member.</a:t>
            </a:r>
            <a:endParaRPr lang="en-US" sz="1700"/>
          </a:p>
        </p:txBody>
      </p:sp>
      <p:pic>
        <p:nvPicPr>
          <p:cNvPr id="105" name="Figure family" descr="Family of solutions of x' + x = 2 cos t"/>
          <p:cNvPicPr>
            <a:picLocks noChangeAspect="1"/>
          </p:cNvPicPr>
          <p:nvPr/>
        </p:nvPicPr>
        <p:blipFill>
          <a:blip r:embed="rId5"/>
          <a:stretch>
            <a:fillRect/>
          </a:stretch>
        </p:blipFill>
        <p:spPr>
          <a:xfrm>
            <a:off x="7064654" y="1234440"/>
            <a:ext cx="4433011" cy="3017520"/>
          </a:xfrm>
          <a:prstGeom prst="rect">
            <a:avLst/>
          </a:prstGeom>
        </p:spPr>
      </p:pic>
      <p:sp>
        <p:nvSpPr>
          <p:cNvPr id="106" name="Text"/>
          <p:cNvSpPr txBox="1"/>
          <p:nvPr/>
        </p:nvSpPr>
        <p:spPr>
          <a:xfrm>
            <a:off x="6858000" y="4343400"/>
            <a:ext cx="4846320" cy="457200"/>
          </a:xfrm>
          <a:prstGeom prst="rect">
            <a:avLst/>
          </a:prstGeom>
          <a:noFill/>
          <a:ln>
            <a:noFill/>
          </a:ln>
        </p:spPr>
        <p:txBody>
          <a:bodyPr wrap="square" lIns="73152" tIns="73152" rIns="73152" bIns="73152" rtlCol="0" anchor="t">
            <a:normAutofit/>
          </a:bodyPr>
          <a:lstStyle/>
          <a:p>
            <a:pPr algn="l">
              <a:spcAft>
                <a:spcPts val="0"/>
              </a:spcAft>
              <a:buNone/>
            </a:pPr>
            <a:r>
              <a:rPr lang="en-US" sz="1700" b="1" i="0" dirty="0">
                <a:solidFill>
                  <a:srgbClr val="BF6019"/>
                </a:solidFill>
                <a:latin typeface="LM Roman 10"/>
                <a:cs typeface="LM Roman 10"/>
              </a:rPr>
              <a:t>Lebl §0.2: </a:t>
            </a:r>
            <a:r>
              <a:rPr lang="en-US" sz="1700" b="0" i="1" dirty="0">
                <a:solidFill>
                  <a:srgbClr val="002060"/>
                </a:solidFill>
                <a:latin typeface="Cambria Math"/>
                <a:cs typeface="Cambria Math"/>
              </a:rPr>
              <a:t>x′ + x = 2 cos t</a:t>
            </a:r>
            <a:endParaRPr lang="en-US" sz="1700"/>
          </a:p>
        </p:txBody>
      </p:sp>
      <mc:AlternateContent xmlns:mc="http://schemas.openxmlformats.org/markup-compatibility/2006" xmlns:a14="http://schemas.microsoft.com/office/drawing/2010/main">
        <mc:Choice Requires="a14">
          <p:sp>
            <p:nvSpPr>
              <p:cNvPr id="107" name="Equation 107"/>
              <p:cNvSpPr txBox="1"/>
              <p:nvPr/>
            </p:nvSpPr>
            <p:spPr>
              <a:xfrm>
                <a:off x="6848856" y="4791456"/>
                <a:ext cx="4799076" cy="376580"/>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r>
                        <a:rPr lang="en-US" sz="1700" b="0" i="1">
                          <a:solidFill>
                            <a:srgbClr val="002060"/>
                          </a:solidFill>
                          <a:latin typeface="Cambria Math"/>
                          <a:cs typeface="Cambria Math"/>
                        </a:rPr>
                        <m:t>𝑥</m:t>
                      </m:r>
                      <m:r>
                        <a:rPr lang="en-US" sz="1700" b="0" i="0">
                          <a:solidFill>
                            <a:srgbClr val="002060"/>
                          </a:solidFill>
                          <a:latin typeface="Cambria Math"/>
                          <a:cs typeface="Cambria Math"/>
                        </a:rPr>
                        <m:t>=</m:t>
                      </m:r>
                      <m:r>
                        <m:rPr>
                          <m:sty m:val="p"/>
                        </m:rPr>
                        <a:rPr lang="en-US" sz="1700" b="0" i="0">
                          <a:solidFill>
                            <a:srgbClr val="002060"/>
                          </a:solidFill>
                          <a:latin typeface="Cambria Math"/>
                          <a:cs typeface="Cambria Math"/>
                        </a:rPr>
                        <m:t>cos</m:t>
                      </m:r>
                      <m:r>
                        <a:rPr lang="en-US" sz="1700" b="0" i="1">
                          <a:solidFill>
                            <a:srgbClr val="002060"/>
                          </a:solidFill>
                          <a:latin typeface="Cambria Math"/>
                          <a:cs typeface="Cambria Math"/>
                        </a:rPr>
                        <m:t>𝑡</m:t>
                      </m:r>
                      <m:r>
                        <a:rPr lang="en-US" sz="1700" b="0" i="0">
                          <a:solidFill>
                            <a:srgbClr val="002060"/>
                          </a:solidFill>
                          <a:latin typeface="Cambria Math"/>
                          <a:cs typeface="Cambria Math"/>
                        </a:rPr>
                        <m:t>+</m:t>
                      </m:r>
                      <m:r>
                        <m:rPr>
                          <m:sty m:val="p"/>
                        </m:rPr>
                        <a:rPr lang="en-US" sz="1700" b="0" i="0">
                          <a:solidFill>
                            <a:srgbClr val="002060"/>
                          </a:solidFill>
                          <a:latin typeface="Cambria Math"/>
                          <a:cs typeface="Cambria Math"/>
                        </a:rPr>
                        <m:t>sin</m:t>
                      </m:r>
                      <m:r>
                        <a:rPr lang="en-US" sz="1700" b="0" i="1">
                          <a:solidFill>
                            <a:srgbClr val="002060"/>
                          </a:solidFill>
                          <a:latin typeface="Cambria Math"/>
                          <a:cs typeface="Cambria Math"/>
                        </a:rPr>
                        <m:t>𝑡</m:t>
                      </m:r>
                      <m:r>
                        <a:rPr lang="en-US" sz="1700" b="0" i="0">
                          <a:solidFill>
                            <a:srgbClr val="002060"/>
                          </a:solidFill>
                          <a:latin typeface="Cambria Math"/>
                          <a:cs typeface="Cambria Math"/>
                        </a:rPr>
                        <m:t>+</m:t>
                      </m:r>
                      <m:r>
                        <a:rPr lang="en-US" sz="1700" b="0" i="1">
                          <a:solidFill>
                            <a:srgbClr val="002060"/>
                          </a:solidFill>
                          <a:latin typeface="Cambria Math"/>
                          <a:cs typeface="Cambria Math"/>
                        </a:rPr>
                        <m:t>𝐶</m:t>
                      </m:r>
                      <m:r>
                        <a:rPr lang="en-US" sz="1700" b="0" i="1">
                          <a:solidFill>
                            <a:srgbClr val="002060"/>
                          </a:solidFill>
                          <a:latin typeface="Cambria Math"/>
                          <a:cs typeface="Cambria Math"/>
                        </a:rPr>
                        <m:t> </m:t>
                      </m:r>
                      <m:sSup>
                        <m:sSupPr>
                          <m:ctrlPr>
                            <a:rPr lang="en-US" sz="1700" b="0" i="1">
                              <a:solidFill>
                                <a:srgbClr val="002060"/>
                              </a:solidFill>
                              <a:latin typeface="Cambria Math"/>
                              <a:cs typeface="Cambria Math"/>
                            </a:rPr>
                          </m:ctrlPr>
                        </m:sSupPr>
                        <m:e>
                          <m:r>
                            <a:rPr lang="en-US" sz="1700" b="0" i="1">
                              <a:solidFill>
                                <a:srgbClr val="002060"/>
                              </a:solidFill>
                              <a:latin typeface="Cambria Math"/>
                              <a:cs typeface="Cambria Math"/>
                            </a:rPr>
                            <m:t>𝑒</m:t>
                          </m:r>
                        </m:e>
                        <m:sup>
                          <m:r>
                            <a:rPr lang="en-US" sz="1700" b="0" i="0">
                              <a:solidFill>
                                <a:srgbClr val="002060"/>
                              </a:solidFill>
                              <a:latin typeface="Cambria Math"/>
                              <a:cs typeface="Cambria Math"/>
                            </a:rPr>
                            <m:t>−</m:t>
                          </m:r>
                          <m:r>
                            <a:rPr lang="en-US" sz="1700" b="0" i="1">
                              <a:solidFill>
                                <a:srgbClr val="002060"/>
                              </a:solidFill>
                              <a:latin typeface="Cambria Math"/>
                              <a:cs typeface="Cambria Math"/>
                            </a:rPr>
                            <m:t>𝑡</m:t>
                          </m:r>
                        </m:sup>
                      </m:sSup>
                      <m:r>
                        <a:rPr lang="en-US" sz="1700" b="0" i="1">
                          <a:solidFill>
                            <a:srgbClr val="002060"/>
                          </a:solidFill>
                          <a:latin typeface="Cambria Math"/>
                          <a:cs typeface="Cambria Math"/>
                        </a:rPr>
                        <m:t> </m:t>
                      </m:r>
                      <m:r>
                        <a:rPr lang="en-US" sz="1700" b="0" i="0">
                          <a:solidFill>
                            <a:srgbClr val="002060"/>
                          </a:solidFill>
                          <a:latin typeface="Cambria Math"/>
                          <a:cs typeface="Cambria Math"/>
                        </a:rPr>
                        <m:t>⇒</m:t>
                      </m:r>
                      <m:r>
                        <a:rPr lang="en-US" sz="1700" b="0" i="1">
                          <a:solidFill>
                            <a:srgbClr val="002060"/>
                          </a:solidFill>
                          <a:latin typeface="Cambria Math"/>
                          <a:cs typeface="Cambria Math"/>
                        </a:rPr>
                        <m:t> </m:t>
                      </m:r>
                      <m:r>
                        <a:rPr lang="en-US" sz="1700" b="0" i="1">
                          <a:solidFill>
                            <a:srgbClr val="002060"/>
                          </a:solidFill>
                          <a:latin typeface="Cambria Math"/>
                          <a:cs typeface="Cambria Math"/>
                        </a:rPr>
                        <m:t>𝑥</m:t>
                      </m:r>
                      <m:r>
                        <a:rPr lang="en-US" sz="1700" b="0" i="0">
                          <a:solidFill>
                            <a:srgbClr val="002060"/>
                          </a:solidFill>
                          <a:latin typeface="Cambria Math"/>
                          <a:cs typeface="Cambria Math"/>
                        </a:rPr>
                        <m:t>′+</m:t>
                      </m:r>
                      <m:r>
                        <a:rPr lang="en-US" sz="1700" b="0" i="1">
                          <a:solidFill>
                            <a:srgbClr val="002060"/>
                          </a:solidFill>
                          <a:latin typeface="Cambria Math"/>
                          <a:cs typeface="Cambria Math"/>
                        </a:rPr>
                        <m:t>𝑥</m:t>
                      </m:r>
                      <m:r>
                        <a:rPr lang="en-US" sz="1700" b="0" i="0">
                          <a:solidFill>
                            <a:srgbClr val="002060"/>
                          </a:solidFill>
                          <a:latin typeface="Cambria Math"/>
                          <a:cs typeface="Cambria Math"/>
                        </a:rPr>
                        <m:t>=</m:t>
                      </m:r>
                      <m:r>
                        <a:rPr lang="en-US" sz="1700" b="0" i="1">
                          <a:solidFill>
                            <a:srgbClr val="002060"/>
                          </a:solidFill>
                          <a:latin typeface="Cambria Math"/>
                          <a:cs typeface="Cambria Math"/>
                        </a:rPr>
                        <m:t>2</m:t>
                      </m:r>
                      <m:r>
                        <m:rPr>
                          <m:sty m:val="p"/>
                        </m:rPr>
                        <a:rPr lang="en-US" sz="1700" b="0" i="0">
                          <a:solidFill>
                            <a:srgbClr val="002060"/>
                          </a:solidFill>
                          <a:latin typeface="Cambria Math"/>
                          <a:cs typeface="Cambria Math"/>
                        </a:rPr>
                        <m:t>cos</m:t>
                      </m:r>
                      <m:r>
                        <a:rPr lang="en-US" sz="1700" b="0" i="1">
                          <a:solidFill>
                            <a:srgbClr val="002060"/>
                          </a:solidFill>
                          <a:latin typeface="Cambria Math"/>
                          <a:cs typeface="Cambria Math"/>
                        </a:rPr>
                        <m:t>𝑡</m:t>
                      </m:r>
                      <m:r>
                        <a:rPr lang="en-US" sz="1700" b="0" i="1">
                          <a:solidFill>
                            <a:srgbClr val="002060"/>
                          </a:solidFill>
                          <a:latin typeface="Cambria Math"/>
                          <a:cs typeface="Cambria Math"/>
                        </a:rPr>
                        <m:t> ∀ </m:t>
                      </m:r>
                      <m:r>
                        <a:rPr lang="en-US" sz="1700" b="0" i="1">
                          <a:solidFill>
                            <a:srgbClr val="002060"/>
                          </a:solidFill>
                          <a:latin typeface="Cambria Math"/>
                          <a:cs typeface="Cambria Math"/>
                        </a:rPr>
                        <m:t>𝐶</m:t>
                      </m:r>
                    </m:oMath>
                  </m:oMathPara>
                </a14:m>
                <a:endParaRPr lang="en-US" sz="1700"/>
              </a:p>
            </p:txBody>
          </p:sp>
        </mc:Choice>
        <mc:Fallback xmlns="">
          <p:pic>
            <p:nvPicPr>
              <p:cNvPr id="107" name="Equation 107" descr="x=\cos t+\sin t+C\,e^{-t}\;\Rightarrow\;x'+x=2\cos t\quad\forall\,C"/>
              <p:cNvPicPr>
                <a:picLocks noChangeAspect="1"/>
              </p:cNvPicPr>
              <p:nvPr/>
            </p:nvPicPr>
            <p:blipFill>
              <a:blip r:embed="rId6"/>
              <a:stretch>
                <a:fillRect/>
              </a:stretch>
            </p:blipFill>
            <p:spPr>
              <a:xfrm>
                <a:off x="6903720" y="4846320"/>
                <a:ext cx="4689348" cy="266852"/>
              </a:xfrm>
              <a:prstGeom prst="rect">
                <a:avLst/>
              </a:prstGeom>
            </p:spPr>
          </p:pic>
        </mc:Fallback>
      </mc:AlternateContent>
      <p:sp>
        <p:nvSpPr>
          <p:cNvPr id="108" name="Text"/>
          <p:cNvSpPr txBox="1"/>
          <p:nvPr/>
        </p:nvSpPr>
        <p:spPr>
          <a:xfrm>
            <a:off x="6858000" y="5440680"/>
            <a:ext cx="4846320" cy="685800"/>
          </a:xfrm>
          <a:prstGeom prst="rect">
            <a:avLst/>
          </a:prstGeom>
          <a:noFill/>
          <a:ln>
            <a:noFill/>
          </a:ln>
        </p:spPr>
        <p:txBody>
          <a:bodyPr wrap="square" lIns="73152" tIns="73152" rIns="73152" bIns="73152" rtlCol="0" anchor="t">
            <a:normAutofit/>
          </a:bodyPr>
          <a:lstStyle/>
          <a:p>
            <a:pPr algn="l">
              <a:spcAft>
                <a:spcPts val="600"/>
              </a:spcAft>
              <a:buNone/>
            </a:pPr>
            <a:r>
              <a:rPr lang="en-US" sz="1400" b="0" i="1" dirty="0">
                <a:solidFill>
                  <a:srgbClr val="5D6675"/>
                </a:solidFill>
                <a:latin typeface="LM Roman 10"/>
                <a:cs typeface="LM Roman 10"/>
              </a:rPr>
              <a:t>Check by substitution — the first habit of this course.</a:t>
            </a:r>
            <a:endParaRPr lang="en-US" sz="1400"/>
          </a:p>
        </p:txBody>
      </p:sp>
    </p:spTree>
    <p:extLst>
      <p:ext uri="{BB962C8B-B14F-4D97-AF65-F5344CB8AC3E}">
        <p14:creationId xmlns:p14="http://schemas.microsoft.com/office/powerpoint/2010/main" val="2916294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B7FC9-7303-2DDF-22D9-A375F9FCBA42}"/>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2C760A3E-FF45-F647-68B2-6F941F0FE03D}"/>
              </a:ext>
            </a:extLst>
          </p:cNvPr>
          <p:cNvSpPr/>
          <p:nvPr/>
        </p:nvSpPr>
        <p:spPr>
          <a:xfrm>
            <a:off x="0" y="6309106"/>
            <a:ext cx="12192000" cy="549124"/>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piè di pagina 1">
            <a:extLst>
              <a:ext uri="{FF2B5EF4-FFF2-40B4-BE49-F238E27FC236}">
                <a16:creationId xmlns:a16="http://schemas.microsoft.com/office/drawing/2014/main" id="{D93F69B5-A372-36E1-C0D1-892D9A6B88D5}"/>
              </a:ext>
            </a:extLst>
          </p:cNvPr>
          <p:cNvSpPr>
            <a:spLocks noGrp="1"/>
          </p:cNvSpPr>
          <p:nvPr>
            <p:ph type="ftr" sz="quarter" idx="11"/>
          </p:nvPr>
        </p:nvSpPr>
        <p:spPr>
          <a:xfrm>
            <a:off x="4038600" y="6448272"/>
            <a:ext cx="4114800" cy="365125"/>
          </a:xfrm>
        </p:spPr>
        <p:txBody>
          <a:bodyPr/>
          <a:lstStyle/>
          <a:p>
            <a:r>
              <a:rPr lang="en-US" sz="1600" dirty="0">
                <a:solidFill>
                  <a:srgbClr val="002060"/>
                </a:solidFill>
              </a:rPr>
              <a:t>MATH 331: Differential Equations</a:t>
            </a:r>
          </a:p>
        </p:txBody>
      </p:sp>
      <p:sp>
        <p:nvSpPr>
          <p:cNvPr id="6" name="CasellaDiTesto 5">
            <a:extLst>
              <a:ext uri="{FF2B5EF4-FFF2-40B4-BE49-F238E27FC236}">
                <a16:creationId xmlns:a16="http://schemas.microsoft.com/office/drawing/2014/main" id="{8495B6C3-1F7A-7299-D7B8-F42087CCE23B}"/>
              </a:ext>
            </a:extLst>
          </p:cNvPr>
          <p:cNvSpPr txBox="1"/>
          <p:nvPr/>
        </p:nvSpPr>
        <p:spPr>
          <a:xfrm>
            <a:off x="981880" y="330553"/>
            <a:ext cx="10424160" cy="707886"/>
          </a:xfrm>
          <a:prstGeom prst="rect">
            <a:avLst/>
          </a:prstGeom>
          <a:noFill/>
        </p:spPr>
        <p:txBody>
          <a:bodyPr wrap="square" rtlCol="0" anchor="ctr" anchorCtr="0">
            <a:spAutoFit/>
          </a:bodyPr>
          <a:lstStyle/>
          <a:p>
            <a:r>
              <a:rPr lang="en-US" sz="4000" b="1" dirty="0">
                <a:solidFill>
                  <a:srgbClr val="002060"/>
                </a:solidFill>
                <a:latin typeface="LM Roman 10" panose="00000500000000000000" pitchFamily="2" charset="0"/>
              </a:rPr>
              <a:t>ODEs across the disciplines</a:t>
            </a:r>
            <a:endParaRPr lang="it-IT" sz="4000" b="1" dirty="0">
              <a:solidFill>
                <a:srgbClr val="002060"/>
              </a:solidFill>
              <a:latin typeface="LM Roman 10" panose="00000500000000000000" pitchFamily="2" charset="0"/>
            </a:endParaRPr>
          </a:p>
        </p:txBody>
      </p:sp>
      <p:sp>
        <p:nvSpPr>
          <p:cNvPr id="13" name="Segnaposto numero diapositiva 14">
            <a:extLst>
              <a:ext uri="{FF2B5EF4-FFF2-40B4-BE49-F238E27FC236}">
                <a16:creationId xmlns:a16="http://schemas.microsoft.com/office/drawing/2014/main" id="{309AE5C9-EEDD-A311-4493-9CAABB78FFA5}"/>
              </a:ext>
            </a:extLst>
          </p:cNvPr>
          <p:cNvSpPr txBox="1">
            <a:spLocks/>
          </p:cNvSpPr>
          <p:nvPr/>
        </p:nvSpPr>
        <p:spPr>
          <a:xfrm>
            <a:off x="9072638" y="6401105"/>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06BB8CB-C112-4AF1-992B-2BAB7191A575}" type="slidenum">
              <a:rPr lang="it-IT" sz="1600" b="1" smtClean="0">
                <a:solidFill>
                  <a:srgbClr val="002060"/>
                </a:solidFill>
              </a:rPr>
              <a:pPr/>
              <a:t>6</a:t>
            </a:fld>
            <a:endParaRPr lang="it-IT" sz="1600" b="1" dirty="0">
              <a:solidFill>
                <a:srgbClr val="002060"/>
              </a:solidFill>
            </a:endParaRPr>
          </a:p>
        </p:txBody>
      </p:sp>
      <p:grpSp>
        <p:nvGrpSpPr>
          <p:cNvPr id="32" name="Gruppo 31">
            <a:extLst>
              <a:ext uri="{FF2B5EF4-FFF2-40B4-BE49-F238E27FC236}">
                <a16:creationId xmlns:a16="http://schemas.microsoft.com/office/drawing/2014/main" id="{2E62AB85-3A93-A286-6E45-A75C8BBC09DC}"/>
              </a:ext>
            </a:extLst>
          </p:cNvPr>
          <p:cNvGrpSpPr/>
          <p:nvPr/>
        </p:nvGrpSpPr>
        <p:grpSpPr>
          <a:xfrm>
            <a:off x="14040" y="6251906"/>
            <a:ext cx="1906650" cy="626303"/>
            <a:chOff x="5403712" y="2704688"/>
            <a:chExt cx="2490081" cy="817950"/>
          </a:xfrm>
        </p:grpSpPr>
        <p:pic>
          <p:nvPicPr>
            <p:cNvPr id="33" name="Picture 2">
              <a:extLst>
                <a:ext uri="{FF2B5EF4-FFF2-40B4-BE49-F238E27FC236}">
                  <a16:creationId xmlns:a16="http://schemas.microsoft.com/office/drawing/2014/main" id="{567C9C09-B8D1-EC23-4AAB-A073BA2576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1602"/>
            <a:stretch/>
          </p:blipFill>
          <p:spPr bwMode="auto">
            <a:xfrm>
              <a:off x="5403712" y="2704688"/>
              <a:ext cx="1384576" cy="80856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a:extLst>
                <a:ext uri="{FF2B5EF4-FFF2-40B4-BE49-F238E27FC236}">
                  <a16:creationId xmlns:a16="http://schemas.microsoft.com/office/drawing/2014/main" id="{93869D14-1BA4-3490-7962-5A65832FA6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565"/>
            <a:stretch/>
          </p:blipFill>
          <p:spPr bwMode="auto">
            <a:xfrm>
              <a:off x="6509217" y="2907406"/>
              <a:ext cx="1384576" cy="615232"/>
            </a:xfrm>
            <a:prstGeom prst="rect">
              <a:avLst/>
            </a:prstGeom>
            <a:noFill/>
            <a:extLst>
              <a:ext uri="{909E8E84-426E-40DD-AFC4-6F175D3DCCD1}">
                <a14:hiddenFill xmlns:a14="http://schemas.microsoft.com/office/drawing/2010/main">
                  <a:solidFill>
                    <a:srgbClr val="FFFFFF"/>
                  </a:solidFill>
                </a14:hiddenFill>
              </a:ext>
            </a:extLst>
          </p:spPr>
        </p:pic>
      </p:grpSp>
      <p:sp>
        <p:nvSpPr>
          <p:cNvPr id="101" name="Text"/>
          <p:cNvSpPr txBox="1"/>
          <p:nvPr/>
        </p:nvSpPr>
        <p:spPr>
          <a:xfrm>
            <a:off x="548640" y="1234440"/>
            <a:ext cx="3520440" cy="1783080"/>
          </a:xfrm>
          <a:prstGeom prst="roundRect">
            <a:avLst>
              <a:gd name="adj" fmla="val 8000"/>
            </a:avLst>
          </a:prstGeom>
          <a:solidFill>
            <a:srgbClr val="EAF0F8"/>
          </a:solidFill>
          <a:ln>
            <a:noFill/>
          </a:ln>
        </p:spPr>
        <p:txBody>
          <a:bodyPr wrap="square" lIns="73152" tIns="73152" rIns="73152" bIns="73152" rtlCol="0" anchor="ctr">
            <a:normAutofit/>
          </a:bodyPr>
          <a:lstStyle/>
          <a:p>
            <a:pPr algn="ctr">
              <a:spcAft>
                <a:spcPts val="800"/>
              </a:spcAft>
              <a:buNone/>
            </a:pPr>
            <a:r>
              <a:rPr lang="en-US" sz="1900" b="1" i="0" dirty="0">
                <a:solidFill>
                  <a:srgbClr val="BF6019"/>
                </a:solidFill>
                <a:latin typeface="LM Roman 10"/>
                <a:cs typeface="LM Roman 10"/>
              </a:rPr>
              <a:t>Mechanics</a:t>
            </a:r>
            <a:endParaRPr lang="en-US" sz="1900"/>
          </a:p>
          <a:p>
            <a:pPr algn="ctr">
              <a:spcAft>
                <a:spcPts val="800"/>
              </a:spcAft>
              <a:buNone/>
            </a:pPr>
            <a:r>
              <a:rPr lang="en-US" sz="2000" b="0" i="1" dirty="0">
                <a:solidFill>
                  <a:srgbClr val="002060"/>
                </a:solidFill>
                <a:latin typeface="Cambria Math"/>
                <a:cs typeface="Cambria Math"/>
              </a:rPr>
              <a:t>m x″ = F(t, x, x′)</a:t>
            </a:r>
            <a:endParaRPr lang="en-US" sz="2000"/>
          </a:p>
          <a:p>
            <a:pPr algn="ctr">
              <a:spcAft>
                <a:spcPts val="0"/>
              </a:spcAft>
              <a:buNone/>
            </a:pPr>
            <a:r>
              <a:rPr lang="en-US" sz="1500" b="0" i="0" dirty="0">
                <a:solidFill>
                  <a:srgbClr val="002060"/>
                </a:solidFill>
                <a:latin typeface="LM Roman 10"/>
                <a:cs typeface="LM Roman 10"/>
              </a:rPr>
              <a:t>Newton’s second law</a:t>
            </a:r>
            <a:endParaRPr lang="en-US" sz="1500"/>
          </a:p>
        </p:txBody>
      </p:sp>
      <p:sp>
        <p:nvSpPr>
          <p:cNvPr id="102" name="Text"/>
          <p:cNvSpPr txBox="1"/>
          <p:nvPr/>
        </p:nvSpPr>
        <p:spPr>
          <a:xfrm>
            <a:off x="4343400" y="1234440"/>
            <a:ext cx="3520440" cy="1783080"/>
          </a:xfrm>
          <a:prstGeom prst="roundRect">
            <a:avLst>
              <a:gd name="adj" fmla="val 8000"/>
            </a:avLst>
          </a:prstGeom>
          <a:solidFill>
            <a:srgbClr val="FDF0E6"/>
          </a:solidFill>
          <a:ln>
            <a:noFill/>
          </a:ln>
        </p:spPr>
        <p:txBody>
          <a:bodyPr wrap="square" lIns="73152" tIns="73152" rIns="73152" bIns="73152" rtlCol="0" anchor="ctr">
            <a:normAutofit/>
          </a:bodyPr>
          <a:lstStyle/>
          <a:p>
            <a:pPr algn="ctr">
              <a:spcAft>
                <a:spcPts val="800"/>
              </a:spcAft>
              <a:buNone/>
            </a:pPr>
            <a:r>
              <a:rPr lang="en-US" sz="1900" b="1" i="0" dirty="0">
                <a:solidFill>
                  <a:srgbClr val="BF6019"/>
                </a:solidFill>
                <a:latin typeface="LM Roman 10"/>
                <a:cs typeface="LM Roman 10"/>
              </a:rPr>
              <a:t>Electrical circuits</a:t>
            </a:r>
            <a:endParaRPr lang="en-US" sz="1900"/>
          </a:p>
          <a:p>
            <a:pPr algn="ctr">
              <a:spcAft>
                <a:spcPts val="800"/>
              </a:spcAft>
              <a:buNone/>
            </a:pPr>
            <a:r>
              <a:rPr lang="en-US" sz="2000" b="0" i="1" dirty="0">
                <a:solidFill>
                  <a:srgbClr val="002060"/>
                </a:solidFill>
                <a:latin typeface="Cambria Math"/>
                <a:cs typeface="Cambria Math"/>
              </a:rPr>
              <a:t>L Q″ + R Q′ + Q/C = E(t)</a:t>
            </a:r>
            <a:endParaRPr lang="en-US" sz="2000"/>
          </a:p>
          <a:p>
            <a:pPr algn="ctr">
              <a:spcAft>
                <a:spcPts val="0"/>
              </a:spcAft>
              <a:buNone/>
            </a:pPr>
            <a:r>
              <a:rPr lang="en-US" sz="1500" b="0" i="0" dirty="0">
                <a:solidFill>
                  <a:srgbClr val="002060"/>
                </a:solidFill>
                <a:latin typeface="LM Roman 10"/>
                <a:cs typeface="LM Roman 10"/>
              </a:rPr>
              <a:t>series RLC circuit</a:t>
            </a:r>
            <a:endParaRPr lang="en-US" sz="1500"/>
          </a:p>
        </p:txBody>
      </p:sp>
      <p:sp>
        <p:nvSpPr>
          <p:cNvPr id="103" name="Text"/>
          <p:cNvSpPr txBox="1"/>
          <p:nvPr/>
        </p:nvSpPr>
        <p:spPr>
          <a:xfrm>
            <a:off x="8138160" y="1234440"/>
            <a:ext cx="3520440" cy="1783080"/>
          </a:xfrm>
          <a:prstGeom prst="roundRect">
            <a:avLst>
              <a:gd name="adj" fmla="val 8000"/>
            </a:avLst>
          </a:prstGeom>
          <a:solidFill>
            <a:srgbClr val="EAF0F8"/>
          </a:solidFill>
          <a:ln>
            <a:noFill/>
          </a:ln>
        </p:spPr>
        <p:txBody>
          <a:bodyPr wrap="square" lIns="73152" tIns="73152" rIns="73152" bIns="73152" rtlCol="0" anchor="ctr">
            <a:normAutofit/>
          </a:bodyPr>
          <a:lstStyle/>
          <a:p>
            <a:pPr algn="ctr">
              <a:spcAft>
                <a:spcPts val="800"/>
              </a:spcAft>
              <a:buNone/>
            </a:pPr>
            <a:r>
              <a:rPr lang="en-US" sz="1900" b="1" i="0" dirty="0">
                <a:solidFill>
                  <a:srgbClr val="BF6019"/>
                </a:solidFill>
                <a:latin typeface="LM Roman 10"/>
                <a:cs typeface="LM Roman 10"/>
              </a:rPr>
              <a:t>Nuclear physics</a:t>
            </a:r>
            <a:endParaRPr lang="en-US" sz="1900"/>
          </a:p>
          <a:p>
            <a:pPr algn="ctr">
              <a:spcAft>
                <a:spcPts val="800"/>
              </a:spcAft>
              <a:buNone/>
            </a:pPr>
            <a:r>
              <a:rPr lang="en-US" sz="2000" b="0" i="1" dirty="0">
                <a:solidFill>
                  <a:srgbClr val="002060"/>
                </a:solidFill>
                <a:latin typeface="Cambria Math"/>
                <a:cs typeface="Cambria Math"/>
              </a:rPr>
              <a:t>N′ = −λ N</a:t>
            </a:r>
            <a:endParaRPr lang="en-US" sz="2000"/>
          </a:p>
          <a:p>
            <a:pPr algn="ctr">
              <a:spcAft>
                <a:spcPts val="0"/>
              </a:spcAft>
              <a:buNone/>
            </a:pPr>
            <a:r>
              <a:rPr lang="en-US" sz="1500" b="0" i="0" dirty="0">
                <a:solidFill>
                  <a:srgbClr val="002060"/>
                </a:solidFill>
                <a:latin typeface="LM Roman 10"/>
                <a:cs typeface="LM Roman 10"/>
              </a:rPr>
              <a:t>radioactive decay</a:t>
            </a:r>
            <a:endParaRPr lang="en-US" sz="1500"/>
          </a:p>
        </p:txBody>
      </p:sp>
      <p:sp>
        <p:nvSpPr>
          <p:cNvPr id="104" name="Text"/>
          <p:cNvSpPr txBox="1"/>
          <p:nvPr/>
        </p:nvSpPr>
        <p:spPr>
          <a:xfrm>
            <a:off x="548640" y="3246120"/>
            <a:ext cx="3520440" cy="1783080"/>
          </a:xfrm>
          <a:prstGeom prst="roundRect">
            <a:avLst>
              <a:gd name="adj" fmla="val 8000"/>
            </a:avLst>
          </a:prstGeom>
          <a:solidFill>
            <a:srgbClr val="EAF0F8"/>
          </a:solidFill>
          <a:ln>
            <a:noFill/>
          </a:ln>
        </p:spPr>
        <p:txBody>
          <a:bodyPr wrap="square" lIns="73152" tIns="73152" rIns="73152" bIns="73152" rtlCol="0" anchor="ctr">
            <a:normAutofit/>
          </a:bodyPr>
          <a:lstStyle/>
          <a:p>
            <a:pPr algn="ctr">
              <a:spcAft>
                <a:spcPts val="800"/>
              </a:spcAft>
              <a:buNone/>
            </a:pPr>
            <a:r>
              <a:rPr lang="en-US" sz="1900" b="1" i="0" dirty="0">
                <a:solidFill>
                  <a:srgbClr val="BF6019"/>
                </a:solidFill>
                <a:latin typeface="LM Roman 10"/>
                <a:cs typeface="LM Roman 10"/>
              </a:rPr>
              <a:t>Population dynamics</a:t>
            </a:r>
            <a:endParaRPr lang="en-US" sz="1900"/>
          </a:p>
          <a:p>
            <a:pPr algn="ctr">
              <a:spcAft>
                <a:spcPts val="800"/>
              </a:spcAft>
              <a:buNone/>
            </a:pPr>
            <a:r>
              <a:rPr lang="en-US" sz="2000" b="0" i="1" dirty="0">
                <a:solidFill>
                  <a:srgbClr val="002060"/>
                </a:solidFill>
                <a:latin typeface="Cambria Math"/>
                <a:cs typeface="Cambria Math"/>
              </a:rPr>
              <a:t>P′ = k P (1 − P/K)</a:t>
            </a:r>
            <a:endParaRPr lang="en-US" sz="2000"/>
          </a:p>
          <a:p>
            <a:pPr algn="ctr">
              <a:spcAft>
                <a:spcPts val="0"/>
              </a:spcAft>
              <a:buNone/>
            </a:pPr>
            <a:r>
              <a:rPr lang="en-US" sz="1500" b="0" i="0" dirty="0">
                <a:solidFill>
                  <a:srgbClr val="002060"/>
                </a:solidFill>
                <a:latin typeface="LM Roman 10"/>
                <a:cs typeface="LM Roman 10"/>
              </a:rPr>
              <a:t>logistic growth</a:t>
            </a:r>
            <a:endParaRPr lang="en-US" sz="1500"/>
          </a:p>
        </p:txBody>
      </p:sp>
      <p:sp>
        <p:nvSpPr>
          <p:cNvPr id="105" name="Text"/>
          <p:cNvSpPr txBox="1"/>
          <p:nvPr/>
        </p:nvSpPr>
        <p:spPr>
          <a:xfrm>
            <a:off x="4343400" y="3246120"/>
            <a:ext cx="3520440" cy="1783080"/>
          </a:xfrm>
          <a:prstGeom prst="roundRect">
            <a:avLst>
              <a:gd name="adj" fmla="val 8000"/>
            </a:avLst>
          </a:prstGeom>
          <a:solidFill>
            <a:srgbClr val="FDF0E6"/>
          </a:solidFill>
          <a:ln>
            <a:noFill/>
          </a:ln>
        </p:spPr>
        <p:txBody>
          <a:bodyPr wrap="square" lIns="73152" tIns="73152" rIns="73152" bIns="73152" rtlCol="0" anchor="ctr">
            <a:normAutofit/>
          </a:bodyPr>
          <a:lstStyle/>
          <a:p>
            <a:pPr algn="ctr">
              <a:spcAft>
                <a:spcPts val="800"/>
              </a:spcAft>
              <a:buNone/>
            </a:pPr>
            <a:r>
              <a:rPr lang="en-US" sz="1900" b="1" i="0" dirty="0">
                <a:solidFill>
                  <a:srgbClr val="BF6019"/>
                </a:solidFill>
                <a:latin typeface="LM Roman 10"/>
                <a:cs typeface="LM Roman 10"/>
              </a:rPr>
              <a:t>Heat transfer</a:t>
            </a:r>
            <a:endParaRPr lang="en-US" sz="1900"/>
          </a:p>
          <a:p>
            <a:pPr algn="ctr">
              <a:spcAft>
                <a:spcPts val="800"/>
              </a:spcAft>
              <a:buNone/>
            </a:pPr>
            <a:r>
              <a:rPr lang="en-US" sz="2000" b="0" i="1" dirty="0">
                <a:solidFill>
                  <a:srgbClr val="002060"/>
                </a:solidFill>
                <a:latin typeface="Cambria Math"/>
                <a:cs typeface="Cambria Math"/>
              </a:rPr>
              <a:t>T′ = −k (T − T</a:t>
            </a:r>
            <a:r>
              <a:rPr lang="en-US" sz="2000" b="0" i="1" baseline="-25000" dirty="0">
                <a:solidFill>
                  <a:srgbClr val="002060"/>
                </a:solidFill>
                <a:latin typeface="Cambria Math"/>
                <a:cs typeface="Cambria Math"/>
              </a:rPr>
              <a:t>a</a:t>
            </a:r>
            <a:r>
              <a:rPr lang="en-US" sz="2000" b="0" i="1" dirty="0">
                <a:solidFill>
                  <a:srgbClr val="002060"/>
                </a:solidFill>
                <a:latin typeface="Cambria Math"/>
                <a:cs typeface="Cambria Math"/>
              </a:rPr>
              <a:t>)</a:t>
            </a:r>
            <a:endParaRPr lang="en-US" sz="2000"/>
          </a:p>
          <a:p>
            <a:pPr algn="ctr">
              <a:spcAft>
                <a:spcPts val="0"/>
              </a:spcAft>
              <a:buNone/>
            </a:pPr>
            <a:r>
              <a:rPr lang="en-US" sz="1500" b="0" i="0" dirty="0">
                <a:solidFill>
                  <a:srgbClr val="002060"/>
                </a:solidFill>
                <a:latin typeface="LM Roman 10"/>
                <a:cs typeface="LM Roman 10"/>
              </a:rPr>
              <a:t>Newton’s law of cooling</a:t>
            </a:r>
            <a:endParaRPr lang="en-US" sz="1500"/>
          </a:p>
        </p:txBody>
      </p:sp>
      <p:sp>
        <p:nvSpPr>
          <p:cNvPr id="106" name="Text"/>
          <p:cNvSpPr txBox="1"/>
          <p:nvPr/>
        </p:nvSpPr>
        <p:spPr>
          <a:xfrm>
            <a:off x="8138160" y="3246120"/>
            <a:ext cx="3520440" cy="1783080"/>
          </a:xfrm>
          <a:prstGeom prst="roundRect">
            <a:avLst>
              <a:gd name="adj" fmla="val 8000"/>
            </a:avLst>
          </a:prstGeom>
          <a:solidFill>
            <a:srgbClr val="EAF0F8"/>
          </a:solidFill>
          <a:ln>
            <a:noFill/>
          </a:ln>
        </p:spPr>
        <p:txBody>
          <a:bodyPr wrap="square" lIns="73152" tIns="73152" rIns="73152" bIns="73152" rtlCol="0" anchor="ctr">
            <a:normAutofit/>
          </a:bodyPr>
          <a:lstStyle/>
          <a:p>
            <a:pPr algn="ctr">
              <a:spcAft>
                <a:spcPts val="800"/>
              </a:spcAft>
              <a:buNone/>
            </a:pPr>
            <a:r>
              <a:rPr lang="en-US" sz="1900" b="1" i="0" dirty="0">
                <a:solidFill>
                  <a:srgbClr val="BF6019"/>
                </a:solidFill>
                <a:latin typeface="LM Roman 10"/>
                <a:cs typeface="LM Roman 10"/>
              </a:rPr>
              <a:t>Epidemiology</a:t>
            </a:r>
            <a:endParaRPr lang="en-US" sz="1900"/>
          </a:p>
          <a:p>
            <a:pPr algn="ctr">
              <a:spcAft>
                <a:spcPts val="800"/>
              </a:spcAft>
              <a:buNone/>
            </a:pPr>
            <a:r>
              <a:rPr lang="en-US" sz="2000" b="0" i="1" dirty="0">
                <a:solidFill>
                  <a:srgbClr val="002060"/>
                </a:solidFill>
                <a:latin typeface="Cambria Math"/>
                <a:cs typeface="Cambria Math"/>
              </a:rPr>
              <a:t>S′ = −βSI,  I′ = βSI − γI</a:t>
            </a:r>
            <a:endParaRPr lang="en-US" sz="2000"/>
          </a:p>
          <a:p>
            <a:pPr algn="ctr">
              <a:spcAft>
                <a:spcPts val="0"/>
              </a:spcAft>
              <a:buNone/>
            </a:pPr>
            <a:r>
              <a:rPr lang="en-US" sz="1500" b="0" i="0" dirty="0">
                <a:solidFill>
                  <a:srgbClr val="002060"/>
                </a:solidFill>
                <a:latin typeface="LM Roman 10"/>
                <a:cs typeface="LM Roman 10"/>
              </a:rPr>
              <a:t>SIR model (a system of ODEs)</a:t>
            </a:r>
            <a:endParaRPr lang="en-US" sz="1500"/>
          </a:p>
        </p:txBody>
      </p:sp>
      <p:sp>
        <p:nvSpPr>
          <p:cNvPr id="107" name="Text"/>
          <p:cNvSpPr txBox="1"/>
          <p:nvPr/>
        </p:nvSpPr>
        <p:spPr>
          <a:xfrm>
            <a:off x="548640" y="5166360"/>
            <a:ext cx="11155680" cy="1005840"/>
          </a:xfrm>
          <a:prstGeom prst="rect">
            <a:avLst/>
          </a:prstGeom>
          <a:noFill/>
          <a:ln>
            <a:noFill/>
          </a:ln>
        </p:spPr>
        <p:txBody>
          <a:bodyPr wrap="square" lIns="73152" tIns="73152" rIns="73152" bIns="73152" rtlCol="0" anchor="t">
            <a:normAutofit/>
          </a:bodyPr>
          <a:lstStyle/>
          <a:p>
            <a:pPr algn="ctr">
              <a:spcAft>
                <a:spcPts val="400"/>
              </a:spcAft>
              <a:buNone/>
            </a:pPr>
            <a:r>
              <a:rPr lang="en-US" sz="1700" b="0" i="1" dirty="0">
                <a:solidFill>
                  <a:srgbClr val="002060"/>
                </a:solidFill>
                <a:latin typeface="LM Roman 10"/>
                <a:cs typeface="LM Roman 10"/>
              </a:rPr>
              <a:t>“The laws of physics are generally written down as differential equations.”</a:t>
            </a:r>
            <a:r>
              <a:rPr lang="en-US" sz="1700" b="0" i="1" dirty="0">
                <a:solidFill>
                  <a:srgbClr val="5D6675"/>
                </a:solidFill>
                <a:latin typeface="LM Roman 10"/>
                <a:cs typeface="LM Roman 10"/>
              </a:rPr>
              <a:t>  — Lebl, §0.2.1</a:t>
            </a:r>
            <a:endParaRPr lang="en-US" sz="1700" dirty="0"/>
          </a:p>
          <a:p>
            <a:pPr algn="ctr">
              <a:spcAft>
                <a:spcPts val="600"/>
              </a:spcAft>
              <a:buNone/>
            </a:pPr>
            <a:r>
              <a:rPr lang="en-US" sz="1800" b="1" i="0" dirty="0">
                <a:solidFill>
                  <a:srgbClr val="BF6019"/>
                </a:solidFill>
                <a:latin typeface="LM Roman 10"/>
                <a:cs typeface="LM Roman 10"/>
              </a:rPr>
              <a:t>Same mathematics, different letters: applied science talks through ODEs.</a:t>
            </a:r>
            <a:endParaRPr lang="en-US" sz="1800" dirty="0"/>
          </a:p>
        </p:txBody>
      </p:sp>
    </p:spTree>
    <p:extLst>
      <p:ext uri="{BB962C8B-B14F-4D97-AF65-F5344CB8AC3E}">
        <p14:creationId xmlns:p14="http://schemas.microsoft.com/office/powerpoint/2010/main" val="2916294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B7FC9-7303-2DDF-22D9-A375F9FCBA42}"/>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2C760A3E-FF45-F647-68B2-6F941F0FE03D}"/>
              </a:ext>
            </a:extLst>
          </p:cNvPr>
          <p:cNvSpPr/>
          <p:nvPr/>
        </p:nvSpPr>
        <p:spPr>
          <a:xfrm>
            <a:off x="0" y="6309106"/>
            <a:ext cx="12192000" cy="549124"/>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piè di pagina 1">
            <a:extLst>
              <a:ext uri="{FF2B5EF4-FFF2-40B4-BE49-F238E27FC236}">
                <a16:creationId xmlns:a16="http://schemas.microsoft.com/office/drawing/2014/main" id="{D93F69B5-A372-36E1-C0D1-892D9A6B88D5}"/>
              </a:ext>
            </a:extLst>
          </p:cNvPr>
          <p:cNvSpPr>
            <a:spLocks noGrp="1"/>
          </p:cNvSpPr>
          <p:nvPr>
            <p:ph type="ftr" sz="quarter" idx="11"/>
          </p:nvPr>
        </p:nvSpPr>
        <p:spPr>
          <a:xfrm>
            <a:off x="4038600" y="6448272"/>
            <a:ext cx="4114800" cy="365125"/>
          </a:xfrm>
        </p:spPr>
        <p:txBody>
          <a:bodyPr/>
          <a:lstStyle/>
          <a:p>
            <a:r>
              <a:rPr lang="en-US" sz="1600" dirty="0">
                <a:solidFill>
                  <a:srgbClr val="002060"/>
                </a:solidFill>
              </a:rPr>
              <a:t>MATH 331: Differential Equations</a:t>
            </a:r>
          </a:p>
        </p:txBody>
      </p:sp>
      <p:sp>
        <p:nvSpPr>
          <p:cNvPr id="6" name="CasellaDiTesto 5">
            <a:extLst>
              <a:ext uri="{FF2B5EF4-FFF2-40B4-BE49-F238E27FC236}">
                <a16:creationId xmlns:a16="http://schemas.microsoft.com/office/drawing/2014/main" id="{8495B6C3-1F7A-7299-D7B8-F42087CCE23B}"/>
              </a:ext>
            </a:extLst>
          </p:cNvPr>
          <p:cNvSpPr txBox="1"/>
          <p:nvPr/>
        </p:nvSpPr>
        <p:spPr>
          <a:xfrm>
            <a:off x="981880" y="330553"/>
            <a:ext cx="10424160" cy="707886"/>
          </a:xfrm>
          <a:prstGeom prst="rect">
            <a:avLst/>
          </a:prstGeom>
          <a:noFill/>
        </p:spPr>
        <p:txBody>
          <a:bodyPr wrap="square" rtlCol="0" anchor="ctr" anchorCtr="0">
            <a:spAutoFit/>
          </a:bodyPr>
          <a:lstStyle/>
          <a:p>
            <a:r>
              <a:rPr lang="en-US" sz="4000" b="1" dirty="0">
                <a:solidFill>
                  <a:srgbClr val="002060"/>
                </a:solidFill>
                <a:latin typeface="LM Roman 10" panose="00000500000000000000" pitchFamily="2" charset="0"/>
              </a:rPr>
              <a:t>Solutions live on intervals</a:t>
            </a:r>
            <a:endParaRPr lang="it-IT" sz="4000" b="1" dirty="0">
              <a:solidFill>
                <a:srgbClr val="002060"/>
              </a:solidFill>
              <a:latin typeface="LM Roman 10" panose="00000500000000000000" pitchFamily="2" charset="0"/>
            </a:endParaRPr>
          </a:p>
        </p:txBody>
      </p:sp>
      <p:sp>
        <p:nvSpPr>
          <p:cNvPr id="13" name="Segnaposto numero diapositiva 14">
            <a:extLst>
              <a:ext uri="{FF2B5EF4-FFF2-40B4-BE49-F238E27FC236}">
                <a16:creationId xmlns:a16="http://schemas.microsoft.com/office/drawing/2014/main" id="{309AE5C9-EEDD-A311-4493-9CAABB78FFA5}"/>
              </a:ext>
            </a:extLst>
          </p:cNvPr>
          <p:cNvSpPr txBox="1">
            <a:spLocks/>
          </p:cNvSpPr>
          <p:nvPr/>
        </p:nvSpPr>
        <p:spPr>
          <a:xfrm>
            <a:off x="9072638" y="6401105"/>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06BB8CB-C112-4AF1-992B-2BAB7191A575}" type="slidenum">
              <a:rPr lang="it-IT" sz="1600" b="1" smtClean="0">
                <a:solidFill>
                  <a:srgbClr val="002060"/>
                </a:solidFill>
              </a:rPr>
              <a:pPr/>
              <a:t>7</a:t>
            </a:fld>
            <a:endParaRPr lang="it-IT" sz="1600" b="1" dirty="0">
              <a:solidFill>
                <a:srgbClr val="002060"/>
              </a:solidFill>
            </a:endParaRPr>
          </a:p>
        </p:txBody>
      </p:sp>
      <p:grpSp>
        <p:nvGrpSpPr>
          <p:cNvPr id="32" name="Gruppo 31">
            <a:extLst>
              <a:ext uri="{FF2B5EF4-FFF2-40B4-BE49-F238E27FC236}">
                <a16:creationId xmlns:a16="http://schemas.microsoft.com/office/drawing/2014/main" id="{2E62AB85-3A93-A286-6E45-A75C8BBC09DC}"/>
              </a:ext>
            </a:extLst>
          </p:cNvPr>
          <p:cNvGrpSpPr/>
          <p:nvPr/>
        </p:nvGrpSpPr>
        <p:grpSpPr>
          <a:xfrm>
            <a:off x="14040" y="6251906"/>
            <a:ext cx="1906650" cy="626303"/>
            <a:chOff x="5403712" y="2704688"/>
            <a:chExt cx="2490081" cy="817950"/>
          </a:xfrm>
        </p:grpSpPr>
        <p:pic>
          <p:nvPicPr>
            <p:cNvPr id="33" name="Picture 2">
              <a:extLst>
                <a:ext uri="{FF2B5EF4-FFF2-40B4-BE49-F238E27FC236}">
                  <a16:creationId xmlns:a16="http://schemas.microsoft.com/office/drawing/2014/main" id="{567C9C09-B8D1-EC23-4AAB-A073BA2576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1602"/>
            <a:stretch/>
          </p:blipFill>
          <p:spPr bwMode="auto">
            <a:xfrm>
              <a:off x="5403712" y="2704688"/>
              <a:ext cx="1384576" cy="80856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a:extLst>
                <a:ext uri="{FF2B5EF4-FFF2-40B4-BE49-F238E27FC236}">
                  <a16:creationId xmlns:a16="http://schemas.microsoft.com/office/drawing/2014/main" id="{93869D14-1BA4-3490-7962-5A65832FA6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565"/>
            <a:stretch/>
          </p:blipFill>
          <p:spPr bwMode="auto">
            <a:xfrm>
              <a:off x="6509217" y="2907406"/>
              <a:ext cx="1384576" cy="615232"/>
            </a:xfrm>
            <a:prstGeom prst="rect">
              <a:avLst/>
            </a:prstGeom>
            <a:noFill/>
            <a:extLst>
              <a:ext uri="{909E8E84-426E-40DD-AFC4-6F175D3DCCD1}">
                <a14:hiddenFill xmlns:a14="http://schemas.microsoft.com/office/drawing/2010/main">
                  <a:solidFill>
                    <a:srgbClr val="FFFFFF"/>
                  </a:solidFill>
                </a14:hiddenFill>
              </a:ext>
            </a:extLst>
          </p:spPr>
        </p:pic>
      </p:grpSp>
      <p:sp>
        <p:nvSpPr>
          <p:cNvPr id="101" name="Text"/>
          <p:cNvSpPr txBox="1"/>
          <p:nvPr/>
        </p:nvSpPr>
        <p:spPr>
          <a:xfrm>
            <a:off x="548640" y="1234440"/>
            <a:ext cx="7406640" cy="822960"/>
          </a:xfrm>
          <a:prstGeom prst="rect">
            <a:avLst/>
          </a:prstGeom>
          <a:noFill/>
          <a:ln>
            <a:noFill/>
          </a:ln>
        </p:spPr>
        <p:txBody>
          <a:bodyPr wrap="square" lIns="73152" tIns="73152" rIns="73152" bIns="73152" rtlCol="0" anchor="t">
            <a:normAutofit/>
          </a:bodyPr>
          <a:lstStyle/>
          <a:p>
            <a:pPr algn="l">
              <a:spcAft>
                <a:spcPts val="600"/>
              </a:spcAft>
              <a:buNone/>
            </a:pPr>
            <a:r>
              <a:rPr lang="en-US" sz="1900" b="1" i="0" dirty="0">
                <a:solidFill>
                  <a:srgbClr val="BF6019"/>
                </a:solidFill>
                <a:latin typeface="LM Roman 10"/>
                <a:cs typeface="LM Roman 10"/>
              </a:rPr>
              <a:t>A solution is a differentiable function on an interval I: the interval is part of the answer.</a:t>
            </a:r>
            <a:endParaRPr lang="en-US" sz="1900"/>
          </a:p>
        </p:txBody>
      </p:sp>
      <p:sp>
        <p:nvSpPr>
          <p:cNvPr id="102" name="Text"/>
          <p:cNvSpPr txBox="1"/>
          <p:nvPr/>
        </p:nvSpPr>
        <p:spPr>
          <a:xfrm>
            <a:off x="548640" y="2057400"/>
            <a:ext cx="7406640" cy="2377440"/>
          </a:xfrm>
          <a:prstGeom prst="rect">
            <a:avLst/>
          </a:prstGeom>
          <a:noFill/>
          <a:ln>
            <a:noFill/>
          </a:ln>
        </p:spPr>
        <p:txBody>
          <a:bodyPr wrap="square" lIns="73152" tIns="73152" rIns="73152" bIns="73152" rtlCol="0" anchor="t">
            <a:normAutofit/>
          </a:bodyPr>
          <a:lstStyle/>
          <a:p>
            <a:pPr marL="274320" indent="-274320" algn="l">
              <a:spcAft>
                <a:spcPts val="800"/>
              </a:spcAft>
              <a:buClr>
                <a:srgbClr val="BF6019"/>
              </a:buClr>
              <a:buSzPct val="100000"/>
              <a:buFont typeface="Arial"/>
              <a:buChar char="•"/>
            </a:pPr>
            <a:r>
              <a:rPr lang="en-US" sz="1700" b="1" i="0" dirty="0">
                <a:solidFill>
                  <a:srgbClr val="002060"/>
                </a:solidFill>
                <a:latin typeface="LM Roman 10"/>
                <a:cs typeface="LM Roman 10"/>
              </a:rPr>
              <a:t>Lebl, Ex. 1.2.3: </a:t>
            </a:r>
            <a:r>
              <a:rPr lang="en-US" sz="1700" b="0" i="1" dirty="0">
                <a:solidFill>
                  <a:srgbClr val="002060"/>
                </a:solidFill>
                <a:latin typeface="Cambria Math"/>
                <a:cs typeface="Cambria Math"/>
              </a:rPr>
              <a:t>y′ = y², y(0) = 1</a:t>
            </a:r>
            <a:r>
              <a:rPr lang="en-US" sz="1700" b="0" i="0" dirty="0">
                <a:solidFill>
                  <a:srgbClr val="002060"/>
                </a:solidFill>
                <a:latin typeface="LM Roman 10"/>
                <a:cs typeface="LM Roman 10"/>
              </a:rPr>
              <a:t> gives </a:t>
            </a:r>
            <a:r>
              <a:rPr lang="en-US" sz="1700" b="0" i="1" dirty="0">
                <a:solidFill>
                  <a:srgbClr val="002060"/>
                </a:solidFill>
                <a:latin typeface="Cambria Math"/>
                <a:cs typeface="Cambria Math"/>
              </a:rPr>
              <a:t>y = 1/(1 − x)</a:t>
            </a:r>
            <a:r>
              <a:rPr lang="en-US" sz="1700" b="0" i="0" dirty="0">
                <a:solidFill>
                  <a:srgbClr val="002060"/>
                </a:solidFill>
                <a:latin typeface="LM Roman 10"/>
                <a:cs typeface="LM Roman 10"/>
              </a:rPr>
              <a:t>, valid only on (−∞, 1). The equation is harmless everywhere, yet the solution blows up at x = 1; the branch x &gt; 1 is a </a:t>
            </a:r>
            <a:r>
              <a:rPr lang="en-US" sz="1700" b="0" i="1" dirty="0">
                <a:solidFill>
                  <a:srgbClr val="002060"/>
                </a:solidFill>
                <a:latin typeface="LM Roman 10"/>
                <a:cs typeface="LM Roman 10"/>
              </a:rPr>
              <a:t>different</a:t>
            </a:r>
            <a:r>
              <a:rPr lang="en-US" sz="1700" b="0" i="0" dirty="0">
                <a:solidFill>
                  <a:srgbClr val="002060"/>
                </a:solidFill>
                <a:latin typeface="LM Roman 10"/>
                <a:cs typeface="LM Roman 10"/>
              </a:rPr>
              <a:t> solution.</a:t>
            </a:r>
            <a:endParaRPr lang="en-US" sz="1700"/>
          </a:p>
          <a:p>
            <a:pPr marL="274320" indent="-274320" algn="l">
              <a:spcAft>
                <a:spcPts val="800"/>
              </a:spcAft>
              <a:buClr>
                <a:srgbClr val="BF6019"/>
              </a:buClr>
              <a:buSzPct val="100000"/>
              <a:buFont typeface="Arial"/>
              <a:buChar char="•"/>
            </a:pPr>
            <a:r>
              <a:rPr lang="en-US" sz="1700" b="1" i="0" dirty="0">
                <a:solidFill>
                  <a:srgbClr val="002060"/>
                </a:solidFill>
                <a:latin typeface="LM Roman 10"/>
                <a:cs typeface="LM Roman 10"/>
              </a:rPr>
              <a:t>Lebl, Ex. 1.2.1: </a:t>
            </a:r>
            <a:r>
              <a:rPr lang="en-US" sz="1700" b="0" i="1" dirty="0">
                <a:solidFill>
                  <a:srgbClr val="002060"/>
                </a:solidFill>
                <a:latin typeface="Cambria Math"/>
                <a:cs typeface="Cambria Math"/>
              </a:rPr>
              <a:t>y′ = 1/x, y(0) = 0</a:t>
            </a:r>
            <a:r>
              <a:rPr lang="en-US" sz="1700" b="0" i="0" dirty="0">
                <a:solidFill>
                  <a:srgbClr val="002060"/>
                </a:solidFill>
                <a:latin typeface="LM Roman 10"/>
                <a:cs typeface="LM Roman 10"/>
              </a:rPr>
              <a:t> has no solution: ln|x| + C lives on x &lt; 0 or on x &gt; 0, never across 0.</a:t>
            </a:r>
            <a:endParaRPr lang="en-US" sz="1700"/>
          </a:p>
          <a:p>
            <a:pPr marL="274320" indent="-274320" algn="l">
              <a:spcAft>
                <a:spcPts val="600"/>
              </a:spcAft>
              <a:buClr>
                <a:srgbClr val="BF6019"/>
              </a:buClr>
              <a:buSzPct val="100000"/>
              <a:buFont typeface="Arial"/>
              <a:buChar char="•"/>
            </a:pPr>
            <a:r>
              <a:rPr lang="en-US" sz="1700" b="1" i="0" dirty="0">
                <a:solidFill>
                  <a:srgbClr val="002060"/>
                </a:solidFill>
                <a:latin typeface="LM Roman 10"/>
                <a:cs typeface="LM Roman 10"/>
              </a:rPr>
              <a:t>Interval of existence: </a:t>
            </a:r>
            <a:r>
              <a:rPr lang="en-US" sz="1700" b="0" i="0" dirty="0">
                <a:solidFill>
                  <a:srgbClr val="002060"/>
                </a:solidFill>
                <a:latin typeface="LM Roman 10"/>
                <a:cs typeface="LM Roman 10"/>
              </a:rPr>
              <a:t>the largest interval containing x</a:t>
            </a:r>
            <a:r>
              <a:rPr lang="en-US" sz="1700" b="0" i="0" baseline="-25000" dirty="0">
                <a:solidFill>
                  <a:srgbClr val="002060"/>
                </a:solidFill>
                <a:latin typeface="LM Roman 10"/>
                <a:cs typeface="LM Roman 10"/>
              </a:rPr>
              <a:t>0</a:t>
            </a:r>
            <a:r>
              <a:rPr lang="en-US" sz="1700" b="0" i="0" dirty="0">
                <a:solidFill>
                  <a:srgbClr val="002060"/>
                </a:solidFill>
                <a:latin typeface="LM Roman 10"/>
                <a:cs typeface="LM Roman 10"/>
              </a:rPr>
              <a:t> on which the solution is defined.</a:t>
            </a:r>
            <a:endParaRPr lang="en-US" sz="1700"/>
          </a:p>
        </p:txBody>
      </p:sp>
      <p:sp>
        <p:nvSpPr>
          <p:cNvPr id="103" name="Text"/>
          <p:cNvSpPr txBox="1"/>
          <p:nvPr/>
        </p:nvSpPr>
        <p:spPr>
          <a:xfrm>
            <a:off x="548640" y="4480560"/>
            <a:ext cx="7406640" cy="1645920"/>
          </a:xfrm>
          <a:prstGeom prst="roundRect">
            <a:avLst>
              <a:gd name="adj" fmla="val 8000"/>
            </a:avLst>
          </a:prstGeom>
          <a:solidFill>
            <a:srgbClr val="EAF0F8"/>
          </a:solidFill>
          <a:ln>
            <a:noFill/>
          </a:ln>
        </p:spPr>
        <p:txBody>
          <a:bodyPr wrap="square" lIns="137160" tIns="137160" rIns="137160" bIns="137160" rtlCol="0" anchor="t">
            <a:normAutofit/>
          </a:bodyPr>
          <a:lstStyle/>
          <a:p>
            <a:pPr algn="l">
              <a:spcAft>
                <a:spcPts val="400"/>
              </a:spcAft>
              <a:buNone/>
            </a:pPr>
            <a:r>
              <a:rPr lang="en-US" sz="1700" b="1" i="0" dirty="0">
                <a:solidFill>
                  <a:srgbClr val="BF6019"/>
                </a:solidFill>
                <a:latin typeface="LM Roman 10"/>
                <a:cs typeface="LM Roman 10"/>
              </a:rPr>
              <a:t>Linear versus nonlinear (Lebl §1.4)</a:t>
            </a:r>
            <a:endParaRPr lang="en-US" sz="1700"/>
          </a:p>
          <a:p>
            <a:pPr marL="274320" indent="-274320" algn="l">
              <a:spcAft>
                <a:spcPts val="400"/>
              </a:spcAft>
              <a:buClr>
                <a:srgbClr val="BF6019"/>
              </a:buClr>
              <a:buSzPct val="100000"/>
              <a:buFont typeface="Arial"/>
              <a:buChar char="•"/>
            </a:pPr>
            <a:r>
              <a:rPr lang="en-US" sz="1600" b="0" i="1" dirty="0">
                <a:solidFill>
                  <a:srgbClr val="002060"/>
                </a:solidFill>
                <a:latin typeface="Cambria Math"/>
                <a:cs typeface="Cambria Math"/>
              </a:rPr>
              <a:t>y′ + p(x) y = f(x)</a:t>
            </a:r>
            <a:r>
              <a:rPr lang="en-US" sz="1600" b="0" i="0" dirty="0">
                <a:solidFill>
                  <a:srgbClr val="002060"/>
                </a:solidFill>
                <a:latin typeface="LM Roman 10"/>
                <a:cs typeface="LM Roman 10"/>
              </a:rPr>
              <a:t> with p, f continuous on (a, b): the solution exists on </a:t>
            </a:r>
            <a:r>
              <a:rPr lang="en-US" sz="1600" b="0" i="1" dirty="0">
                <a:solidFill>
                  <a:srgbClr val="002060"/>
                </a:solidFill>
                <a:latin typeface="LM Roman 10"/>
                <a:cs typeface="LM Roman 10"/>
              </a:rPr>
              <a:t>all</a:t>
            </a:r>
            <a:r>
              <a:rPr lang="en-US" sz="1600" b="0" i="0" dirty="0">
                <a:solidFill>
                  <a:srgbClr val="002060"/>
                </a:solidFill>
                <a:latin typeface="LM Roman 10"/>
                <a:cs typeface="LM Roman 10"/>
              </a:rPr>
              <a:t> of (a, b).</a:t>
            </a:r>
            <a:endParaRPr lang="en-US" sz="1600"/>
          </a:p>
          <a:p>
            <a:pPr marL="274320" indent="-274320" algn="l">
              <a:spcAft>
                <a:spcPts val="600"/>
              </a:spcAft>
              <a:buClr>
                <a:srgbClr val="BF6019"/>
              </a:buClr>
              <a:buSzPct val="100000"/>
              <a:buFont typeface="Arial"/>
              <a:buChar char="•"/>
            </a:pPr>
            <a:r>
              <a:rPr lang="en-US" sz="1600" b="0" i="0" dirty="0">
                <a:solidFill>
                  <a:srgbClr val="002060"/>
                </a:solidFill>
                <a:latin typeface="LM Roman 10"/>
                <a:cs typeface="LM Roman 10"/>
              </a:rPr>
              <a:t>Nonlinear: existence is only </a:t>
            </a:r>
            <a:r>
              <a:rPr lang="en-US" sz="1600" b="0" i="1" dirty="0">
                <a:solidFill>
                  <a:srgbClr val="002060"/>
                </a:solidFill>
                <a:latin typeface="LM Roman 10"/>
                <a:cs typeface="LM Roman 10"/>
              </a:rPr>
              <a:t>local</a:t>
            </a:r>
            <a:r>
              <a:rPr lang="en-US" sz="1600" b="0" i="0" dirty="0">
                <a:solidFill>
                  <a:srgbClr val="002060"/>
                </a:solidFill>
                <a:latin typeface="LM Roman 10"/>
                <a:cs typeface="LM Roman 10"/>
              </a:rPr>
              <a:t>; y = 1/(A − x) blows up at x = A, so the interval depends on the initial condition.</a:t>
            </a:r>
            <a:endParaRPr lang="en-US" sz="1600"/>
          </a:p>
        </p:txBody>
      </p:sp>
      <p:pic>
        <p:nvPicPr>
          <p:cNvPr id="104" name="Figure intervals" descr="Blow-up of y' = y^2 and the two branches of ln|x|"/>
          <p:cNvPicPr>
            <a:picLocks noChangeAspect="1"/>
          </p:cNvPicPr>
          <p:nvPr/>
        </p:nvPicPr>
        <p:blipFill>
          <a:blip r:embed="rId4"/>
          <a:stretch>
            <a:fillRect/>
          </a:stretch>
        </p:blipFill>
        <p:spPr>
          <a:xfrm>
            <a:off x="8183880" y="1266031"/>
            <a:ext cx="3520440" cy="4828858"/>
          </a:xfrm>
          <a:prstGeom prst="rect">
            <a:avLst/>
          </a:prstGeom>
        </p:spPr>
      </p:pic>
    </p:spTree>
    <p:extLst>
      <p:ext uri="{BB962C8B-B14F-4D97-AF65-F5344CB8AC3E}">
        <p14:creationId xmlns:p14="http://schemas.microsoft.com/office/powerpoint/2010/main" val="2916294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B7FC9-7303-2DDF-22D9-A375F9FCBA42}"/>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2C760A3E-FF45-F647-68B2-6F941F0FE03D}"/>
              </a:ext>
            </a:extLst>
          </p:cNvPr>
          <p:cNvSpPr/>
          <p:nvPr/>
        </p:nvSpPr>
        <p:spPr>
          <a:xfrm>
            <a:off x="0" y="6309106"/>
            <a:ext cx="12192000" cy="549124"/>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piè di pagina 1">
            <a:extLst>
              <a:ext uri="{FF2B5EF4-FFF2-40B4-BE49-F238E27FC236}">
                <a16:creationId xmlns:a16="http://schemas.microsoft.com/office/drawing/2014/main" id="{D93F69B5-A372-36E1-C0D1-892D9A6B88D5}"/>
              </a:ext>
            </a:extLst>
          </p:cNvPr>
          <p:cNvSpPr>
            <a:spLocks noGrp="1"/>
          </p:cNvSpPr>
          <p:nvPr>
            <p:ph type="ftr" sz="quarter" idx="11"/>
          </p:nvPr>
        </p:nvSpPr>
        <p:spPr>
          <a:xfrm>
            <a:off x="4038600" y="6448272"/>
            <a:ext cx="4114800" cy="365125"/>
          </a:xfrm>
        </p:spPr>
        <p:txBody>
          <a:bodyPr/>
          <a:lstStyle/>
          <a:p>
            <a:r>
              <a:rPr lang="en-US" sz="1600" dirty="0">
                <a:solidFill>
                  <a:srgbClr val="002060"/>
                </a:solidFill>
              </a:rPr>
              <a:t>MATH 331: Differential Equations</a:t>
            </a:r>
          </a:p>
        </p:txBody>
      </p:sp>
      <p:sp>
        <p:nvSpPr>
          <p:cNvPr id="6" name="CasellaDiTesto 5">
            <a:extLst>
              <a:ext uri="{FF2B5EF4-FFF2-40B4-BE49-F238E27FC236}">
                <a16:creationId xmlns:a16="http://schemas.microsoft.com/office/drawing/2014/main" id="{8495B6C3-1F7A-7299-D7B8-F42087CCE23B}"/>
              </a:ext>
            </a:extLst>
          </p:cNvPr>
          <p:cNvSpPr txBox="1"/>
          <p:nvPr/>
        </p:nvSpPr>
        <p:spPr>
          <a:xfrm>
            <a:off x="981880" y="330553"/>
            <a:ext cx="10424160" cy="707886"/>
          </a:xfrm>
          <a:prstGeom prst="rect">
            <a:avLst/>
          </a:prstGeom>
          <a:noFill/>
        </p:spPr>
        <p:txBody>
          <a:bodyPr wrap="square" rtlCol="0" anchor="ctr" anchorCtr="0">
            <a:spAutoFit/>
          </a:bodyPr>
          <a:lstStyle/>
          <a:p>
            <a:r>
              <a:rPr lang="en-US" sz="4000" b="1" dirty="0">
                <a:solidFill>
                  <a:srgbClr val="002060"/>
                </a:solidFill>
                <a:latin typeface="LM Roman 10" panose="00000500000000000000" pitchFamily="2" charset="0"/>
              </a:rPr>
              <a:t>Existence and uniqueness</a:t>
            </a:r>
            <a:endParaRPr lang="it-IT" sz="4000" b="1" dirty="0">
              <a:solidFill>
                <a:srgbClr val="002060"/>
              </a:solidFill>
              <a:latin typeface="LM Roman 10" panose="00000500000000000000" pitchFamily="2" charset="0"/>
            </a:endParaRPr>
          </a:p>
        </p:txBody>
      </p:sp>
      <p:sp>
        <p:nvSpPr>
          <p:cNvPr id="13" name="Segnaposto numero diapositiva 14">
            <a:extLst>
              <a:ext uri="{FF2B5EF4-FFF2-40B4-BE49-F238E27FC236}">
                <a16:creationId xmlns:a16="http://schemas.microsoft.com/office/drawing/2014/main" id="{309AE5C9-EEDD-A311-4493-9CAABB78FFA5}"/>
              </a:ext>
            </a:extLst>
          </p:cNvPr>
          <p:cNvSpPr txBox="1">
            <a:spLocks/>
          </p:cNvSpPr>
          <p:nvPr/>
        </p:nvSpPr>
        <p:spPr>
          <a:xfrm>
            <a:off x="9072638" y="6401105"/>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06BB8CB-C112-4AF1-992B-2BAB7191A575}" type="slidenum">
              <a:rPr lang="it-IT" sz="1600" b="1" smtClean="0">
                <a:solidFill>
                  <a:srgbClr val="002060"/>
                </a:solidFill>
              </a:rPr>
              <a:pPr/>
              <a:t>8</a:t>
            </a:fld>
            <a:endParaRPr lang="it-IT" sz="1600" b="1" dirty="0">
              <a:solidFill>
                <a:srgbClr val="002060"/>
              </a:solidFill>
            </a:endParaRPr>
          </a:p>
        </p:txBody>
      </p:sp>
      <p:grpSp>
        <p:nvGrpSpPr>
          <p:cNvPr id="32" name="Gruppo 31">
            <a:extLst>
              <a:ext uri="{FF2B5EF4-FFF2-40B4-BE49-F238E27FC236}">
                <a16:creationId xmlns:a16="http://schemas.microsoft.com/office/drawing/2014/main" id="{2E62AB85-3A93-A286-6E45-A75C8BBC09DC}"/>
              </a:ext>
            </a:extLst>
          </p:cNvPr>
          <p:cNvGrpSpPr/>
          <p:nvPr/>
        </p:nvGrpSpPr>
        <p:grpSpPr>
          <a:xfrm>
            <a:off x="14040" y="6251906"/>
            <a:ext cx="1906650" cy="626303"/>
            <a:chOff x="5403712" y="2704688"/>
            <a:chExt cx="2490081" cy="817950"/>
          </a:xfrm>
        </p:grpSpPr>
        <p:pic>
          <p:nvPicPr>
            <p:cNvPr id="33" name="Picture 2">
              <a:extLst>
                <a:ext uri="{FF2B5EF4-FFF2-40B4-BE49-F238E27FC236}">
                  <a16:creationId xmlns:a16="http://schemas.microsoft.com/office/drawing/2014/main" id="{567C9C09-B8D1-EC23-4AAB-A073BA2576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1602"/>
            <a:stretch/>
          </p:blipFill>
          <p:spPr bwMode="auto">
            <a:xfrm>
              <a:off x="5403712" y="2704688"/>
              <a:ext cx="1384576" cy="80856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a:extLst>
                <a:ext uri="{FF2B5EF4-FFF2-40B4-BE49-F238E27FC236}">
                  <a16:creationId xmlns:a16="http://schemas.microsoft.com/office/drawing/2014/main" id="{93869D14-1BA4-3490-7962-5A65832FA6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565"/>
            <a:stretch/>
          </p:blipFill>
          <p:spPr bwMode="auto">
            <a:xfrm>
              <a:off x="6509217" y="2907406"/>
              <a:ext cx="1384576" cy="615232"/>
            </a:xfrm>
            <a:prstGeom prst="rect">
              <a:avLst/>
            </a:prstGeom>
            <a:noFill/>
            <a:extLst>
              <a:ext uri="{909E8E84-426E-40DD-AFC4-6F175D3DCCD1}">
                <a14:hiddenFill xmlns:a14="http://schemas.microsoft.com/office/drawing/2010/main">
                  <a:solidFill>
                    <a:srgbClr val="FFFFFF"/>
                  </a:solidFill>
                </a14:hiddenFill>
              </a:ext>
            </a:extLst>
          </p:spPr>
        </p:pic>
      </p:grpSp>
      <p:sp>
        <p:nvSpPr>
          <p:cNvPr id="101" name="Text"/>
          <p:cNvSpPr txBox="1"/>
          <p:nvPr/>
        </p:nvSpPr>
        <p:spPr>
          <a:xfrm>
            <a:off x="548640" y="1234440"/>
            <a:ext cx="6035040" cy="1508760"/>
          </a:xfrm>
          <a:prstGeom prst="roundRect">
            <a:avLst>
              <a:gd name="adj" fmla="val 8000"/>
            </a:avLst>
          </a:prstGeom>
          <a:solidFill>
            <a:srgbClr val="EAF0F8"/>
          </a:solidFill>
          <a:ln>
            <a:noFill/>
          </a:ln>
        </p:spPr>
        <p:txBody>
          <a:bodyPr wrap="square" lIns="137160" tIns="137160" rIns="137160" bIns="137160" rtlCol="0" anchor="t">
            <a:normAutofit/>
          </a:bodyPr>
          <a:lstStyle/>
          <a:p>
            <a:pPr algn="l">
              <a:spcAft>
                <a:spcPts val="600"/>
              </a:spcAft>
              <a:buNone/>
            </a:pPr>
            <a:r>
              <a:rPr lang="en-US" sz="1600" b="1" i="0" dirty="0">
                <a:solidFill>
                  <a:srgbClr val="002060"/>
                </a:solidFill>
                <a:latin typeface="LM Roman 10"/>
                <a:cs typeface="LM Roman 10"/>
              </a:rPr>
              <a:t>Theorem (Picard; Lebl, Thm 1.2.1). </a:t>
            </a:r>
            <a:r>
              <a:rPr lang="en-US" sz="1600" b="0" i="0" dirty="0">
                <a:solidFill>
                  <a:srgbClr val="002060"/>
                </a:solidFill>
                <a:latin typeface="LM Roman 10"/>
                <a:cs typeface="LM Roman 10"/>
              </a:rPr>
              <a:t>If f(x, y) is continuous and ∂f/∂y exists and is continuous near (x</a:t>
            </a:r>
            <a:r>
              <a:rPr lang="en-US" sz="1600" b="0" i="0" baseline="-25000" dirty="0">
                <a:solidFill>
                  <a:srgbClr val="002060"/>
                </a:solidFill>
                <a:latin typeface="LM Roman 10"/>
                <a:cs typeface="LM Roman 10"/>
              </a:rPr>
              <a:t>0</a:t>
            </a:r>
            <a:r>
              <a:rPr lang="en-US" sz="1600" b="0" i="0" dirty="0">
                <a:solidFill>
                  <a:srgbClr val="002060"/>
                </a:solidFill>
                <a:latin typeface="LM Roman 10"/>
                <a:cs typeface="LM Roman 10"/>
              </a:rPr>
              <a:t>, y</a:t>
            </a:r>
            <a:r>
              <a:rPr lang="en-US" sz="1600" b="0" i="0" baseline="-25000" dirty="0">
                <a:solidFill>
                  <a:srgbClr val="002060"/>
                </a:solidFill>
                <a:latin typeface="LM Roman 10"/>
                <a:cs typeface="LM Roman 10"/>
              </a:rPr>
              <a:t>0</a:t>
            </a:r>
            <a:r>
              <a:rPr lang="en-US" sz="1600" b="0" i="0" dirty="0">
                <a:solidFill>
                  <a:srgbClr val="002060"/>
                </a:solidFill>
                <a:latin typeface="LM Roman 10"/>
                <a:cs typeface="LM Roman 10"/>
              </a:rPr>
              <a:t>), then y′ = f(x, y), y(x</a:t>
            </a:r>
            <a:r>
              <a:rPr lang="en-US" sz="1600" b="0" i="0" baseline="-25000" dirty="0">
                <a:solidFill>
                  <a:srgbClr val="002060"/>
                </a:solidFill>
                <a:latin typeface="LM Roman 10"/>
                <a:cs typeface="LM Roman 10"/>
              </a:rPr>
              <a:t>0</a:t>
            </a:r>
            <a:r>
              <a:rPr lang="en-US" sz="1600" b="0" i="0" dirty="0">
                <a:solidFill>
                  <a:srgbClr val="002060"/>
                </a:solidFill>
                <a:latin typeface="LM Roman 10"/>
                <a:cs typeface="LM Roman 10"/>
              </a:rPr>
              <a:t>) = y</a:t>
            </a:r>
            <a:r>
              <a:rPr lang="en-US" sz="1600" b="0" i="0" baseline="-25000" dirty="0">
                <a:solidFill>
                  <a:srgbClr val="002060"/>
                </a:solidFill>
                <a:latin typeface="LM Roman 10"/>
                <a:cs typeface="LM Roman 10"/>
              </a:rPr>
              <a:t>0</a:t>
            </a:r>
            <a:r>
              <a:rPr lang="en-US" sz="1600" b="0" i="0" dirty="0">
                <a:solidFill>
                  <a:srgbClr val="002060"/>
                </a:solidFill>
                <a:latin typeface="LM Roman 10"/>
                <a:cs typeface="LM Roman 10"/>
              </a:rPr>
              <a:t> has a solution, at least on some small interval around x</a:t>
            </a:r>
            <a:r>
              <a:rPr lang="en-US" sz="1600" b="0" i="0" baseline="-25000" dirty="0">
                <a:solidFill>
                  <a:srgbClr val="002060"/>
                </a:solidFill>
                <a:latin typeface="LM Roman 10"/>
                <a:cs typeface="LM Roman 10"/>
              </a:rPr>
              <a:t>0</a:t>
            </a:r>
            <a:r>
              <a:rPr lang="en-US" sz="1600" b="0" i="0" dirty="0">
                <a:solidFill>
                  <a:srgbClr val="002060"/>
                </a:solidFill>
                <a:latin typeface="LM Roman 10"/>
                <a:cs typeface="LM Roman 10"/>
              </a:rPr>
              <a:t>, and it is unique.</a:t>
            </a:r>
            <a:endParaRPr lang="en-US" sz="1600"/>
          </a:p>
        </p:txBody>
      </p:sp>
      <p:sp>
        <p:nvSpPr>
          <p:cNvPr id="102" name="Text"/>
          <p:cNvSpPr txBox="1"/>
          <p:nvPr/>
        </p:nvSpPr>
        <p:spPr>
          <a:xfrm>
            <a:off x="548640" y="2834640"/>
            <a:ext cx="3657600" cy="457200"/>
          </a:xfrm>
          <a:prstGeom prst="rect">
            <a:avLst/>
          </a:prstGeom>
          <a:noFill/>
          <a:ln>
            <a:noFill/>
          </a:ln>
        </p:spPr>
        <p:txBody>
          <a:bodyPr wrap="square" lIns="73152" tIns="73152" rIns="73152" bIns="73152" rtlCol="0" anchor="t">
            <a:normAutofit/>
          </a:bodyPr>
          <a:lstStyle/>
          <a:p>
            <a:pPr algn="l">
              <a:spcAft>
                <a:spcPts val="600"/>
              </a:spcAft>
              <a:buNone/>
            </a:pPr>
            <a:r>
              <a:rPr lang="en-US" sz="1800" b="1" i="0" dirty="0">
                <a:solidFill>
                  <a:srgbClr val="BF6019"/>
                </a:solidFill>
                <a:latin typeface="LM Roman 10"/>
                <a:cs typeface="LM Roman 10"/>
              </a:rPr>
              <a:t>Sample problem (Lebl, Ex. 1.2.2):</a:t>
            </a:r>
            <a:endParaRPr lang="en-US" sz="1800"/>
          </a:p>
        </p:txBody>
      </p:sp>
      <mc:AlternateContent xmlns:mc="http://schemas.openxmlformats.org/markup-compatibility/2006" xmlns:a14="http://schemas.microsoft.com/office/drawing/2010/main">
        <mc:Choice Requires="a14">
          <p:sp>
            <p:nvSpPr>
              <p:cNvPr id="103" name="Equation 103"/>
              <p:cNvSpPr txBox="1"/>
              <p:nvPr/>
            </p:nvSpPr>
            <p:spPr>
              <a:xfrm>
                <a:off x="4197096" y="2798064"/>
                <a:ext cx="2411273" cy="460858"/>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r>
                        <a:rPr lang="en-US" sz="1800" b="0" i="1">
                          <a:solidFill>
                            <a:srgbClr val="BF6019"/>
                          </a:solidFill>
                          <a:latin typeface="Cambria Math"/>
                          <a:cs typeface="Cambria Math"/>
                        </a:rPr>
                        <m:t>𝑦</m:t>
                      </m:r>
                      <m:r>
                        <a:rPr lang="en-US" sz="1800" b="0" i="0">
                          <a:solidFill>
                            <a:srgbClr val="BF6019"/>
                          </a:solidFill>
                          <a:latin typeface="Cambria Math"/>
                          <a:cs typeface="Cambria Math"/>
                        </a:rPr>
                        <m:t>′=</m:t>
                      </m:r>
                      <m:r>
                        <a:rPr lang="en-US" sz="1800" b="0" i="1">
                          <a:solidFill>
                            <a:srgbClr val="BF6019"/>
                          </a:solidFill>
                          <a:latin typeface="Cambria Math"/>
                          <a:cs typeface="Cambria Math"/>
                        </a:rPr>
                        <m:t>2</m:t>
                      </m:r>
                      <m:rad>
                        <m:radPr>
                          <m:degHide m:val="on"/>
                          <m:ctrlPr>
                            <a:rPr lang="en-US" sz="1800" b="0" i="1">
                              <a:solidFill>
                                <a:srgbClr val="BF6019"/>
                              </a:solidFill>
                              <a:latin typeface="Cambria Math"/>
                              <a:cs typeface="Cambria Math"/>
                            </a:rPr>
                          </m:ctrlPr>
                        </m:radPr>
                        <m:deg/>
                        <m:e>
                          <m:d>
                            <m:dPr>
                              <m:begChr m:val="|"/>
                              <m:endChr m:val="|"/>
                              <m:ctrlPr>
                                <a:rPr lang="en-US" sz="1800" b="0" i="1">
                                  <a:solidFill>
                                    <a:srgbClr val="BF6019"/>
                                  </a:solidFill>
                                  <a:latin typeface="Cambria Math"/>
                                  <a:cs typeface="Cambria Math"/>
                                </a:rPr>
                              </m:ctrlPr>
                            </m:dPr>
                            <m:e>
                              <m:r>
                                <a:rPr lang="en-US" sz="1800" b="0" i="1">
                                  <a:solidFill>
                                    <a:srgbClr val="BF6019"/>
                                  </a:solidFill>
                                  <a:latin typeface="Cambria Math"/>
                                  <a:cs typeface="Cambria Math"/>
                                </a:rPr>
                                <m:t>𝑦</m:t>
                              </m:r>
                            </m:e>
                          </m:d>
                        </m:e>
                      </m:rad>
                      <m:r>
                        <a:rPr lang="en-US" sz="1800" b="0" i="0">
                          <a:solidFill>
                            <a:srgbClr val="BF6019"/>
                          </a:solidFill>
                          <a:latin typeface="Cambria Math"/>
                          <a:cs typeface="Cambria Math"/>
                        </a:rPr>
                        <m:t>,</m:t>
                      </m:r>
                      <m:r>
                        <a:rPr lang="en-US" sz="1800" b="0" i="1">
                          <a:solidFill>
                            <a:srgbClr val="BF6019"/>
                          </a:solidFill>
                          <a:latin typeface="Cambria Math"/>
                          <a:cs typeface="Cambria Math"/>
                        </a:rPr>
                        <m:t> </m:t>
                      </m:r>
                      <m:r>
                        <a:rPr lang="en-US" sz="1800" b="0" i="1">
                          <a:solidFill>
                            <a:srgbClr val="BF6019"/>
                          </a:solidFill>
                          <a:latin typeface="Cambria Math"/>
                          <a:cs typeface="Cambria Math"/>
                        </a:rPr>
                        <m:t>𝑦</m:t>
                      </m:r>
                      <m:d>
                        <m:dPr>
                          <m:ctrlPr>
                            <a:rPr lang="en-US" sz="1800" b="0" i="1">
                              <a:solidFill>
                                <a:srgbClr val="BF6019"/>
                              </a:solidFill>
                              <a:latin typeface="Cambria Math"/>
                              <a:cs typeface="Cambria Math"/>
                            </a:rPr>
                          </m:ctrlPr>
                        </m:dPr>
                        <m:e>
                          <m:r>
                            <a:rPr lang="en-US" sz="1800" b="0" i="1">
                              <a:solidFill>
                                <a:srgbClr val="BF6019"/>
                              </a:solidFill>
                              <a:latin typeface="Cambria Math"/>
                              <a:cs typeface="Cambria Math"/>
                            </a:rPr>
                            <m:t>0</m:t>
                          </m:r>
                        </m:e>
                      </m:d>
                      <m:r>
                        <a:rPr lang="en-US" sz="1800" b="0" i="0">
                          <a:solidFill>
                            <a:srgbClr val="BF6019"/>
                          </a:solidFill>
                          <a:latin typeface="Cambria Math"/>
                          <a:cs typeface="Cambria Math"/>
                        </a:rPr>
                        <m:t>=</m:t>
                      </m:r>
                      <m:r>
                        <a:rPr lang="en-US" sz="1800" b="0" i="1">
                          <a:solidFill>
                            <a:srgbClr val="BF6019"/>
                          </a:solidFill>
                          <a:latin typeface="Cambria Math"/>
                          <a:cs typeface="Cambria Math"/>
                        </a:rPr>
                        <m:t>0</m:t>
                      </m:r>
                    </m:oMath>
                  </m:oMathPara>
                </a14:m>
                <a:endParaRPr lang="en-US" sz="1800"/>
              </a:p>
            </p:txBody>
          </p:sp>
        </mc:Choice>
        <mc:Fallback xmlns="">
          <p:pic>
            <p:nvPicPr>
              <p:cNvPr id="103" name="Equation 103" descr="y'=2\sqrt{|y|},\quad y(0)=0"/>
              <p:cNvPicPr>
                <a:picLocks noChangeAspect="1"/>
              </p:cNvPicPr>
              <p:nvPr/>
            </p:nvPicPr>
            <p:blipFill>
              <a:blip r:embed="rId4"/>
              <a:stretch>
                <a:fillRect/>
              </a:stretch>
            </p:blipFill>
            <p:spPr>
              <a:xfrm>
                <a:off x="4251960" y="2852928"/>
                <a:ext cx="2301545" cy="351130"/>
              </a:xfrm>
              <a:prstGeom prst="rect">
                <a:avLst/>
              </a:prstGeom>
            </p:spPr>
          </p:pic>
        </mc:Fallback>
      </mc:AlternateContent>
      <p:sp>
        <p:nvSpPr>
          <p:cNvPr id="104" name="Text"/>
          <p:cNvSpPr txBox="1"/>
          <p:nvPr/>
        </p:nvSpPr>
        <p:spPr>
          <a:xfrm>
            <a:off x="548640" y="3291840"/>
            <a:ext cx="6035040" cy="457200"/>
          </a:xfrm>
          <a:prstGeom prst="rect">
            <a:avLst/>
          </a:prstGeom>
          <a:noFill/>
          <a:ln>
            <a:noFill/>
          </a:ln>
        </p:spPr>
        <p:txBody>
          <a:bodyPr wrap="square" lIns="73152" tIns="73152" rIns="73152" bIns="73152" rtlCol="0" anchor="t">
            <a:normAutofit/>
          </a:bodyPr>
          <a:lstStyle/>
          <a:p>
            <a:pPr algn="l">
              <a:spcAft>
                <a:spcPts val="600"/>
              </a:spcAft>
              <a:buNone/>
            </a:pPr>
            <a:r>
              <a:rPr lang="en-US" sz="1700" b="0" i="0" dirty="0">
                <a:solidFill>
                  <a:srgbClr val="002060"/>
                </a:solidFill>
                <a:latin typeface="LM Roman 10"/>
                <a:cs typeface="LM Roman 10"/>
              </a:rPr>
              <a:t>Both y ≡ 0 and y = x|x| are solutions:</a:t>
            </a:r>
            <a:endParaRPr lang="en-US" sz="1700"/>
          </a:p>
        </p:txBody>
      </p:sp>
      <mc:AlternateContent xmlns:mc="http://schemas.openxmlformats.org/markup-compatibility/2006" xmlns:a14="http://schemas.microsoft.com/office/drawing/2010/main">
        <mc:Choice Requires="a14">
          <p:sp>
            <p:nvSpPr>
              <p:cNvPr id="105" name="Equation 105"/>
              <p:cNvSpPr txBox="1"/>
              <p:nvPr/>
            </p:nvSpPr>
            <p:spPr>
              <a:xfrm>
                <a:off x="2146021" y="3694176"/>
                <a:ext cx="2840279" cy="625145"/>
              </a:xfrm>
              <a:prstGeom prst="rect">
                <a:avLst/>
              </a:prstGeom>
              <a:noFill/>
            </p:spPr>
            <p:txBody>
              <a:bodyPr wrap="none" lIns="54864" tIns="54864" rIns="54864" bIns="54864" anchor="ctr">
                <a:noAutofit/>
              </a:bodyPr>
              <a:lstStyle/>
              <a:p>
                <a:pPr algn="ctr"/>
                <a14:m>
                  <m:oMathPara xmlns:m="http://schemas.openxmlformats.org/officeDocument/2006/math">
                    <m:oMathParaPr>
                      <m:jc m:val="center"/>
                    </m:oMathParaPr>
                    <m:oMath>
                      <m:d>
                        <m:dPr>
                          <m:ctrlPr>
                            <a:rPr lang="en-US" sz="1900" b="0" i="1">
                              <a:solidFill>
                                <a:srgbClr val="002060"/>
                              </a:solidFill>
                              <a:latin typeface="Cambria Math"/>
                              <a:cs typeface="Cambria Math"/>
                            </a:rPr>
                          </m:ctrlPr>
                        </m:dPr>
                        <m:e>
                          <m:r>
                            <a:rPr lang="en-US" sz="1900" b="0" i="1">
                              <a:solidFill>
                                <a:srgbClr val="002060"/>
                              </a:solidFill>
                              <a:latin typeface="Cambria Math"/>
                              <a:cs typeface="Cambria Math"/>
                            </a:rPr>
                            <m:t>𝑥</m:t>
                          </m:r>
                          <m:d>
                            <m:dPr>
                              <m:begChr m:val="|"/>
                              <m:endChr m:val="|"/>
                              <m:ctrlPr>
                                <a:rPr lang="en-US" sz="1900" b="0" i="1">
                                  <a:solidFill>
                                    <a:srgbClr val="002060"/>
                                  </a:solidFill>
                                  <a:latin typeface="Cambria Math"/>
                                  <a:cs typeface="Cambria Math"/>
                                </a:rPr>
                              </m:ctrlPr>
                            </m:dPr>
                            <m:e>
                              <m:r>
                                <a:rPr lang="en-US" sz="1900" b="0" i="1">
                                  <a:solidFill>
                                    <a:srgbClr val="002060"/>
                                  </a:solidFill>
                                  <a:latin typeface="Cambria Math"/>
                                  <a:cs typeface="Cambria Math"/>
                                </a:rPr>
                                <m:t>𝑥</m:t>
                              </m:r>
                            </m:e>
                          </m:d>
                        </m:e>
                      </m:d>
                      <m:r>
                        <a:rPr lang="en-US" sz="1900" b="0" i="0">
                          <a:solidFill>
                            <a:srgbClr val="002060"/>
                          </a:solidFill>
                          <a:latin typeface="Cambria Math"/>
                          <a:cs typeface="Cambria Math"/>
                        </a:rPr>
                        <m:t>′=</m:t>
                      </m:r>
                      <m:r>
                        <a:rPr lang="en-US" sz="1900" b="0" i="1">
                          <a:solidFill>
                            <a:srgbClr val="002060"/>
                          </a:solidFill>
                          <a:latin typeface="Cambria Math"/>
                          <a:cs typeface="Cambria Math"/>
                        </a:rPr>
                        <m:t>2</m:t>
                      </m:r>
                      <m:d>
                        <m:dPr>
                          <m:begChr m:val="|"/>
                          <m:endChr m:val="|"/>
                          <m:ctrlPr>
                            <a:rPr lang="en-US" sz="1900" b="0" i="1">
                              <a:solidFill>
                                <a:srgbClr val="002060"/>
                              </a:solidFill>
                              <a:latin typeface="Cambria Math"/>
                              <a:cs typeface="Cambria Math"/>
                            </a:rPr>
                          </m:ctrlPr>
                        </m:dPr>
                        <m:e>
                          <m:r>
                            <a:rPr lang="en-US" sz="1900" b="0" i="1">
                              <a:solidFill>
                                <a:srgbClr val="002060"/>
                              </a:solidFill>
                              <a:latin typeface="Cambria Math"/>
                              <a:cs typeface="Cambria Math"/>
                            </a:rPr>
                            <m:t>𝑥</m:t>
                          </m:r>
                        </m:e>
                      </m:d>
                      <m:r>
                        <a:rPr lang="en-US" sz="1900" b="0" i="0">
                          <a:solidFill>
                            <a:srgbClr val="002060"/>
                          </a:solidFill>
                          <a:latin typeface="Cambria Math"/>
                          <a:cs typeface="Cambria Math"/>
                        </a:rPr>
                        <m:t>=</m:t>
                      </m:r>
                      <m:r>
                        <a:rPr lang="en-US" sz="1900" b="0" i="1">
                          <a:solidFill>
                            <a:srgbClr val="002060"/>
                          </a:solidFill>
                          <a:latin typeface="Cambria Math"/>
                          <a:cs typeface="Cambria Math"/>
                        </a:rPr>
                        <m:t>2</m:t>
                      </m:r>
                      <m:rad>
                        <m:radPr>
                          <m:degHide m:val="on"/>
                          <m:ctrlPr>
                            <a:rPr lang="en-US" sz="1900" b="0" i="1">
                              <a:solidFill>
                                <a:srgbClr val="002060"/>
                              </a:solidFill>
                              <a:latin typeface="Cambria Math"/>
                              <a:cs typeface="Cambria Math"/>
                            </a:rPr>
                          </m:ctrlPr>
                        </m:radPr>
                        <m:deg/>
                        <m:e>
                          <m:r>
                            <a:rPr lang="en-US" sz="1900" b="0" i="0">
                              <a:solidFill>
                                <a:srgbClr val="002060"/>
                              </a:solidFill>
                              <a:latin typeface="Cambria Math"/>
                              <a:cs typeface="Cambria Math"/>
                            </a:rPr>
                            <m:t>|</m:t>
                          </m:r>
                          <m:r>
                            <a:rPr lang="en-US" sz="1900" b="0" i="1">
                              <a:solidFill>
                                <a:srgbClr val="002060"/>
                              </a:solidFill>
                              <a:latin typeface="Cambria Math"/>
                              <a:cs typeface="Cambria Math"/>
                            </a:rPr>
                            <m:t>𝑥</m:t>
                          </m:r>
                          <m:d>
                            <m:dPr>
                              <m:begChr m:val="|"/>
                              <m:endChr m:val="|"/>
                              <m:ctrlPr>
                                <a:rPr lang="en-US" sz="1900" b="0" i="1">
                                  <a:solidFill>
                                    <a:srgbClr val="002060"/>
                                  </a:solidFill>
                                  <a:latin typeface="Cambria Math"/>
                                  <a:cs typeface="Cambria Math"/>
                                </a:rPr>
                              </m:ctrlPr>
                            </m:dPr>
                            <m:e>
                              <m:r>
                                <a:rPr lang="en-US" sz="1900" b="0" i="1">
                                  <a:solidFill>
                                    <a:srgbClr val="002060"/>
                                  </a:solidFill>
                                  <a:latin typeface="Cambria Math"/>
                                  <a:cs typeface="Cambria Math"/>
                                </a:rPr>
                                <m:t>𝑥</m:t>
                              </m:r>
                            </m:e>
                          </m:d>
                          <m:r>
                            <a:rPr lang="en-US" sz="1900" b="0" i="0">
                              <a:solidFill>
                                <a:srgbClr val="002060"/>
                              </a:solidFill>
                              <a:latin typeface="Cambria Math"/>
                              <a:cs typeface="Cambria Math"/>
                            </a:rPr>
                            <m:t>|</m:t>
                          </m:r>
                        </m:e>
                      </m:rad>
                    </m:oMath>
                  </m:oMathPara>
                </a14:m>
                <a:endParaRPr lang="en-US" sz="1900"/>
              </a:p>
            </p:txBody>
          </p:sp>
        </mc:Choice>
        <mc:Fallback xmlns="">
          <p:pic>
            <p:nvPicPr>
              <p:cNvPr id="105" name="Equation 105" descr="\big(x|x|\big)'=2|x|=2\sqrt{\big|x|x|\big|}"/>
              <p:cNvPicPr>
                <a:picLocks noChangeAspect="1"/>
              </p:cNvPicPr>
              <p:nvPr/>
            </p:nvPicPr>
            <p:blipFill>
              <a:blip r:embed="rId5"/>
              <a:stretch>
                <a:fillRect/>
              </a:stretch>
            </p:blipFill>
            <p:spPr>
              <a:xfrm>
                <a:off x="2200885" y="3749040"/>
                <a:ext cx="2730551" cy="515417"/>
              </a:xfrm>
              <a:prstGeom prst="rect">
                <a:avLst/>
              </a:prstGeom>
            </p:spPr>
          </p:pic>
        </mc:Fallback>
      </mc:AlternateContent>
      <p:sp>
        <p:nvSpPr>
          <p:cNvPr id="106" name="Text"/>
          <p:cNvSpPr txBox="1"/>
          <p:nvPr/>
        </p:nvSpPr>
        <p:spPr>
          <a:xfrm>
            <a:off x="548640" y="4343400"/>
            <a:ext cx="6035040" cy="1828800"/>
          </a:xfrm>
          <a:prstGeom prst="rect">
            <a:avLst/>
          </a:prstGeom>
          <a:noFill/>
          <a:ln>
            <a:noFill/>
          </a:ln>
        </p:spPr>
        <p:txBody>
          <a:bodyPr wrap="square" lIns="73152" tIns="73152" rIns="73152" bIns="73152" rtlCol="0" anchor="t">
            <a:normAutofit/>
          </a:bodyPr>
          <a:lstStyle/>
          <a:p>
            <a:pPr marL="274320" indent="-274320" algn="l">
              <a:spcAft>
                <a:spcPts val="500"/>
              </a:spcAft>
              <a:buClr>
                <a:srgbClr val="BF6019"/>
              </a:buClr>
              <a:buSzPct val="100000"/>
              <a:buFont typeface="Arial"/>
              <a:buChar char="•"/>
            </a:pPr>
            <a:r>
              <a:rPr lang="en-US" sz="1600" b="1" i="0" dirty="0">
                <a:solidFill>
                  <a:srgbClr val="002060"/>
                </a:solidFill>
                <a:latin typeface="LM Roman 10"/>
                <a:cs typeface="LM Roman 10"/>
              </a:rPr>
              <a:t>Uniqueness fails: </a:t>
            </a:r>
            <a:r>
              <a:rPr lang="en-US" sz="1600" b="0" i="1" dirty="0">
                <a:solidFill>
                  <a:srgbClr val="002060"/>
                </a:solidFill>
                <a:latin typeface="Cambria Math"/>
                <a:cs typeface="Cambria Math"/>
              </a:rPr>
              <a:t>∂f/∂y</a:t>
            </a:r>
            <a:r>
              <a:rPr lang="en-US" sz="1600" b="0" i="0" dirty="0">
                <a:solidFill>
                  <a:srgbClr val="002060"/>
                </a:solidFill>
                <a:latin typeface="LM Roman 10"/>
                <a:cs typeface="LM Roman 10"/>
              </a:rPr>
              <a:t> is unbounded near y = 0.</a:t>
            </a:r>
            <a:endParaRPr lang="en-US" sz="1600"/>
          </a:p>
          <a:p>
            <a:pPr marL="274320" indent="-274320" algn="l">
              <a:spcAft>
                <a:spcPts val="500"/>
              </a:spcAft>
              <a:buClr>
                <a:srgbClr val="BF6019"/>
              </a:buClr>
              <a:buSzPct val="100000"/>
              <a:buFont typeface="Arial"/>
              <a:buChar char="•"/>
            </a:pPr>
            <a:r>
              <a:rPr lang="en-US" sz="1600" b="0" i="0" dirty="0">
                <a:solidFill>
                  <a:srgbClr val="002060"/>
                </a:solidFill>
                <a:latin typeface="LM Roman 10"/>
                <a:cs typeface="LM Roman 10"/>
              </a:rPr>
              <a:t>The hypotheses are sufficient, not necessary; the conclusion is local.</a:t>
            </a:r>
            <a:endParaRPr lang="en-US" sz="1600"/>
          </a:p>
          <a:p>
            <a:pPr marL="274320" indent="-274320" algn="l">
              <a:spcAft>
                <a:spcPts val="600"/>
              </a:spcAft>
              <a:buClr>
                <a:srgbClr val="BF6019"/>
              </a:buClr>
              <a:buSzPct val="100000"/>
              <a:buFont typeface="Arial"/>
              <a:buChar char="•"/>
            </a:pPr>
            <a:r>
              <a:rPr lang="en-US" sz="1600" b="1" i="0" dirty="0">
                <a:solidFill>
                  <a:srgbClr val="BF6019"/>
                </a:solidFill>
                <a:latin typeface="LM Roman 10"/>
                <a:cs typeface="LM Roman 10"/>
              </a:rPr>
              <a:t>A deterministic model should have unique solutions (Lebl §1.2.2).</a:t>
            </a:r>
            <a:endParaRPr lang="en-US" sz="1600"/>
          </a:p>
        </p:txBody>
      </p:sp>
      <p:pic>
        <p:nvPicPr>
          <p:cNvPr id="107" name="Figure nonunique" descr="Several solutions of y' = 2 sqrt|y| through the origin"/>
          <p:cNvPicPr>
            <a:picLocks noChangeAspect="1"/>
          </p:cNvPicPr>
          <p:nvPr/>
        </p:nvPicPr>
        <p:blipFill>
          <a:blip r:embed="rId6"/>
          <a:stretch>
            <a:fillRect/>
          </a:stretch>
        </p:blipFill>
        <p:spPr>
          <a:xfrm>
            <a:off x="6766560" y="1681704"/>
            <a:ext cx="4937760" cy="3951792"/>
          </a:xfrm>
          <a:prstGeom prst="rect">
            <a:avLst/>
          </a:prstGeom>
        </p:spPr>
      </p:pic>
    </p:spTree>
    <p:extLst>
      <p:ext uri="{BB962C8B-B14F-4D97-AF65-F5344CB8AC3E}">
        <p14:creationId xmlns:p14="http://schemas.microsoft.com/office/powerpoint/2010/main" val="2916294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sellaDiTesto 8">
            <a:extLst>
              <a:ext uri="{FF2B5EF4-FFF2-40B4-BE49-F238E27FC236}">
                <a16:creationId xmlns:a16="http://schemas.microsoft.com/office/drawing/2014/main" id="{DCBD4D79-28C1-B4DA-B365-AA192D69F1BD}"/>
              </a:ext>
            </a:extLst>
          </p:cNvPr>
          <p:cNvSpPr txBox="1"/>
          <p:nvPr/>
        </p:nvSpPr>
        <p:spPr>
          <a:xfrm>
            <a:off x="682172" y="583364"/>
            <a:ext cx="10827657" cy="1631216"/>
          </a:xfrm>
          <a:prstGeom prst="rect">
            <a:avLst/>
          </a:prstGeom>
          <a:noFill/>
        </p:spPr>
        <p:txBody>
          <a:bodyPr wrap="square" rtlCol="0" anchor="ctr" anchorCtr="0">
            <a:spAutoFit/>
          </a:bodyPr>
          <a:lstStyle/>
          <a:p>
            <a:pPr algn="ctr">
              <a:lnSpc>
                <a:spcPct val="150000"/>
              </a:lnSpc>
            </a:pPr>
            <a:r>
              <a:rPr lang="en-US" sz="4000" b="1" dirty="0">
                <a:solidFill>
                  <a:schemeClr val="accent5">
                    <a:lumMod val="75000"/>
                  </a:schemeClr>
                </a:solidFill>
                <a:latin typeface="LM Roman 10" panose="00000500000000000000" pitchFamily="2" charset="0"/>
              </a:rPr>
              <a:t>Section II</a:t>
            </a:r>
          </a:p>
          <a:p>
            <a:pPr algn="ctr"/>
            <a:r>
              <a:rPr lang="en-US" sz="4000" b="1" dirty="0">
                <a:solidFill>
                  <a:srgbClr val="002060"/>
                </a:solidFill>
                <a:latin typeface="LM Roman 10" panose="00000500000000000000" pitchFamily="2" charset="0"/>
              </a:rPr>
              <a:t>First-order models solved by hand</a:t>
            </a:r>
            <a:endParaRPr lang="it-IT" sz="4000" b="1" dirty="0">
              <a:solidFill>
                <a:srgbClr val="002060"/>
              </a:solidFill>
              <a:latin typeface="LM Roman 10" panose="00000500000000000000" pitchFamily="2" charset="0"/>
            </a:endParaRPr>
          </a:p>
        </p:txBody>
      </p:sp>
      <p:sp>
        <p:nvSpPr>
          <p:cNvPr id="10" name="CasellaDiTesto 9">
            <a:extLst>
              <a:ext uri="{FF2B5EF4-FFF2-40B4-BE49-F238E27FC236}">
                <a16:creationId xmlns:a16="http://schemas.microsoft.com/office/drawing/2014/main" id="{4D17C72F-D4A5-42BD-B7F1-702121C5C12E}"/>
              </a:ext>
            </a:extLst>
          </p:cNvPr>
          <p:cNvSpPr txBox="1"/>
          <p:nvPr/>
        </p:nvSpPr>
        <p:spPr>
          <a:xfrm>
            <a:off x="682172" y="3530784"/>
            <a:ext cx="10827657" cy="1169551"/>
          </a:xfrm>
          <a:prstGeom prst="rect">
            <a:avLst/>
          </a:prstGeom>
          <a:noFill/>
        </p:spPr>
        <p:txBody>
          <a:bodyPr wrap="square" rtlCol="0" anchor="ctr" anchorCtr="0">
            <a:spAutoFit/>
          </a:bodyPr>
          <a:lstStyle/>
          <a:p>
            <a:pPr algn="ctr">
              <a:lnSpc>
                <a:spcPct val="150000"/>
              </a:lnSpc>
            </a:pPr>
            <a:r>
              <a:rPr lang="en-US" sz="2600" b="1" dirty="0">
                <a:solidFill>
                  <a:schemeClr val="accent5">
                    <a:lumMod val="75000"/>
                  </a:schemeClr>
                </a:solidFill>
                <a:latin typeface="LM Roman 10" panose="00000500000000000000" pitchFamily="2" charset="0"/>
              </a:rPr>
              <a:t>Separate, integrate, impose, check.</a:t>
            </a:r>
          </a:p>
          <a:p>
            <a:pPr algn="ctr"/>
            <a:r>
              <a:rPr lang="en-US" sz="2600" b="1" dirty="0">
                <a:solidFill>
                  <a:srgbClr val="002060"/>
                </a:solidFill>
                <a:latin typeface="LM Roman 10" panose="00000500000000000000" pitchFamily="2" charset="0"/>
              </a:rPr>
              <a:t>growth · decay · logistic equation · stability</a:t>
            </a:r>
            <a:endParaRPr lang="it-IT" sz="2600" b="1" dirty="0">
              <a:solidFill>
                <a:srgbClr val="002060"/>
              </a:solidFill>
              <a:latin typeface="LM Roman 10" panose="00000500000000000000" pitchFamily="2" charset="0"/>
            </a:endParaRPr>
          </a:p>
        </p:txBody>
      </p:sp>
      <p:sp>
        <p:nvSpPr>
          <p:cNvPr id="12" name="CasellaDiTesto 11">
            <a:extLst>
              <a:ext uri="{FF2B5EF4-FFF2-40B4-BE49-F238E27FC236}">
                <a16:creationId xmlns:a16="http://schemas.microsoft.com/office/drawing/2014/main" id="{B0026313-E14F-1CA4-25A7-055ED2064021}"/>
              </a:ext>
            </a:extLst>
          </p:cNvPr>
          <p:cNvSpPr txBox="1"/>
          <p:nvPr/>
        </p:nvSpPr>
        <p:spPr>
          <a:xfrm>
            <a:off x="0" y="6016539"/>
            <a:ext cx="7145867" cy="669927"/>
          </a:xfrm>
          <a:prstGeom prst="rect">
            <a:avLst/>
          </a:prstGeom>
          <a:noFill/>
        </p:spPr>
        <p:txBody>
          <a:bodyPr wrap="square">
            <a:spAutoFit/>
          </a:bodyPr>
          <a:lstStyle/>
          <a:p>
            <a:pPr>
              <a:lnSpc>
                <a:spcPct val="150000"/>
              </a:lnSpc>
            </a:pPr>
            <a:r>
              <a:rPr lang="en-US" sz="2800" b="1" dirty="0">
                <a:solidFill>
                  <a:schemeClr val="accent5">
                    <a:lumMod val="75000"/>
                  </a:schemeClr>
                </a:solidFill>
                <a:latin typeface="LM Roman 10" panose="00000500000000000000" pitchFamily="2" charset="0"/>
              </a:rPr>
              <a:t>01. Modelling with ODEs</a:t>
            </a:r>
            <a:endParaRPr lang="en-US" sz="2400" b="1" dirty="0">
              <a:solidFill>
                <a:schemeClr val="accent5">
                  <a:lumMod val="75000"/>
                </a:schemeClr>
              </a:solidFill>
              <a:latin typeface="LM Roman 10" panose="00000500000000000000" pitchFamily="2" charset="0"/>
            </a:endParaRPr>
          </a:p>
        </p:txBody>
      </p:sp>
      <p:pic>
        <p:nvPicPr>
          <p:cNvPr id="15" name="Picture 2">
            <a:extLst>
              <a:ext uri="{FF2B5EF4-FFF2-40B4-BE49-F238E27FC236}">
                <a16:creationId xmlns:a16="http://schemas.microsoft.com/office/drawing/2014/main" id="{6453012C-8DDA-BD47-032A-B1F0D7AE4F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02397" y="4649527"/>
            <a:ext cx="2215935" cy="22159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67038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B7FC9-7303-2DDF-22D9-A375F9FCBA42}"/>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2C760A3E-FF45-F647-68B2-6F941F0FE03D}"/>
              </a:ext>
            </a:extLst>
          </p:cNvPr>
          <p:cNvSpPr/>
          <p:nvPr/>
        </p:nvSpPr>
        <p:spPr>
          <a:xfrm>
            <a:off x="0" y="6309106"/>
            <a:ext cx="12192000" cy="549124"/>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piè di pagina 1">
            <a:extLst>
              <a:ext uri="{FF2B5EF4-FFF2-40B4-BE49-F238E27FC236}">
                <a16:creationId xmlns:a16="http://schemas.microsoft.com/office/drawing/2014/main" id="{D93F69B5-A372-36E1-C0D1-892D9A6B88D5}"/>
              </a:ext>
            </a:extLst>
          </p:cNvPr>
          <p:cNvSpPr>
            <a:spLocks noGrp="1"/>
          </p:cNvSpPr>
          <p:nvPr>
            <p:ph type="ftr" sz="quarter" idx="11"/>
          </p:nvPr>
        </p:nvSpPr>
        <p:spPr>
          <a:xfrm>
            <a:off x="4038600" y="6448272"/>
            <a:ext cx="4114800" cy="365125"/>
          </a:xfrm>
        </p:spPr>
        <p:txBody>
          <a:bodyPr/>
          <a:lstStyle/>
          <a:p>
            <a:r>
              <a:rPr lang="en-US" sz="1600" dirty="0">
                <a:solidFill>
                  <a:srgbClr val="002060"/>
                </a:solidFill>
              </a:rPr>
              <a:t>MATH 331: Differential Equations</a:t>
            </a:r>
          </a:p>
        </p:txBody>
      </p:sp>
      <p:sp>
        <p:nvSpPr>
          <p:cNvPr id="6" name="CasellaDiTesto 5">
            <a:extLst>
              <a:ext uri="{FF2B5EF4-FFF2-40B4-BE49-F238E27FC236}">
                <a16:creationId xmlns:a16="http://schemas.microsoft.com/office/drawing/2014/main" id="{8495B6C3-1F7A-7299-D7B8-F42087CCE23B}"/>
              </a:ext>
            </a:extLst>
          </p:cNvPr>
          <p:cNvSpPr txBox="1"/>
          <p:nvPr/>
        </p:nvSpPr>
        <p:spPr>
          <a:xfrm>
            <a:off x="981880" y="330553"/>
            <a:ext cx="10424160" cy="707886"/>
          </a:xfrm>
          <a:prstGeom prst="rect">
            <a:avLst/>
          </a:prstGeom>
          <a:noFill/>
        </p:spPr>
        <p:txBody>
          <a:bodyPr wrap="square" rtlCol="0" anchor="ctr" anchorCtr="0">
            <a:spAutoFit/>
          </a:bodyPr>
          <a:lstStyle/>
          <a:p>
            <a:r>
              <a:rPr lang="en-US" sz="4000" b="1" dirty="0">
                <a:solidFill>
                  <a:srgbClr val="002060"/>
                </a:solidFill>
                <a:latin typeface="LM Roman 10" panose="00000500000000000000" pitchFamily="2" charset="0"/>
              </a:rPr>
              <a:t>Separation of variables</a:t>
            </a:r>
            <a:endParaRPr lang="it-IT" sz="4000" b="1" dirty="0">
              <a:solidFill>
                <a:srgbClr val="002060"/>
              </a:solidFill>
              <a:latin typeface="LM Roman 10" panose="00000500000000000000" pitchFamily="2" charset="0"/>
            </a:endParaRPr>
          </a:p>
        </p:txBody>
      </p:sp>
      <p:sp>
        <p:nvSpPr>
          <p:cNvPr id="13" name="Segnaposto numero diapositiva 14">
            <a:extLst>
              <a:ext uri="{FF2B5EF4-FFF2-40B4-BE49-F238E27FC236}">
                <a16:creationId xmlns:a16="http://schemas.microsoft.com/office/drawing/2014/main" id="{309AE5C9-EEDD-A311-4493-9CAABB78FFA5}"/>
              </a:ext>
            </a:extLst>
          </p:cNvPr>
          <p:cNvSpPr txBox="1">
            <a:spLocks/>
          </p:cNvSpPr>
          <p:nvPr/>
        </p:nvSpPr>
        <p:spPr>
          <a:xfrm>
            <a:off x="9072638" y="6401105"/>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06BB8CB-C112-4AF1-992B-2BAB7191A575}" type="slidenum">
              <a:rPr lang="it-IT" sz="1600" b="1" smtClean="0">
                <a:solidFill>
                  <a:srgbClr val="002060"/>
                </a:solidFill>
              </a:rPr>
              <a:pPr/>
              <a:t>10</a:t>
            </a:fld>
            <a:endParaRPr lang="it-IT" sz="1600" b="1" dirty="0">
              <a:solidFill>
                <a:srgbClr val="002060"/>
              </a:solidFill>
            </a:endParaRPr>
          </a:p>
        </p:txBody>
      </p:sp>
      <p:grpSp>
        <p:nvGrpSpPr>
          <p:cNvPr id="32" name="Gruppo 31">
            <a:extLst>
              <a:ext uri="{FF2B5EF4-FFF2-40B4-BE49-F238E27FC236}">
                <a16:creationId xmlns:a16="http://schemas.microsoft.com/office/drawing/2014/main" id="{2E62AB85-3A93-A286-6E45-A75C8BBC09DC}"/>
              </a:ext>
            </a:extLst>
          </p:cNvPr>
          <p:cNvGrpSpPr/>
          <p:nvPr/>
        </p:nvGrpSpPr>
        <p:grpSpPr>
          <a:xfrm>
            <a:off x="14040" y="6251906"/>
            <a:ext cx="1906650" cy="626303"/>
            <a:chOff x="5403712" y="2704688"/>
            <a:chExt cx="2490081" cy="817950"/>
          </a:xfrm>
        </p:grpSpPr>
        <p:pic>
          <p:nvPicPr>
            <p:cNvPr id="33" name="Picture 2">
              <a:extLst>
                <a:ext uri="{FF2B5EF4-FFF2-40B4-BE49-F238E27FC236}">
                  <a16:creationId xmlns:a16="http://schemas.microsoft.com/office/drawing/2014/main" id="{567C9C09-B8D1-EC23-4AAB-A073BA2576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1602"/>
            <a:stretch/>
          </p:blipFill>
          <p:spPr bwMode="auto">
            <a:xfrm>
              <a:off x="5403712" y="2704688"/>
              <a:ext cx="1384576" cy="80856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a:extLst>
                <a:ext uri="{FF2B5EF4-FFF2-40B4-BE49-F238E27FC236}">
                  <a16:creationId xmlns:a16="http://schemas.microsoft.com/office/drawing/2014/main" id="{93869D14-1BA4-3490-7962-5A65832FA6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565"/>
            <a:stretch/>
          </p:blipFill>
          <p:spPr bwMode="auto">
            <a:xfrm>
              <a:off x="6509217" y="2907406"/>
              <a:ext cx="1384576" cy="615232"/>
            </a:xfrm>
            <a:prstGeom prst="rect">
              <a:avLst/>
            </a:prstGeom>
            <a:noFill/>
            <a:extLst>
              <a:ext uri="{909E8E84-426E-40DD-AFC4-6F175D3DCCD1}">
                <a14:hiddenFill xmlns:a14="http://schemas.microsoft.com/office/drawing/2010/main">
                  <a:solidFill>
                    <a:srgbClr val="FFFFFF"/>
                  </a:solidFill>
                </a14:hiddenFill>
              </a:ext>
            </a:extLst>
          </p:spPr>
        </p:pic>
      </p:grpSp>
      <p:sp>
        <p:nvSpPr>
          <p:cNvPr id="101" name="Text"/>
          <p:cNvSpPr txBox="1"/>
          <p:nvPr/>
        </p:nvSpPr>
        <p:spPr>
          <a:xfrm>
            <a:off x="548640" y="1234440"/>
            <a:ext cx="6492240" cy="548640"/>
          </a:xfrm>
          <a:prstGeom prst="rect">
            <a:avLst/>
          </a:prstGeom>
          <a:noFill/>
          <a:ln>
            <a:noFill/>
          </a:ln>
        </p:spPr>
        <p:txBody>
          <a:bodyPr wrap="square" lIns="73152" tIns="73152" rIns="73152" bIns="73152" rtlCol="0" anchor="t">
            <a:normAutofit/>
          </a:bodyPr>
          <a:lstStyle/>
          <a:p>
            <a:pPr algn="l">
              <a:spcAft>
                <a:spcPts val="600"/>
              </a:spcAft>
              <a:buNone/>
            </a:pPr>
            <a:r>
              <a:rPr lang="en-US" sz="1800" b="1" i="0" dirty="0">
                <a:solidFill>
                  <a:srgbClr val="002060"/>
                </a:solidFill>
                <a:latin typeface="LM Roman 10"/>
                <a:cs typeface="LM Roman 10"/>
              </a:rPr>
              <a:t>Model: </a:t>
            </a:r>
            <a:r>
              <a:rPr lang="en-US" sz="1800" b="0" i="0" dirty="0">
                <a:solidFill>
                  <a:srgbClr val="002060"/>
                </a:solidFill>
                <a:latin typeface="LM Roman 10"/>
                <a:cs typeface="LM Roman 10"/>
              </a:rPr>
              <a:t>the growth rate is proportional to the population.</a:t>
            </a:r>
            <a:endParaRPr lang="en-US" sz="1800"/>
          </a:p>
        </p:txBody>
      </p:sp>
      <mc:AlternateContent xmlns:mc="http://schemas.openxmlformats.org/markup-compatibility/2006" xmlns:a14="http://schemas.microsoft.com/office/drawing/2010/main">
        <mc:Choice Requires="a14">
          <p:sp>
            <p:nvSpPr>
              <p:cNvPr id="102" name="Equation 102"/>
              <p:cNvSpPr txBox="1"/>
              <p:nvPr/>
            </p:nvSpPr>
            <p:spPr>
              <a:xfrm>
                <a:off x="2432304" y="1682496"/>
                <a:ext cx="2724912" cy="766877"/>
              </a:xfrm>
              <a:prstGeom prst="rect">
                <a:avLst/>
              </a:prstGeom>
              <a:noFill/>
            </p:spPr>
            <p:txBody>
              <a:bodyPr wrap="none" lIns="54864" tIns="54864" rIns="54864" bIns="54864" anchor="ctr">
                <a:noAutofit/>
              </a:bodyPr>
              <a:lstStyle/>
              <a:p>
                <a:pPr algn="ctr"/>
                <a14:m>
                  <m:oMathPara xmlns:m="http://schemas.openxmlformats.org/officeDocument/2006/math">
                    <m:oMathParaPr>
                      <m:jc m:val="center"/>
                    </m:oMathParaPr>
                    <m:oMath>
                      <m:f>
                        <m:fPr>
                          <m:ctrlPr>
                            <a:rPr lang="en-US" sz="2200" b="0" i="1">
                              <a:solidFill>
                                <a:srgbClr val="BF6019"/>
                              </a:solidFill>
                              <a:latin typeface="Cambria Math"/>
                              <a:cs typeface="Cambria Math"/>
                            </a:rPr>
                          </m:ctrlPr>
                        </m:fPr>
                        <m:num>
                          <m:r>
                            <a:rPr lang="en-US" sz="2200" b="0" i="1">
                              <a:solidFill>
                                <a:srgbClr val="BF6019"/>
                              </a:solidFill>
                              <a:latin typeface="Cambria Math"/>
                              <a:cs typeface="Cambria Math"/>
                            </a:rPr>
                            <m:t>𝑑𝑃</m:t>
                          </m:r>
                        </m:num>
                        <m:den>
                          <m:r>
                            <a:rPr lang="en-US" sz="2200" b="0" i="1">
                              <a:solidFill>
                                <a:srgbClr val="BF6019"/>
                              </a:solidFill>
                              <a:latin typeface="Cambria Math"/>
                              <a:cs typeface="Cambria Math"/>
                            </a:rPr>
                            <m:t>𝑑𝑡</m:t>
                          </m:r>
                        </m:den>
                      </m:f>
                      <m:r>
                        <a:rPr lang="en-US" sz="2200" b="0" i="0">
                          <a:solidFill>
                            <a:srgbClr val="BF6019"/>
                          </a:solidFill>
                          <a:latin typeface="Cambria Math"/>
                          <a:cs typeface="Cambria Math"/>
                        </a:rPr>
                        <m:t>=</m:t>
                      </m:r>
                      <m:r>
                        <a:rPr lang="en-US" sz="2200" b="0" i="1">
                          <a:solidFill>
                            <a:srgbClr val="BF6019"/>
                          </a:solidFill>
                          <a:latin typeface="Cambria Math"/>
                          <a:cs typeface="Cambria Math"/>
                        </a:rPr>
                        <m:t>𝑘</m:t>
                      </m:r>
                      <m:r>
                        <a:rPr lang="en-US" sz="2200" b="0" i="1">
                          <a:solidFill>
                            <a:srgbClr val="BF6019"/>
                          </a:solidFill>
                          <a:latin typeface="Cambria Math"/>
                          <a:cs typeface="Cambria Math"/>
                        </a:rPr>
                        <m:t> </m:t>
                      </m:r>
                      <m:r>
                        <a:rPr lang="en-US" sz="2200" b="0" i="1">
                          <a:solidFill>
                            <a:srgbClr val="BF6019"/>
                          </a:solidFill>
                          <a:latin typeface="Cambria Math"/>
                          <a:cs typeface="Cambria Math"/>
                        </a:rPr>
                        <m:t>𝑃</m:t>
                      </m:r>
                      <m:r>
                        <a:rPr lang="en-US" sz="2200" b="0" i="0">
                          <a:solidFill>
                            <a:srgbClr val="BF6019"/>
                          </a:solidFill>
                          <a:latin typeface="Cambria Math"/>
                          <a:cs typeface="Cambria Math"/>
                        </a:rPr>
                        <m:t>,</m:t>
                      </m:r>
                      <m:r>
                        <a:rPr lang="en-US" sz="2200" b="0" i="1">
                          <a:solidFill>
                            <a:srgbClr val="BF6019"/>
                          </a:solidFill>
                          <a:latin typeface="Cambria Math"/>
                          <a:cs typeface="Cambria Math"/>
                        </a:rPr>
                        <m:t>  </m:t>
                      </m:r>
                      <m:r>
                        <a:rPr lang="en-US" sz="2200" b="0" i="1">
                          <a:solidFill>
                            <a:srgbClr val="BF6019"/>
                          </a:solidFill>
                          <a:latin typeface="Cambria Math"/>
                          <a:cs typeface="Cambria Math"/>
                        </a:rPr>
                        <m:t>𝑘</m:t>
                      </m:r>
                      <m:r>
                        <a:rPr lang="en-US" sz="2200" b="0" i="0">
                          <a:solidFill>
                            <a:srgbClr val="BF6019"/>
                          </a:solidFill>
                          <a:latin typeface="Cambria Math"/>
                          <a:cs typeface="Cambria Math"/>
                        </a:rPr>
                        <m:t>&gt;</m:t>
                      </m:r>
                      <m:r>
                        <a:rPr lang="en-US" sz="2200" b="0" i="1">
                          <a:solidFill>
                            <a:srgbClr val="BF6019"/>
                          </a:solidFill>
                          <a:latin typeface="Cambria Math"/>
                          <a:cs typeface="Cambria Math"/>
                        </a:rPr>
                        <m:t>0</m:t>
                      </m:r>
                    </m:oMath>
                  </m:oMathPara>
                </a14:m>
                <a:endParaRPr lang="en-US" sz="2200"/>
              </a:p>
            </p:txBody>
          </p:sp>
        </mc:Choice>
        <mc:Fallback xmlns="">
          <p:pic>
            <p:nvPicPr>
              <p:cNvPr id="102" name="Equation 102" descr="\frac{dP}{dt}=k\,P,\qquad k&gt;0"/>
              <p:cNvPicPr>
                <a:picLocks noChangeAspect="1"/>
              </p:cNvPicPr>
              <p:nvPr/>
            </p:nvPicPr>
            <p:blipFill>
              <a:blip r:embed="rId4"/>
              <a:stretch>
                <a:fillRect/>
              </a:stretch>
            </p:blipFill>
            <p:spPr>
              <a:xfrm>
                <a:off x="2487168" y="1737360"/>
                <a:ext cx="2615184" cy="657149"/>
              </a:xfrm>
              <a:prstGeom prst="rect">
                <a:avLst/>
              </a:prstGeom>
            </p:spPr>
          </p:pic>
        </mc:Fallback>
      </mc:AlternateContent>
      <p:sp>
        <p:nvSpPr>
          <p:cNvPr id="103" name="Text"/>
          <p:cNvSpPr txBox="1"/>
          <p:nvPr/>
        </p:nvSpPr>
        <p:spPr>
          <a:xfrm>
            <a:off x="548640" y="2670048"/>
            <a:ext cx="1737360" cy="457200"/>
          </a:xfrm>
          <a:prstGeom prst="rect">
            <a:avLst/>
          </a:prstGeom>
          <a:noFill/>
          <a:ln>
            <a:noFill/>
          </a:ln>
        </p:spPr>
        <p:txBody>
          <a:bodyPr wrap="square" lIns="73152" tIns="73152" rIns="73152" bIns="73152" rtlCol="0" anchor="t">
            <a:normAutofit/>
          </a:bodyPr>
          <a:lstStyle/>
          <a:p>
            <a:pPr algn="l">
              <a:spcAft>
                <a:spcPts val="0"/>
              </a:spcAft>
              <a:buNone/>
            </a:pPr>
            <a:r>
              <a:rPr lang="en-US" sz="1800" b="1" i="0" dirty="0">
                <a:solidFill>
                  <a:srgbClr val="BF6019"/>
                </a:solidFill>
                <a:latin typeface="LM Roman 10"/>
                <a:cs typeface="LM Roman 10"/>
              </a:rPr>
              <a:t>1  Separate</a:t>
            </a:r>
            <a:endParaRPr lang="en-US" sz="1800"/>
          </a:p>
        </p:txBody>
      </p:sp>
      <mc:AlternateContent xmlns:mc="http://schemas.openxmlformats.org/markup-compatibility/2006" xmlns:a14="http://schemas.microsoft.com/office/drawing/2010/main">
        <mc:Choice Requires="a14">
          <p:sp>
            <p:nvSpPr>
              <p:cNvPr id="104" name="Equation 104"/>
              <p:cNvSpPr txBox="1"/>
              <p:nvPr/>
            </p:nvSpPr>
            <p:spPr>
              <a:xfrm>
                <a:off x="2276856" y="2642616"/>
                <a:ext cx="2556510" cy="677266"/>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f>
                        <m:fPr>
                          <m:ctrlPr>
                            <a:rPr lang="en-US" sz="1900" b="0" i="1">
                              <a:solidFill>
                                <a:srgbClr val="002060"/>
                              </a:solidFill>
                              <a:latin typeface="Cambria Math"/>
                              <a:cs typeface="Cambria Math"/>
                            </a:rPr>
                          </m:ctrlPr>
                        </m:fPr>
                        <m:num>
                          <m:r>
                            <a:rPr lang="en-US" sz="1900" b="0" i="1">
                              <a:solidFill>
                                <a:srgbClr val="002060"/>
                              </a:solidFill>
                              <a:latin typeface="Cambria Math"/>
                              <a:cs typeface="Cambria Math"/>
                            </a:rPr>
                            <m:t>𝑑𝑃</m:t>
                          </m:r>
                        </m:num>
                        <m:den>
                          <m:r>
                            <a:rPr lang="en-US" sz="1900" b="0" i="1">
                              <a:solidFill>
                                <a:srgbClr val="002060"/>
                              </a:solidFill>
                              <a:latin typeface="Cambria Math"/>
                              <a:cs typeface="Cambria Math"/>
                            </a:rPr>
                            <m:t>𝑃</m:t>
                          </m:r>
                        </m:den>
                      </m:f>
                      <m:r>
                        <a:rPr lang="en-US" sz="1900" b="0" i="0">
                          <a:solidFill>
                            <a:srgbClr val="002060"/>
                          </a:solidFill>
                          <a:latin typeface="Cambria Math"/>
                          <a:cs typeface="Cambria Math"/>
                        </a:rPr>
                        <m:t>=</m:t>
                      </m:r>
                      <m:r>
                        <a:rPr lang="en-US" sz="1900" b="0" i="1">
                          <a:solidFill>
                            <a:srgbClr val="002060"/>
                          </a:solidFill>
                          <a:latin typeface="Cambria Math"/>
                          <a:cs typeface="Cambria Math"/>
                        </a:rPr>
                        <m:t>𝑘</m:t>
                      </m:r>
                      <m:r>
                        <a:rPr lang="en-US" sz="1900" b="0" i="1">
                          <a:solidFill>
                            <a:srgbClr val="002060"/>
                          </a:solidFill>
                          <a:latin typeface="Cambria Math"/>
                          <a:cs typeface="Cambria Math"/>
                        </a:rPr>
                        <m:t> </m:t>
                      </m:r>
                      <m:r>
                        <a:rPr lang="en-US" sz="1900" b="0" i="1">
                          <a:solidFill>
                            <a:srgbClr val="002060"/>
                          </a:solidFill>
                          <a:latin typeface="Cambria Math"/>
                          <a:cs typeface="Cambria Math"/>
                        </a:rPr>
                        <m:t>𝑑𝑡</m:t>
                      </m:r>
                      <m:r>
                        <a:rPr lang="en-US" sz="1900" b="0" i="1">
                          <a:solidFill>
                            <a:srgbClr val="002060"/>
                          </a:solidFill>
                          <a:latin typeface="Cambria Math"/>
                          <a:cs typeface="Cambria Math"/>
                        </a:rPr>
                        <m:t>  </m:t>
                      </m:r>
                      <m:d>
                        <m:dPr>
                          <m:ctrlPr>
                            <a:rPr lang="en-US" sz="1900" b="0" i="1">
                              <a:solidFill>
                                <a:srgbClr val="002060"/>
                              </a:solidFill>
                              <a:latin typeface="Cambria Math"/>
                              <a:cs typeface="Cambria Math"/>
                            </a:rPr>
                          </m:ctrlPr>
                        </m:dPr>
                        <m:e>
                          <m:r>
                            <a:rPr lang="en-US" sz="1900" b="0" i="1">
                              <a:solidFill>
                                <a:srgbClr val="002060"/>
                              </a:solidFill>
                              <a:latin typeface="Cambria Math"/>
                              <a:cs typeface="Cambria Math"/>
                            </a:rPr>
                            <m:t>𝑃</m:t>
                          </m:r>
                          <m:r>
                            <a:rPr lang="en-US" sz="1900" b="0" i="0">
                              <a:solidFill>
                                <a:srgbClr val="002060"/>
                              </a:solidFill>
                              <a:latin typeface="Cambria Math"/>
                              <a:cs typeface="Cambria Math"/>
                            </a:rPr>
                            <m:t>≠</m:t>
                          </m:r>
                          <m:r>
                            <a:rPr lang="en-US" sz="1900" b="0" i="1">
                              <a:solidFill>
                                <a:srgbClr val="002060"/>
                              </a:solidFill>
                              <a:latin typeface="Cambria Math"/>
                              <a:cs typeface="Cambria Math"/>
                            </a:rPr>
                            <m:t>0</m:t>
                          </m:r>
                        </m:e>
                      </m:d>
                    </m:oMath>
                  </m:oMathPara>
                </a14:m>
                <a:endParaRPr lang="en-US" sz="1900"/>
              </a:p>
            </p:txBody>
          </p:sp>
        </mc:Choice>
        <mc:Fallback xmlns="">
          <p:pic>
            <p:nvPicPr>
              <p:cNvPr id="104" name="Equation 104" descr="\frac{dP}{P}=k\,dt\qquad (P\neq 0)"/>
              <p:cNvPicPr>
                <a:picLocks noChangeAspect="1"/>
              </p:cNvPicPr>
              <p:nvPr/>
            </p:nvPicPr>
            <p:blipFill>
              <a:blip r:embed="rId5"/>
              <a:stretch>
                <a:fillRect/>
              </a:stretch>
            </p:blipFill>
            <p:spPr>
              <a:xfrm>
                <a:off x="2331720" y="2697480"/>
                <a:ext cx="2446782" cy="567538"/>
              </a:xfrm>
              <a:prstGeom prst="rect">
                <a:avLst/>
              </a:prstGeom>
            </p:spPr>
          </p:pic>
        </mc:Fallback>
      </mc:AlternateContent>
      <p:sp>
        <p:nvSpPr>
          <p:cNvPr id="105" name="Text"/>
          <p:cNvSpPr txBox="1"/>
          <p:nvPr/>
        </p:nvSpPr>
        <p:spPr>
          <a:xfrm>
            <a:off x="548640" y="3438754"/>
            <a:ext cx="1737360" cy="457200"/>
          </a:xfrm>
          <a:prstGeom prst="rect">
            <a:avLst/>
          </a:prstGeom>
          <a:noFill/>
          <a:ln>
            <a:noFill/>
          </a:ln>
        </p:spPr>
        <p:txBody>
          <a:bodyPr wrap="square" lIns="73152" tIns="73152" rIns="73152" bIns="73152" rtlCol="0" anchor="t">
            <a:normAutofit/>
          </a:bodyPr>
          <a:lstStyle/>
          <a:p>
            <a:pPr algn="l">
              <a:spcAft>
                <a:spcPts val="0"/>
              </a:spcAft>
              <a:buNone/>
            </a:pPr>
            <a:r>
              <a:rPr lang="en-US" sz="1800" b="1" i="0" dirty="0">
                <a:solidFill>
                  <a:srgbClr val="BF6019"/>
                </a:solidFill>
                <a:latin typeface="LM Roman 10"/>
                <a:cs typeface="LM Roman 10"/>
              </a:rPr>
              <a:t>2  Integrate</a:t>
            </a:r>
            <a:endParaRPr lang="en-US" sz="1800"/>
          </a:p>
        </p:txBody>
      </p:sp>
      <mc:AlternateContent xmlns:mc="http://schemas.openxmlformats.org/markup-compatibility/2006" xmlns:a14="http://schemas.microsoft.com/office/drawing/2010/main">
        <mc:Choice Requires="a14">
          <p:sp>
            <p:nvSpPr>
              <p:cNvPr id="106" name="Equation 106"/>
              <p:cNvSpPr txBox="1"/>
              <p:nvPr/>
            </p:nvSpPr>
            <p:spPr>
              <a:xfrm>
                <a:off x="2276856" y="3411322"/>
                <a:ext cx="3911651" cy="720700"/>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r>
                        <a:rPr lang="en-US" sz="1900" b="0" i="0">
                          <a:solidFill>
                            <a:srgbClr val="002060"/>
                          </a:solidFill>
                          <a:latin typeface="Cambria Math"/>
                          <a:cs typeface="Cambria Math"/>
                        </a:rPr>
                        <m:t>∫</m:t>
                      </m:r>
                      <m:f>
                        <m:fPr>
                          <m:ctrlPr>
                            <a:rPr lang="en-US" sz="1900" b="0" i="1">
                              <a:solidFill>
                                <a:srgbClr val="002060"/>
                              </a:solidFill>
                              <a:latin typeface="Cambria Math"/>
                              <a:cs typeface="Cambria Math"/>
                            </a:rPr>
                          </m:ctrlPr>
                        </m:fPr>
                        <m:num>
                          <m:r>
                            <a:rPr lang="en-US" sz="1900" b="0" i="1">
                              <a:solidFill>
                                <a:srgbClr val="002060"/>
                              </a:solidFill>
                              <a:latin typeface="Cambria Math"/>
                              <a:cs typeface="Cambria Math"/>
                            </a:rPr>
                            <m:t>𝑑𝑃</m:t>
                          </m:r>
                        </m:num>
                        <m:den>
                          <m:r>
                            <a:rPr lang="en-US" sz="1900" b="0" i="1">
                              <a:solidFill>
                                <a:srgbClr val="002060"/>
                              </a:solidFill>
                              <a:latin typeface="Cambria Math"/>
                              <a:cs typeface="Cambria Math"/>
                            </a:rPr>
                            <m:t>𝑃</m:t>
                          </m:r>
                        </m:den>
                      </m:f>
                      <m:r>
                        <a:rPr lang="en-US" sz="1900" b="0" i="0">
                          <a:solidFill>
                            <a:srgbClr val="002060"/>
                          </a:solidFill>
                          <a:latin typeface="Cambria Math"/>
                          <a:cs typeface="Cambria Math"/>
                        </a:rPr>
                        <m:t>=∫</m:t>
                      </m:r>
                      <m:r>
                        <a:rPr lang="en-US" sz="1900" b="0" i="1">
                          <a:solidFill>
                            <a:srgbClr val="002060"/>
                          </a:solidFill>
                          <a:latin typeface="Cambria Math"/>
                          <a:cs typeface="Cambria Math"/>
                        </a:rPr>
                        <m:t>𝑘</m:t>
                      </m:r>
                      <m:r>
                        <a:rPr lang="en-US" sz="1900" b="0" i="1">
                          <a:solidFill>
                            <a:srgbClr val="002060"/>
                          </a:solidFill>
                          <a:latin typeface="Cambria Math"/>
                          <a:cs typeface="Cambria Math"/>
                        </a:rPr>
                        <m:t> </m:t>
                      </m:r>
                      <m:r>
                        <a:rPr lang="en-US" sz="1900" b="0" i="1">
                          <a:solidFill>
                            <a:srgbClr val="002060"/>
                          </a:solidFill>
                          <a:latin typeface="Cambria Math"/>
                          <a:cs typeface="Cambria Math"/>
                        </a:rPr>
                        <m:t>𝑑𝑡</m:t>
                      </m:r>
                      <m:r>
                        <a:rPr lang="en-US" sz="1900" b="0" i="1">
                          <a:solidFill>
                            <a:srgbClr val="002060"/>
                          </a:solidFill>
                          <a:latin typeface="Cambria Math"/>
                          <a:cs typeface="Cambria Math"/>
                        </a:rPr>
                        <m:t> ⇒ </m:t>
                      </m:r>
                      <m:r>
                        <m:rPr>
                          <m:sty m:val="p"/>
                        </m:rPr>
                        <a:rPr lang="en-US" sz="1900" b="0" i="0">
                          <a:solidFill>
                            <a:srgbClr val="002060"/>
                          </a:solidFill>
                          <a:latin typeface="Cambria Math"/>
                          <a:cs typeface="Cambria Math"/>
                        </a:rPr>
                        <m:t>ln</m:t>
                      </m:r>
                      <m:d>
                        <m:dPr>
                          <m:begChr m:val="|"/>
                          <m:endChr m:val="|"/>
                          <m:ctrlPr>
                            <a:rPr lang="en-US" sz="1900" b="0" i="1">
                              <a:solidFill>
                                <a:srgbClr val="002060"/>
                              </a:solidFill>
                              <a:latin typeface="Cambria Math"/>
                              <a:cs typeface="Cambria Math"/>
                            </a:rPr>
                          </m:ctrlPr>
                        </m:dPr>
                        <m:e>
                          <m:r>
                            <a:rPr lang="en-US" sz="1900" b="0" i="1">
                              <a:solidFill>
                                <a:srgbClr val="002060"/>
                              </a:solidFill>
                              <a:latin typeface="Cambria Math"/>
                              <a:cs typeface="Cambria Math"/>
                            </a:rPr>
                            <m:t>𝑃</m:t>
                          </m:r>
                        </m:e>
                      </m:d>
                      <m:r>
                        <a:rPr lang="en-US" sz="1900" b="0" i="0">
                          <a:solidFill>
                            <a:srgbClr val="002060"/>
                          </a:solidFill>
                          <a:latin typeface="Cambria Math"/>
                          <a:cs typeface="Cambria Math"/>
                        </a:rPr>
                        <m:t>=</m:t>
                      </m:r>
                      <m:r>
                        <a:rPr lang="en-US" sz="1900" b="0" i="1">
                          <a:solidFill>
                            <a:srgbClr val="002060"/>
                          </a:solidFill>
                          <a:latin typeface="Cambria Math"/>
                          <a:cs typeface="Cambria Math"/>
                        </a:rPr>
                        <m:t>𝑘𝑡</m:t>
                      </m:r>
                      <m:r>
                        <a:rPr lang="en-US" sz="1900" b="0" i="0">
                          <a:solidFill>
                            <a:srgbClr val="002060"/>
                          </a:solidFill>
                          <a:latin typeface="Cambria Math"/>
                          <a:cs typeface="Cambria Math"/>
                        </a:rPr>
                        <m:t>+</m:t>
                      </m:r>
                      <m:r>
                        <a:rPr lang="en-US" sz="1900" b="0" i="1">
                          <a:solidFill>
                            <a:srgbClr val="002060"/>
                          </a:solidFill>
                          <a:latin typeface="Cambria Math"/>
                          <a:cs typeface="Cambria Math"/>
                        </a:rPr>
                        <m:t>𝐶</m:t>
                      </m:r>
                    </m:oMath>
                  </m:oMathPara>
                </a14:m>
                <a:endParaRPr lang="en-US" sz="1900"/>
              </a:p>
            </p:txBody>
          </p:sp>
        </mc:Choice>
        <mc:Fallback xmlns="">
          <p:pic>
            <p:nvPicPr>
              <p:cNvPr id="106" name="Equation 106" descr="\int\frac{dP}{P}=\int k\,dt\;\Rightarrow\;\ln|P|=kt+C"/>
              <p:cNvPicPr>
                <a:picLocks noChangeAspect="1"/>
              </p:cNvPicPr>
              <p:nvPr/>
            </p:nvPicPr>
            <p:blipFill>
              <a:blip r:embed="rId6"/>
              <a:stretch>
                <a:fillRect/>
              </a:stretch>
            </p:blipFill>
            <p:spPr>
              <a:xfrm>
                <a:off x="2331720" y="3466186"/>
                <a:ext cx="3801923" cy="610972"/>
              </a:xfrm>
              <a:prstGeom prst="rect">
                <a:avLst/>
              </a:prstGeom>
            </p:spPr>
          </p:pic>
        </mc:Fallback>
      </mc:AlternateContent>
      <p:sp>
        <p:nvSpPr>
          <p:cNvPr id="107" name="Text"/>
          <p:cNvSpPr txBox="1"/>
          <p:nvPr/>
        </p:nvSpPr>
        <p:spPr>
          <a:xfrm>
            <a:off x="548640" y="4250893"/>
            <a:ext cx="1737360" cy="457200"/>
          </a:xfrm>
          <a:prstGeom prst="rect">
            <a:avLst/>
          </a:prstGeom>
          <a:noFill/>
          <a:ln>
            <a:noFill/>
          </a:ln>
        </p:spPr>
        <p:txBody>
          <a:bodyPr wrap="square" lIns="73152" tIns="73152" rIns="73152" bIns="73152" rtlCol="0" anchor="t">
            <a:normAutofit/>
          </a:bodyPr>
          <a:lstStyle/>
          <a:p>
            <a:pPr algn="l">
              <a:spcAft>
                <a:spcPts val="0"/>
              </a:spcAft>
              <a:buNone/>
            </a:pPr>
            <a:r>
              <a:rPr lang="en-US" sz="1800" b="1" i="0" dirty="0">
                <a:solidFill>
                  <a:srgbClr val="BF6019"/>
                </a:solidFill>
                <a:latin typeface="LM Roman 10"/>
                <a:cs typeface="LM Roman 10"/>
              </a:rPr>
              <a:t>3  Solve</a:t>
            </a:r>
            <a:endParaRPr lang="en-US" sz="1800"/>
          </a:p>
        </p:txBody>
      </p:sp>
      <mc:AlternateContent xmlns:mc="http://schemas.openxmlformats.org/markup-compatibility/2006" xmlns:a14="http://schemas.microsoft.com/office/drawing/2010/main">
        <mc:Choice Requires="a14">
          <p:sp>
            <p:nvSpPr>
              <p:cNvPr id="108" name="Equation 108"/>
              <p:cNvSpPr txBox="1"/>
              <p:nvPr/>
            </p:nvSpPr>
            <p:spPr>
              <a:xfrm>
                <a:off x="2276856" y="4223461"/>
                <a:ext cx="2941625" cy="460096"/>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d>
                        <m:dPr>
                          <m:begChr m:val="|"/>
                          <m:endChr m:val="|"/>
                          <m:ctrlPr>
                            <a:rPr lang="en-US" sz="1900" b="0" i="1">
                              <a:solidFill>
                                <a:srgbClr val="002060"/>
                              </a:solidFill>
                              <a:latin typeface="Cambria Math"/>
                              <a:cs typeface="Cambria Math"/>
                            </a:rPr>
                          </m:ctrlPr>
                        </m:dPr>
                        <m:e>
                          <m:r>
                            <a:rPr lang="en-US" sz="1900" b="0" i="1">
                              <a:solidFill>
                                <a:srgbClr val="002060"/>
                              </a:solidFill>
                              <a:latin typeface="Cambria Math"/>
                              <a:cs typeface="Cambria Math"/>
                            </a:rPr>
                            <m:t>𝑃</m:t>
                          </m:r>
                        </m:e>
                      </m:d>
                      <m:r>
                        <a:rPr lang="en-US" sz="1900" b="0" i="0">
                          <a:solidFill>
                            <a:srgbClr val="002060"/>
                          </a:solidFill>
                          <a:latin typeface="Cambria Math"/>
                          <a:cs typeface="Cambria Math"/>
                        </a:rPr>
                        <m:t>=</m:t>
                      </m:r>
                      <m:sSup>
                        <m:sSupPr>
                          <m:ctrlPr>
                            <a:rPr lang="en-US" sz="1900" b="0" i="1">
                              <a:solidFill>
                                <a:srgbClr val="002060"/>
                              </a:solidFill>
                              <a:latin typeface="Cambria Math"/>
                              <a:cs typeface="Cambria Math"/>
                            </a:rPr>
                          </m:ctrlPr>
                        </m:sSupPr>
                        <m:e>
                          <m:r>
                            <a:rPr lang="en-US" sz="1900" b="0" i="1">
                              <a:solidFill>
                                <a:srgbClr val="002060"/>
                              </a:solidFill>
                              <a:latin typeface="Cambria Math"/>
                              <a:cs typeface="Cambria Math"/>
                            </a:rPr>
                            <m:t>𝑒</m:t>
                          </m:r>
                        </m:e>
                        <m:sup>
                          <m:r>
                            <a:rPr lang="en-US" sz="1900" b="0" i="1">
                              <a:solidFill>
                                <a:srgbClr val="002060"/>
                              </a:solidFill>
                              <a:latin typeface="Cambria Math"/>
                              <a:cs typeface="Cambria Math"/>
                            </a:rPr>
                            <m:t>𝐶</m:t>
                          </m:r>
                        </m:sup>
                      </m:sSup>
                      <m:sSup>
                        <m:sSupPr>
                          <m:ctrlPr>
                            <a:rPr lang="en-US" sz="1900" b="0" i="1">
                              <a:solidFill>
                                <a:srgbClr val="002060"/>
                              </a:solidFill>
                              <a:latin typeface="Cambria Math"/>
                              <a:cs typeface="Cambria Math"/>
                            </a:rPr>
                          </m:ctrlPr>
                        </m:sSupPr>
                        <m:e>
                          <m:r>
                            <a:rPr lang="en-US" sz="1900" b="0" i="1">
                              <a:solidFill>
                                <a:srgbClr val="002060"/>
                              </a:solidFill>
                              <a:latin typeface="Cambria Math"/>
                              <a:cs typeface="Cambria Math"/>
                            </a:rPr>
                            <m:t>𝑒</m:t>
                          </m:r>
                        </m:e>
                        <m:sup>
                          <m:r>
                            <a:rPr lang="en-US" sz="1900" b="0" i="1">
                              <a:solidFill>
                                <a:srgbClr val="002060"/>
                              </a:solidFill>
                              <a:latin typeface="Cambria Math"/>
                              <a:cs typeface="Cambria Math"/>
                            </a:rPr>
                            <m:t>𝑘𝑡</m:t>
                          </m:r>
                        </m:sup>
                      </m:sSup>
                      <m:r>
                        <a:rPr lang="en-US" sz="1900" b="0" i="1">
                          <a:solidFill>
                            <a:srgbClr val="002060"/>
                          </a:solidFill>
                          <a:latin typeface="Cambria Math"/>
                          <a:cs typeface="Cambria Math"/>
                        </a:rPr>
                        <m:t> </m:t>
                      </m:r>
                      <m:r>
                        <a:rPr lang="en-US" sz="1900" b="0" i="0">
                          <a:solidFill>
                            <a:srgbClr val="002060"/>
                          </a:solidFill>
                          <a:latin typeface="Cambria Math"/>
                          <a:cs typeface="Cambria Math"/>
                        </a:rPr>
                        <m:t>⇒</m:t>
                      </m:r>
                      <m:r>
                        <a:rPr lang="en-US" sz="1900" b="0" i="1">
                          <a:solidFill>
                            <a:srgbClr val="002060"/>
                          </a:solidFill>
                          <a:latin typeface="Cambria Math"/>
                          <a:cs typeface="Cambria Math"/>
                        </a:rPr>
                        <m:t> </m:t>
                      </m:r>
                      <m:r>
                        <a:rPr lang="en-US" sz="1900" b="0" i="1">
                          <a:solidFill>
                            <a:srgbClr val="002060"/>
                          </a:solidFill>
                          <a:latin typeface="Cambria Math"/>
                          <a:cs typeface="Cambria Math"/>
                        </a:rPr>
                        <m:t>𝑃</m:t>
                      </m:r>
                      <m:r>
                        <a:rPr lang="en-US" sz="1900" b="0" i="0">
                          <a:solidFill>
                            <a:srgbClr val="002060"/>
                          </a:solidFill>
                          <a:latin typeface="Cambria Math"/>
                          <a:cs typeface="Cambria Math"/>
                        </a:rPr>
                        <m:t>=</m:t>
                      </m:r>
                      <m:r>
                        <a:rPr lang="en-US" sz="1900" b="0" i="1">
                          <a:solidFill>
                            <a:srgbClr val="002060"/>
                          </a:solidFill>
                          <a:latin typeface="Cambria Math"/>
                          <a:cs typeface="Cambria Math"/>
                        </a:rPr>
                        <m:t>𝐴</m:t>
                      </m:r>
                      <m:r>
                        <a:rPr lang="en-US" sz="1900" b="0" i="1">
                          <a:solidFill>
                            <a:srgbClr val="002060"/>
                          </a:solidFill>
                          <a:latin typeface="Cambria Math"/>
                          <a:cs typeface="Cambria Math"/>
                        </a:rPr>
                        <m:t> </m:t>
                      </m:r>
                      <m:sSup>
                        <m:sSupPr>
                          <m:ctrlPr>
                            <a:rPr lang="en-US" sz="1900" b="0" i="1">
                              <a:solidFill>
                                <a:srgbClr val="002060"/>
                              </a:solidFill>
                              <a:latin typeface="Cambria Math"/>
                              <a:cs typeface="Cambria Math"/>
                            </a:rPr>
                          </m:ctrlPr>
                        </m:sSupPr>
                        <m:e>
                          <m:r>
                            <a:rPr lang="en-US" sz="1900" b="0" i="1">
                              <a:solidFill>
                                <a:srgbClr val="002060"/>
                              </a:solidFill>
                              <a:latin typeface="Cambria Math"/>
                              <a:cs typeface="Cambria Math"/>
                            </a:rPr>
                            <m:t>𝑒</m:t>
                          </m:r>
                        </m:e>
                        <m:sup>
                          <m:r>
                            <a:rPr lang="en-US" sz="1900" b="0" i="1">
                              <a:solidFill>
                                <a:srgbClr val="002060"/>
                              </a:solidFill>
                              <a:latin typeface="Cambria Math"/>
                              <a:cs typeface="Cambria Math"/>
                            </a:rPr>
                            <m:t>𝑘𝑡</m:t>
                          </m:r>
                        </m:sup>
                      </m:sSup>
                    </m:oMath>
                  </m:oMathPara>
                </a14:m>
                <a:endParaRPr lang="en-US" sz="1900"/>
              </a:p>
            </p:txBody>
          </p:sp>
        </mc:Choice>
        <mc:Fallback xmlns="">
          <p:pic>
            <p:nvPicPr>
              <p:cNvPr id="108" name="Equation 108" descr="|P|=e^{C}e^{kt}\;\Rightarrow\;P=A\,e^{kt}"/>
              <p:cNvPicPr>
                <a:picLocks noChangeAspect="1"/>
              </p:cNvPicPr>
              <p:nvPr/>
            </p:nvPicPr>
            <p:blipFill>
              <a:blip r:embed="rId7"/>
              <a:stretch>
                <a:fillRect/>
              </a:stretch>
            </p:blipFill>
            <p:spPr>
              <a:xfrm>
                <a:off x="2331720" y="4278325"/>
                <a:ext cx="2831897" cy="350368"/>
              </a:xfrm>
              <a:prstGeom prst="rect">
                <a:avLst/>
              </a:prstGeom>
            </p:spPr>
          </p:pic>
        </mc:Fallback>
      </mc:AlternateContent>
      <p:sp>
        <p:nvSpPr>
          <p:cNvPr id="109" name="Text"/>
          <p:cNvSpPr txBox="1"/>
          <p:nvPr/>
        </p:nvSpPr>
        <p:spPr>
          <a:xfrm>
            <a:off x="548640" y="4836109"/>
            <a:ext cx="1737360" cy="457200"/>
          </a:xfrm>
          <a:prstGeom prst="rect">
            <a:avLst/>
          </a:prstGeom>
          <a:noFill/>
          <a:ln>
            <a:noFill/>
          </a:ln>
        </p:spPr>
        <p:txBody>
          <a:bodyPr wrap="square" lIns="73152" tIns="73152" rIns="73152" bIns="73152" rtlCol="0" anchor="t">
            <a:normAutofit/>
          </a:bodyPr>
          <a:lstStyle/>
          <a:p>
            <a:pPr algn="l">
              <a:spcAft>
                <a:spcPts val="0"/>
              </a:spcAft>
              <a:buNone/>
            </a:pPr>
            <a:r>
              <a:rPr lang="en-US" sz="1800" b="1" i="0" dirty="0">
                <a:solidFill>
                  <a:srgbClr val="BF6019"/>
                </a:solidFill>
                <a:latin typeface="LM Roman 10"/>
                <a:cs typeface="LM Roman 10"/>
              </a:rPr>
              <a:t>4  Impose</a:t>
            </a:r>
            <a:endParaRPr lang="en-US" sz="1800"/>
          </a:p>
        </p:txBody>
      </p:sp>
      <mc:AlternateContent xmlns:mc="http://schemas.openxmlformats.org/markup-compatibility/2006" xmlns:a14="http://schemas.microsoft.com/office/drawing/2010/main">
        <mc:Choice Requires="a14">
          <p:sp>
            <p:nvSpPr>
              <p:cNvPr id="110" name="Equation 110"/>
              <p:cNvSpPr txBox="1"/>
              <p:nvPr/>
            </p:nvSpPr>
            <p:spPr>
              <a:xfrm>
                <a:off x="2276856" y="4808677"/>
                <a:ext cx="2530450" cy="422453"/>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r>
                        <a:rPr lang="en-US" sz="1900" b="0" i="1">
                          <a:solidFill>
                            <a:srgbClr val="002060"/>
                          </a:solidFill>
                          <a:latin typeface="Cambria Math"/>
                          <a:cs typeface="Cambria Math"/>
                        </a:rPr>
                        <m:t>𝑃</m:t>
                      </m:r>
                      <m:d>
                        <m:dPr>
                          <m:ctrlPr>
                            <a:rPr lang="en-US" sz="1900" b="0" i="1">
                              <a:solidFill>
                                <a:srgbClr val="002060"/>
                              </a:solidFill>
                              <a:latin typeface="Cambria Math"/>
                              <a:cs typeface="Cambria Math"/>
                            </a:rPr>
                          </m:ctrlPr>
                        </m:dPr>
                        <m:e>
                          <m:r>
                            <a:rPr lang="en-US" sz="1900" b="0" i="1">
                              <a:solidFill>
                                <a:srgbClr val="002060"/>
                              </a:solidFill>
                              <a:latin typeface="Cambria Math"/>
                              <a:cs typeface="Cambria Math"/>
                            </a:rPr>
                            <m:t>0</m:t>
                          </m:r>
                        </m:e>
                      </m:d>
                      <m:r>
                        <a:rPr lang="en-US" sz="1900" b="0" i="0">
                          <a:solidFill>
                            <a:srgbClr val="002060"/>
                          </a:solidFill>
                          <a:latin typeface="Cambria Math"/>
                          <a:cs typeface="Cambria Math"/>
                        </a:rPr>
                        <m:t>=</m:t>
                      </m:r>
                      <m:sSub>
                        <m:sSubPr>
                          <m:ctrlPr>
                            <a:rPr lang="en-US" sz="1900" b="0" i="1">
                              <a:solidFill>
                                <a:srgbClr val="002060"/>
                              </a:solidFill>
                              <a:latin typeface="Cambria Math"/>
                              <a:cs typeface="Cambria Math"/>
                            </a:rPr>
                          </m:ctrlPr>
                        </m:sSubPr>
                        <m:e>
                          <m:r>
                            <a:rPr lang="en-US" sz="1900" b="0" i="1">
                              <a:solidFill>
                                <a:srgbClr val="002060"/>
                              </a:solidFill>
                              <a:latin typeface="Cambria Math"/>
                              <a:cs typeface="Cambria Math"/>
                            </a:rPr>
                            <m:t>𝑃</m:t>
                          </m:r>
                        </m:e>
                        <m:sub>
                          <m:r>
                            <a:rPr lang="en-US" sz="1900" b="0" i="1">
                              <a:solidFill>
                                <a:srgbClr val="002060"/>
                              </a:solidFill>
                              <a:latin typeface="Cambria Math"/>
                              <a:cs typeface="Cambria Math"/>
                            </a:rPr>
                            <m:t>0</m:t>
                          </m:r>
                        </m:sub>
                      </m:sSub>
                      <m:r>
                        <a:rPr lang="en-US" sz="1900" b="0" i="1">
                          <a:solidFill>
                            <a:srgbClr val="002060"/>
                          </a:solidFill>
                          <a:latin typeface="Cambria Math"/>
                          <a:cs typeface="Cambria Math"/>
                        </a:rPr>
                        <m:t> </m:t>
                      </m:r>
                      <m:r>
                        <a:rPr lang="en-US" sz="1900" b="0" i="0">
                          <a:solidFill>
                            <a:srgbClr val="002060"/>
                          </a:solidFill>
                          <a:latin typeface="Cambria Math"/>
                          <a:cs typeface="Cambria Math"/>
                        </a:rPr>
                        <m:t>⇒</m:t>
                      </m:r>
                      <m:r>
                        <a:rPr lang="en-US" sz="1900" b="0" i="1">
                          <a:solidFill>
                            <a:srgbClr val="002060"/>
                          </a:solidFill>
                          <a:latin typeface="Cambria Math"/>
                          <a:cs typeface="Cambria Math"/>
                        </a:rPr>
                        <m:t> </m:t>
                      </m:r>
                      <m:r>
                        <a:rPr lang="en-US" sz="1900" b="0" i="1">
                          <a:solidFill>
                            <a:srgbClr val="002060"/>
                          </a:solidFill>
                          <a:latin typeface="Cambria Math"/>
                          <a:cs typeface="Cambria Math"/>
                        </a:rPr>
                        <m:t>𝐴</m:t>
                      </m:r>
                      <m:r>
                        <a:rPr lang="en-US" sz="1900" b="0" i="0">
                          <a:solidFill>
                            <a:srgbClr val="002060"/>
                          </a:solidFill>
                          <a:latin typeface="Cambria Math"/>
                          <a:cs typeface="Cambria Math"/>
                        </a:rPr>
                        <m:t>=</m:t>
                      </m:r>
                      <m:sSub>
                        <m:sSubPr>
                          <m:ctrlPr>
                            <a:rPr lang="en-US" sz="1900" b="0" i="1">
                              <a:solidFill>
                                <a:srgbClr val="002060"/>
                              </a:solidFill>
                              <a:latin typeface="Cambria Math"/>
                              <a:cs typeface="Cambria Math"/>
                            </a:rPr>
                          </m:ctrlPr>
                        </m:sSubPr>
                        <m:e>
                          <m:r>
                            <a:rPr lang="en-US" sz="1900" b="0" i="1">
                              <a:solidFill>
                                <a:srgbClr val="002060"/>
                              </a:solidFill>
                              <a:latin typeface="Cambria Math"/>
                              <a:cs typeface="Cambria Math"/>
                            </a:rPr>
                            <m:t>𝑃</m:t>
                          </m:r>
                        </m:e>
                        <m:sub>
                          <m:r>
                            <a:rPr lang="en-US" sz="1900" b="0" i="1">
                              <a:solidFill>
                                <a:srgbClr val="002060"/>
                              </a:solidFill>
                              <a:latin typeface="Cambria Math"/>
                              <a:cs typeface="Cambria Math"/>
                            </a:rPr>
                            <m:t>0</m:t>
                          </m:r>
                        </m:sub>
                      </m:sSub>
                    </m:oMath>
                  </m:oMathPara>
                </a14:m>
                <a:endParaRPr lang="en-US" sz="1900"/>
              </a:p>
            </p:txBody>
          </p:sp>
        </mc:Choice>
        <mc:Fallback xmlns="">
          <p:pic>
            <p:nvPicPr>
              <p:cNvPr id="110" name="Equation 110" descr="P(0)=P_0\;\Rightarrow\;A=P_0"/>
              <p:cNvPicPr>
                <a:picLocks noChangeAspect="1"/>
              </p:cNvPicPr>
              <p:nvPr/>
            </p:nvPicPr>
            <p:blipFill>
              <a:blip r:embed="rId8"/>
              <a:stretch>
                <a:fillRect/>
              </a:stretch>
            </p:blipFill>
            <p:spPr>
              <a:xfrm>
                <a:off x="2331720" y="4863541"/>
                <a:ext cx="2420722" cy="312725"/>
              </a:xfrm>
              <a:prstGeom prst="rect">
                <a:avLst/>
              </a:prstGeom>
            </p:spPr>
          </p:pic>
        </mc:Fallback>
      </mc:AlternateContent>
      <mc:AlternateContent xmlns:mc="http://schemas.openxmlformats.org/markup-compatibility/2006" xmlns:a14="http://schemas.microsoft.com/office/drawing/2010/main">
        <mc:Choice Requires="a14">
          <p:sp>
            <p:nvSpPr>
              <p:cNvPr id="111" name="Equation 111"/>
              <p:cNvSpPr txBox="1"/>
              <p:nvPr/>
            </p:nvSpPr>
            <p:spPr>
              <a:xfrm>
                <a:off x="2276856" y="5439613"/>
                <a:ext cx="1953158" cy="552298"/>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r>
                        <a:rPr lang="en-US" sz="2400" b="0" i="1">
                          <a:solidFill>
                            <a:srgbClr val="BF6019"/>
                          </a:solidFill>
                          <a:latin typeface="Cambria Math"/>
                          <a:cs typeface="Cambria Math"/>
                        </a:rPr>
                        <m:t>𝑃</m:t>
                      </m:r>
                      <m:d>
                        <m:dPr>
                          <m:ctrlPr>
                            <a:rPr lang="en-US" sz="2400" b="0" i="1">
                              <a:solidFill>
                                <a:srgbClr val="BF6019"/>
                              </a:solidFill>
                              <a:latin typeface="Cambria Math"/>
                              <a:cs typeface="Cambria Math"/>
                            </a:rPr>
                          </m:ctrlPr>
                        </m:dPr>
                        <m:e>
                          <m:r>
                            <a:rPr lang="en-US" sz="2400" b="0" i="1">
                              <a:solidFill>
                                <a:srgbClr val="BF6019"/>
                              </a:solidFill>
                              <a:latin typeface="Cambria Math"/>
                              <a:cs typeface="Cambria Math"/>
                            </a:rPr>
                            <m:t>𝑡</m:t>
                          </m:r>
                        </m:e>
                      </m:d>
                      <m:r>
                        <a:rPr lang="en-US" sz="2400" b="0" i="0">
                          <a:solidFill>
                            <a:srgbClr val="BF6019"/>
                          </a:solidFill>
                          <a:latin typeface="Cambria Math"/>
                          <a:cs typeface="Cambria Math"/>
                        </a:rPr>
                        <m:t>=</m:t>
                      </m:r>
                      <m:sSub>
                        <m:sSubPr>
                          <m:ctrlPr>
                            <a:rPr lang="en-US" sz="2400" b="0" i="1">
                              <a:solidFill>
                                <a:srgbClr val="BF6019"/>
                              </a:solidFill>
                              <a:latin typeface="Cambria Math"/>
                              <a:cs typeface="Cambria Math"/>
                            </a:rPr>
                          </m:ctrlPr>
                        </m:sSubPr>
                        <m:e>
                          <m:r>
                            <a:rPr lang="en-US" sz="2400" b="0" i="1">
                              <a:solidFill>
                                <a:srgbClr val="BF6019"/>
                              </a:solidFill>
                              <a:latin typeface="Cambria Math"/>
                              <a:cs typeface="Cambria Math"/>
                            </a:rPr>
                            <m:t>𝑃</m:t>
                          </m:r>
                        </m:e>
                        <m:sub>
                          <m:r>
                            <a:rPr lang="en-US" sz="2400" b="0" i="1">
                              <a:solidFill>
                                <a:srgbClr val="BF6019"/>
                              </a:solidFill>
                              <a:latin typeface="Cambria Math"/>
                              <a:cs typeface="Cambria Math"/>
                            </a:rPr>
                            <m:t>0</m:t>
                          </m:r>
                        </m:sub>
                      </m:sSub>
                      <m:r>
                        <a:rPr lang="en-US" sz="2400" b="0" i="1">
                          <a:solidFill>
                            <a:srgbClr val="BF6019"/>
                          </a:solidFill>
                          <a:latin typeface="Cambria Math"/>
                          <a:cs typeface="Cambria Math"/>
                        </a:rPr>
                        <m:t> </m:t>
                      </m:r>
                      <m:sSup>
                        <m:sSupPr>
                          <m:ctrlPr>
                            <a:rPr lang="en-US" sz="2400" b="0" i="1">
                              <a:solidFill>
                                <a:srgbClr val="BF6019"/>
                              </a:solidFill>
                              <a:latin typeface="Cambria Math"/>
                              <a:cs typeface="Cambria Math"/>
                            </a:rPr>
                          </m:ctrlPr>
                        </m:sSupPr>
                        <m:e>
                          <m:r>
                            <a:rPr lang="en-US" sz="2400" b="0" i="1">
                              <a:solidFill>
                                <a:srgbClr val="BF6019"/>
                              </a:solidFill>
                              <a:latin typeface="Cambria Math"/>
                              <a:cs typeface="Cambria Math"/>
                            </a:rPr>
                            <m:t>𝑒</m:t>
                          </m:r>
                        </m:e>
                        <m:sup>
                          <m:r>
                            <a:rPr lang="en-US" sz="2400" b="0" i="1">
                              <a:solidFill>
                                <a:srgbClr val="BF6019"/>
                              </a:solidFill>
                              <a:latin typeface="Cambria Math"/>
                              <a:cs typeface="Cambria Math"/>
                            </a:rPr>
                            <m:t>𝑘𝑡</m:t>
                          </m:r>
                        </m:sup>
                      </m:sSup>
                    </m:oMath>
                  </m:oMathPara>
                </a14:m>
                <a:endParaRPr lang="en-US" sz="2400"/>
              </a:p>
            </p:txBody>
          </p:sp>
        </mc:Choice>
        <mc:Fallback xmlns="">
          <p:pic>
            <p:nvPicPr>
              <p:cNvPr id="111" name="Equation 111" descr="P(t)=P_0\,e^{kt}"/>
              <p:cNvPicPr>
                <a:picLocks noChangeAspect="1"/>
              </p:cNvPicPr>
              <p:nvPr/>
            </p:nvPicPr>
            <p:blipFill>
              <a:blip r:embed="rId9"/>
              <a:stretch>
                <a:fillRect/>
              </a:stretch>
            </p:blipFill>
            <p:spPr>
              <a:xfrm>
                <a:off x="2331720" y="5494477"/>
                <a:ext cx="1843430" cy="442570"/>
              </a:xfrm>
              <a:prstGeom prst="rect">
                <a:avLst/>
              </a:prstGeom>
            </p:spPr>
          </p:pic>
        </mc:Fallback>
      </mc:AlternateContent>
      <p:sp>
        <p:nvSpPr>
          <p:cNvPr id="112" name="Text"/>
          <p:cNvSpPr txBox="1"/>
          <p:nvPr/>
        </p:nvSpPr>
        <p:spPr>
          <a:xfrm>
            <a:off x="7269480" y="1234440"/>
            <a:ext cx="4434840" cy="4937760"/>
          </a:xfrm>
          <a:prstGeom prst="roundRect">
            <a:avLst>
              <a:gd name="adj" fmla="val 8000"/>
            </a:avLst>
          </a:prstGeom>
          <a:solidFill>
            <a:srgbClr val="EAF0F8"/>
          </a:solidFill>
          <a:ln>
            <a:noFill/>
          </a:ln>
        </p:spPr>
        <p:txBody>
          <a:bodyPr wrap="square" lIns="164592" tIns="164592" rIns="164592" bIns="164592" rtlCol="0" anchor="t">
            <a:normAutofit/>
          </a:bodyPr>
          <a:lstStyle/>
          <a:p>
            <a:pPr algn="l">
              <a:spcAft>
                <a:spcPts val="400"/>
              </a:spcAft>
              <a:buNone/>
            </a:pPr>
            <a:r>
              <a:rPr lang="en-US" sz="1800" b="1" i="0" dirty="0">
                <a:solidFill>
                  <a:srgbClr val="BF6019"/>
                </a:solidFill>
                <a:latin typeface="LM Roman 10"/>
                <a:cs typeface="LM Roman 10"/>
              </a:rPr>
              <a:t>Separable: </a:t>
            </a:r>
            <a:r>
              <a:rPr lang="en-US" sz="1800" b="0" i="1" dirty="0">
                <a:solidFill>
                  <a:srgbClr val="002060"/>
                </a:solidFill>
                <a:latin typeface="Cambria Math"/>
                <a:cs typeface="Cambria Math"/>
              </a:rPr>
              <a:t>y′ = g(t) h(y)</a:t>
            </a:r>
            <a:endParaRPr lang="en-US" sz="1800"/>
          </a:p>
        </p:txBody>
      </p:sp>
      <mc:AlternateContent xmlns:mc="http://schemas.openxmlformats.org/markup-compatibility/2006" xmlns:a14="http://schemas.microsoft.com/office/drawing/2010/main">
        <mc:Choice Requires="a14">
          <p:sp>
            <p:nvSpPr>
              <p:cNvPr id="113" name="Equation 113"/>
              <p:cNvSpPr txBox="1"/>
              <p:nvPr/>
            </p:nvSpPr>
            <p:spPr>
              <a:xfrm>
                <a:off x="8375142" y="1819656"/>
                <a:ext cx="2223516" cy="738073"/>
              </a:xfrm>
              <a:prstGeom prst="rect">
                <a:avLst/>
              </a:prstGeom>
              <a:noFill/>
            </p:spPr>
            <p:txBody>
              <a:bodyPr wrap="none" lIns="54864" tIns="54864" rIns="54864" bIns="54864" anchor="ctr">
                <a:noAutofit/>
              </a:bodyPr>
              <a:lstStyle/>
              <a:p>
                <a:pPr algn="ctr"/>
                <a14:m>
                  <m:oMathPara xmlns:m="http://schemas.openxmlformats.org/officeDocument/2006/math">
                    <m:oMathParaPr>
                      <m:jc m:val="center"/>
                    </m:oMathParaPr>
                    <m:oMath>
                      <m:r>
                        <a:rPr lang="en-US" sz="1900" b="0" i="0">
                          <a:solidFill>
                            <a:srgbClr val="002060"/>
                          </a:solidFill>
                          <a:latin typeface="Cambria Math"/>
                          <a:cs typeface="Cambria Math"/>
                        </a:rPr>
                        <m:t>∫</m:t>
                      </m:r>
                      <m:f>
                        <m:fPr>
                          <m:ctrlPr>
                            <a:rPr lang="en-US" sz="1900" b="0" i="1">
                              <a:solidFill>
                                <a:srgbClr val="002060"/>
                              </a:solidFill>
                              <a:latin typeface="Cambria Math"/>
                              <a:cs typeface="Cambria Math"/>
                            </a:rPr>
                          </m:ctrlPr>
                        </m:fPr>
                        <m:num>
                          <m:r>
                            <a:rPr lang="en-US" sz="1900" b="0" i="1">
                              <a:solidFill>
                                <a:srgbClr val="002060"/>
                              </a:solidFill>
                              <a:latin typeface="Cambria Math"/>
                              <a:cs typeface="Cambria Math"/>
                            </a:rPr>
                            <m:t>𝑑𝑦</m:t>
                          </m:r>
                        </m:num>
                        <m:den>
                          <m:r>
                            <a:rPr lang="en-US" sz="1900" b="0" i="1">
                              <a:solidFill>
                                <a:srgbClr val="002060"/>
                              </a:solidFill>
                              <a:latin typeface="Cambria Math"/>
                              <a:cs typeface="Cambria Math"/>
                            </a:rPr>
                            <m:t>ℎ</m:t>
                          </m:r>
                          <m:d>
                            <m:dPr>
                              <m:ctrlPr>
                                <a:rPr lang="en-US" sz="1900" b="0" i="1">
                                  <a:solidFill>
                                    <a:srgbClr val="002060"/>
                                  </a:solidFill>
                                  <a:latin typeface="Cambria Math"/>
                                  <a:cs typeface="Cambria Math"/>
                                </a:rPr>
                              </m:ctrlPr>
                            </m:dPr>
                            <m:e>
                              <m:r>
                                <a:rPr lang="en-US" sz="1900" b="0" i="1">
                                  <a:solidFill>
                                    <a:srgbClr val="002060"/>
                                  </a:solidFill>
                                  <a:latin typeface="Cambria Math"/>
                                  <a:cs typeface="Cambria Math"/>
                                </a:rPr>
                                <m:t>𝑦</m:t>
                              </m:r>
                            </m:e>
                          </m:d>
                        </m:den>
                      </m:f>
                      <m:r>
                        <a:rPr lang="en-US" sz="1900" b="0" i="0">
                          <a:solidFill>
                            <a:srgbClr val="002060"/>
                          </a:solidFill>
                          <a:latin typeface="Cambria Math"/>
                          <a:cs typeface="Cambria Math"/>
                        </a:rPr>
                        <m:t>=∫</m:t>
                      </m:r>
                      <m:r>
                        <a:rPr lang="en-US" sz="1900" b="0" i="1">
                          <a:solidFill>
                            <a:srgbClr val="002060"/>
                          </a:solidFill>
                          <a:latin typeface="Cambria Math"/>
                          <a:cs typeface="Cambria Math"/>
                        </a:rPr>
                        <m:t>𝑔</m:t>
                      </m:r>
                      <m:d>
                        <m:dPr>
                          <m:ctrlPr>
                            <a:rPr lang="en-US" sz="1900" b="0" i="1">
                              <a:solidFill>
                                <a:srgbClr val="002060"/>
                              </a:solidFill>
                              <a:latin typeface="Cambria Math"/>
                              <a:cs typeface="Cambria Math"/>
                            </a:rPr>
                          </m:ctrlPr>
                        </m:dPr>
                        <m:e>
                          <m:r>
                            <a:rPr lang="en-US" sz="1900" b="0" i="1">
                              <a:solidFill>
                                <a:srgbClr val="002060"/>
                              </a:solidFill>
                              <a:latin typeface="Cambria Math"/>
                              <a:cs typeface="Cambria Math"/>
                            </a:rPr>
                            <m:t>𝑡</m:t>
                          </m:r>
                        </m:e>
                      </m:d>
                      <m:r>
                        <a:rPr lang="en-US" sz="1900" b="0" i="1">
                          <a:solidFill>
                            <a:srgbClr val="002060"/>
                          </a:solidFill>
                          <a:latin typeface="Cambria Math"/>
                          <a:cs typeface="Cambria Math"/>
                        </a:rPr>
                        <m:t> </m:t>
                      </m:r>
                      <m:r>
                        <a:rPr lang="en-US" sz="1900" b="0" i="1">
                          <a:solidFill>
                            <a:srgbClr val="002060"/>
                          </a:solidFill>
                          <a:latin typeface="Cambria Math"/>
                          <a:cs typeface="Cambria Math"/>
                        </a:rPr>
                        <m:t>𝑑𝑡</m:t>
                      </m:r>
                    </m:oMath>
                  </m:oMathPara>
                </a14:m>
                <a:endParaRPr lang="en-US" sz="1900"/>
              </a:p>
            </p:txBody>
          </p:sp>
        </mc:Choice>
        <mc:Fallback xmlns="">
          <p:pic>
            <p:nvPicPr>
              <p:cNvPr id="113" name="Equation 113" descr="\int\frac{dy}{h(y)}=\int g(t)\,dt"/>
              <p:cNvPicPr>
                <a:picLocks noChangeAspect="1"/>
              </p:cNvPicPr>
              <p:nvPr/>
            </p:nvPicPr>
            <p:blipFill>
              <a:blip r:embed="rId10"/>
              <a:stretch>
                <a:fillRect/>
              </a:stretch>
            </p:blipFill>
            <p:spPr>
              <a:xfrm>
                <a:off x="8430006" y="1874520"/>
                <a:ext cx="2113788" cy="628345"/>
              </a:xfrm>
              <a:prstGeom prst="rect">
                <a:avLst/>
              </a:prstGeom>
            </p:spPr>
          </p:pic>
        </mc:Fallback>
      </mc:AlternateContent>
      <p:sp>
        <p:nvSpPr>
          <p:cNvPr id="114" name="Text"/>
          <p:cNvSpPr txBox="1"/>
          <p:nvPr/>
        </p:nvSpPr>
        <p:spPr>
          <a:xfrm>
            <a:off x="7406640" y="2788920"/>
            <a:ext cx="4206240" cy="3337560"/>
          </a:xfrm>
          <a:prstGeom prst="rect">
            <a:avLst/>
          </a:prstGeom>
          <a:noFill/>
          <a:ln>
            <a:noFill/>
          </a:ln>
        </p:spPr>
        <p:txBody>
          <a:bodyPr wrap="square" lIns="73152" tIns="73152" rIns="73152" bIns="73152" rtlCol="0" anchor="t">
            <a:normAutofit/>
          </a:bodyPr>
          <a:lstStyle/>
          <a:p>
            <a:pPr algn="l">
              <a:spcAft>
                <a:spcPts val="600"/>
              </a:spcAft>
              <a:buNone/>
            </a:pPr>
            <a:r>
              <a:rPr lang="en-US" sz="1600" b="1" i="0" dirty="0">
                <a:solidFill>
                  <a:srgbClr val="BF6019"/>
                </a:solidFill>
                <a:latin typeface="LM Roman 10"/>
                <a:cs typeface="LM Roman 10"/>
              </a:rPr>
              <a:t>Subtle points (Lebl §1.3)</a:t>
            </a:r>
            <a:endParaRPr lang="en-US" sz="1600"/>
          </a:p>
          <a:p>
            <a:pPr marL="274320" indent="-274320" algn="l">
              <a:spcAft>
                <a:spcPts val="500"/>
              </a:spcAft>
              <a:buClr>
                <a:srgbClr val="BF6019"/>
              </a:buClr>
              <a:buSzPct val="100000"/>
              <a:buFont typeface="Arial"/>
              <a:buChar char="•"/>
            </a:pPr>
            <a:r>
              <a:rPr lang="en-US" sz="1500" b="0" i="0" dirty="0">
                <a:solidFill>
                  <a:srgbClr val="002060"/>
                </a:solidFill>
                <a:latin typeface="LM Roman 10"/>
                <a:cs typeface="LM Roman 10"/>
              </a:rPr>
              <a:t>Dividing by h(y) loses the constant </a:t>
            </a:r>
            <a:r>
              <a:rPr lang="en-US" sz="1500" b="0" i="1" dirty="0">
                <a:solidFill>
                  <a:srgbClr val="002060"/>
                </a:solidFill>
                <a:latin typeface="LM Roman 10"/>
                <a:cs typeface="LM Roman 10"/>
              </a:rPr>
              <a:t>singular</a:t>
            </a:r>
            <a:r>
              <a:rPr lang="en-US" sz="1500" b="0" i="0" dirty="0">
                <a:solidFill>
                  <a:srgbClr val="002060"/>
                </a:solidFill>
                <a:latin typeface="LM Roman 10"/>
                <a:cs typeface="LM Roman 10"/>
              </a:rPr>
              <a:t> solutions h(y) = 0: here P ≡ 0.</a:t>
            </a:r>
            <a:endParaRPr lang="en-US" sz="1500"/>
          </a:p>
          <a:p>
            <a:pPr marL="274320" indent="-274320" algn="l">
              <a:spcAft>
                <a:spcPts val="500"/>
              </a:spcAft>
              <a:buClr>
                <a:srgbClr val="BF6019"/>
              </a:buClr>
              <a:buSzPct val="100000"/>
              <a:buFont typeface="Arial"/>
              <a:buChar char="•"/>
            </a:pPr>
            <a:r>
              <a:rPr lang="en-US" sz="1500" b="0" i="0" dirty="0">
                <a:solidFill>
                  <a:srgbClr val="002060"/>
                </a:solidFill>
                <a:latin typeface="LM Roman 10"/>
                <a:cs typeface="LM Roman 10"/>
              </a:rPr>
              <a:t>|P| = e</a:t>
            </a:r>
            <a:r>
              <a:rPr lang="en-US" sz="1500" b="0" i="0" baseline="30000" dirty="0">
                <a:solidFill>
                  <a:srgbClr val="002060"/>
                </a:solidFill>
                <a:latin typeface="LM Roman 10"/>
                <a:cs typeface="LM Roman 10"/>
              </a:rPr>
              <a:t>C</a:t>
            </a:r>
            <a:r>
              <a:rPr lang="en-US" sz="1500" b="0" i="0" dirty="0">
                <a:solidFill>
                  <a:srgbClr val="002060"/>
                </a:solidFill>
                <a:latin typeface="LM Roman 10"/>
                <a:cs typeface="LM Roman 10"/>
              </a:rPr>
              <a:t>e</a:t>
            </a:r>
            <a:r>
              <a:rPr lang="en-US" sz="1500" b="0" i="0" baseline="30000" dirty="0">
                <a:solidFill>
                  <a:srgbClr val="002060"/>
                </a:solidFill>
                <a:latin typeface="LM Roman 10"/>
                <a:cs typeface="LM Roman 10"/>
              </a:rPr>
              <a:t>kt</a:t>
            </a:r>
            <a:r>
              <a:rPr lang="en-US" sz="1500" b="0" i="0" dirty="0">
                <a:solidFill>
                  <a:srgbClr val="002060"/>
                </a:solidFill>
                <a:latin typeface="LM Roman 10"/>
                <a:cs typeface="LM Roman 10"/>
              </a:rPr>
              <a:t> gives A = ±e</a:t>
            </a:r>
            <a:r>
              <a:rPr lang="en-US" sz="1500" b="0" i="0" baseline="30000" dirty="0">
                <a:solidFill>
                  <a:srgbClr val="002060"/>
                </a:solidFill>
                <a:latin typeface="LM Roman 10"/>
                <a:cs typeface="LM Roman 10"/>
              </a:rPr>
              <a:t>C</a:t>
            </a:r>
            <a:r>
              <a:rPr lang="en-US" sz="1500" b="0" i="0" dirty="0">
                <a:solidFill>
                  <a:srgbClr val="002060"/>
                </a:solidFill>
                <a:latin typeface="LM Roman 10"/>
                <a:cs typeface="LM Roman 10"/>
              </a:rPr>
              <a:t>; A = 0 recovers P ≡ 0, so A ∈ ℝ.</a:t>
            </a:r>
            <a:endParaRPr lang="en-US" sz="1500"/>
          </a:p>
          <a:p>
            <a:pPr marL="274320" indent="-274320" algn="l">
              <a:spcAft>
                <a:spcPts val="500"/>
              </a:spcAft>
              <a:buClr>
                <a:srgbClr val="BF6019"/>
              </a:buClr>
              <a:buSzPct val="100000"/>
              <a:buFont typeface="Arial"/>
              <a:buChar char="•"/>
            </a:pPr>
            <a:r>
              <a:rPr lang="en-US" sz="1500" b="0" i="0" dirty="0">
                <a:solidFill>
                  <a:srgbClr val="002060"/>
                </a:solidFill>
                <a:latin typeface="LM Roman 10"/>
                <a:cs typeface="LM Roman 10"/>
              </a:rPr>
              <a:t>The answer may be only </a:t>
            </a:r>
            <a:r>
              <a:rPr lang="en-US" sz="1500" b="0" i="1" dirty="0">
                <a:solidFill>
                  <a:srgbClr val="002060"/>
                </a:solidFill>
                <a:latin typeface="LM Roman 10"/>
                <a:cs typeface="LM Roman 10"/>
              </a:rPr>
              <a:t>implicit</a:t>
            </a:r>
            <a:r>
              <a:rPr lang="en-US" sz="1500" b="0" i="0" dirty="0">
                <a:solidFill>
                  <a:srgbClr val="002060"/>
                </a:solidFill>
                <a:latin typeface="LM Roman 10"/>
                <a:cs typeface="LM Roman 10"/>
              </a:rPr>
              <a:t>: y′ = xy/(y² + 1) gives y² + 2 ln|y| = x² + C.</a:t>
            </a:r>
            <a:endParaRPr lang="en-US" sz="1500"/>
          </a:p>
          <a:p>
            <a:pPr marL="274320" indent="-274320" algn="l">
              <a:spcAft>
                <a:spcPts val="600"/>
              </a:spcAft>
              <a:buClr>
                <a:srgbClr val="BF6019"/>
              </a:buClr>
              <a:buSzPct val="100000"/>
              <a:buFont typeface="Arial"/>
              <a:buChar char="•"/>
            </a:pPr>
            <a:r>
              <a:rPr lang="en-US" sz="1500" b="1" i="0" dirty="0">
                <a:solidFill>
                  <a:srgbClr val="002060"/>
                </a:solidFill>
                <a:latin typeface="LM Roman 10"/>
                <a:cs typeface="LM Roman 10"/>
              </a:rPr>
              <a:t>Check: </a:t>
            </a:r>
            <a:r>
              <a:rPr lang="en-US" sz="1500" b="0" i="0" dirty="0">
                <a:solidFill>
                  <a:srgbClr val="002060"/>
                </a:solidFill>
                <a:latin typeface="LM Roman 10"/>
                <a:cs typeface="LM Roman 10"/>
              </a:rPr>
              <a:t>P′ = kP</a:t>
            </a:r>
            <a:r>
              <a:rPr lang="en-US" sz="1500" b="0" i="0" baseline="-25000" dirty="0">
                <a:solidFill>
                  <a:srgbClr val="002060"/>
                </a:solidFill>
                <a:latin typeface="LM Roman 10"/>
                <a:cs typeface="LM Roman 10"/>
              </a:rPr>
              <a:t>0</a:t>
            </a:r>
            <a:r>
              <a:rPr lang="en-US" sz="1500" b="0" i="0" dirty="0">
                <a:solidFill>
                  <a:srgbClr val="002060"/>
                </a:solidFill>
                <a:latin typeface="LM Roman 10"/>
                <a:cs typeface="LM Roman 10"/>
              </a:rPr>
              <a:t>e</a:t>
            </a:r>
            <a:r>
              <a:rPr lang="en-US" sz="1500" b="0" i="0" baseline="30000" dirty="0">
                <a:solidFill>
                  <a:srgbClr val="002060"/>
                </a:solidFill>
                <a:latin typeface="LM Roman 10"/>
                <a:cs typeface="LM Roman 10"/>
              </a:rPr>
              <a:t>kt</a:t>
            </a:r>
            <a:r>
              <a:rPr lang="en-US" sz="1500" b="0" i="0" dirty="0">
                <a:solidFill>
                  <a:srgbClr val="002060"/>
                </a:solidFill>
                <a:latin typeface="LM Roman 10"/>
                <a:cs typeface="LM Roman 10"/>
              </a:rPr>
              <a:t> = kP.</a:t>
            </a:r>
            <a:endParaRPr lang="en-US" sz="1500"/>
          </a:p>
        </p:txBody>
      </p:sp>
    </p:spTree>
    <p:extLst>
      <p:ext uri="{BB962C8B-B14F-4D97-AF65-F5344CB8AC3E}">
        <p14:creationId xmlns:p14="http://schemas.microsoft.com/office/powerpoint/2010/main" val="2916294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B7FC9-7303-2DDF-22D9-A375F9FCBA42}"/>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2C760A3E-FF45-F647-68B2-6F941F0FE03D}"/>
              </a:ext>
            </a:extLst>
          </p:cNvPr>
          <p:cNvSpPr/>
          <p:nvPr/>
        </p:nvSpPr>
        <p:spPr>
          <a:xfrm>
            <a:off x="0" y="6309106"/>
            <a:ext cx="12192000" cy="549124"/>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piè di pagina 1">
            <a:extLst>
              <a:ext uri="{FF2B5EF4-FFF2-40B4-BE49-F238E27FC236}">
                <a16:creationId xmlns:a16="http://schemas.microsoft.com/office/drawing/2014/main" id="{D93F69B5-A372-36E1-C0D1-892D9A6B88D5}"/>
              </a:ext>
            </a:extLst>
          </p:cNvPr>
          <p:cNvSpPr>
            <a:spLocks noGrp="1"/>
          </p:cNvSpPr>
          <p:nvPr>
            <p:ph type="ftr" sz="quarter" idx="11"/>
          </p:nvPr>
        </p:nvSpPr>
        <p:spPr>
          <a:xfrm>
            <a:off x="4038600" y="6448272"/>
            <a:ext cx="4114800" cy="365125"/>
          </a:xfrm>
        </p:spPr>
        <p:txBody>
          <a:bodyPr/>
          <a:lstStyle/>
          <a:p>
            <a:r>
              <a:rPr lang="en-US" sz="1600" dirty="0">
                <a:solidFill>
                  <a:srgbClr val="002060"/>
                </a:solidFill>
              </a:rPr>
              <a:t>MATH 331: Differential Equations</a:t>
            </a:r>
          </a:p>
        </p:txBody>
      </p:sp>
      <p:sp>
        <p:nvSpPr>
          <p:cNvPr id="6" name="CasellaDiTesto 5">
            <a:extLst>
              <a:ext uri="{FF2B5EF4-FFF2-40B4-BE49-F238E27FC236}">
                <a16:creationId xmlns:a16="http://schemas.microsoft.com/office/drawing/2014/main" id="{8495B6C3-1F7A-7299-D7B8-F42087CCE23B}"/>
              </a:ext>
            </a:extLst>
          </p:cNvPr>
          <p:cNvSpPr txBox="1"/>
          <p:nvPr/>
        </p:nvSpPr>
        <p:spPr>
          <a:xfrm>
            <a:off x="981880" y="330553"/>
            <a:ext cx="10424160" cy="707886"/>
          </a:xfrm>
          <a:prstGeom prst="rect">
            <a:avLst/>
          </a:prstGeom>
          <a:noFill/>
        </p:spPr>
        <p:txBody>
          <a:bodyPr wrap="square" rtlCol="0" anchor="ctr" anchorCtr="0">
            <a:spAutoFit/>
          </a:bodyPr>
          <a:lstStyle/>
          <a:p>
            <a:r>
              <a:rPr lang="en-US" sz="4000" b="1" dirty="0">
                <a:solidFill>
                  <a:srgbClr val="002060"/>
                </a:solidFill>
                <a:latin typeface="LM Roman 10" panose="00000500000000000000" pitchFamily="2" charset="0"/>
              </a:rPr>
              <a:t>Exponential growth</a:t>
            </a:r>
            <a:endParaRPr lang="it-IT" sz="4000" b="1" dirty="0">
              <a:solidFill>
                <a:srgbClr val="002060"/>
              </a:solidFill>
              <a:latin typeface="LM Roman 10" panose="00000500000000000000" pitchFamily="2" charset="0"/>
            </a:endParaRPr>
          </a:p>
        </p:txBody>
      </p:sp>
      <p:sp>
        <p:nvSpPr>
          <p:cNvPr id="13" name="Segnaposto numero diapositiva 14">
            <a:extLst>
              <a:ext uri="{FF2B5EF4-FFF2-40B4-BE49-F238E27FC236}">
                <a16:creationId xmlns:a16="http://schemas.microsoft.com/office/drawing/2014/main" id="{309AE5C9-EEDD-A311-4493-9CAABB78FFA5}"/>
              </a:ext>
            </a:extLst>
          </p:cNvPr>
          <p:cNvSpPr txBox="1">
            <a:spLocks/>
          </p:cNvSpPr>
          <p:nvPr/>
        </p:nvSpPr>
        <p:spPr>
          <a:xfrm>
            <a:off x="9072638" y="6401105"/>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06BB8CB-C112-4AF1-992B-2BAB7191A575}" type="slidenum">
              <a:rPr lang="it-IT" sz="1600" b="1" smtClean="0">
                <a:solidFill>
                  <a:srgbClr val="002060"/>
                </a:solidFill>
              </a:rPr>
              <a:pPr/>
              <a:t>11</a:t>
            </a:fld>
            <a:endParaRPr lang="it-IT" sz="1600" b="1" dirty="0">
              <a:solidFill>
                <a:srgbClr val="002060"/>
              </a:solidFill>
            </a:endParaRPr>
          </a:p>
        </p:txBody>
      </p:sp>
      <p:grpSp>
        <p:nvGrpSpPr>
          <p:cNvPr id="32" name="Gruppo 31">
            <a:extLst>
              <a:ext uri="{FF2B5EF4-FFF2-40B4-BE49-F238E27FC236}">
                <a16:creationId xmlns:a16="http://schemas.microsoft.com/office/drawing/2014/main" id="{2E62AB85-3A93-A286-6E45-A75C8BBC09DC}"/>
              </a:ext>
            </a:extLst>
          </p:cNvPr>
          <p:cNvGrpSpPr/>
          <p:nvPr/>
        </p:nvGrpSpPr>
        <p:grpSpPr>
          <a:xfrm>
            <a:off x="14040" y="6251906"/>
            <a:ext cx="1906650" cy="626303"/>
            <a:chOff x="5403712" y="2704688"/>
            <a:chExt cx="2490081" cy="817950"/>
          </a:xfrm>
        </p:grpSpPr>
        <p:pic>
          <p:nvPicPr>
            <p:cNvPr id="33" name="Picture 2">
              <a:extLst>
                <a:ext uri="{FF2B5EF4-FFF2-40B4-BE49-F238E27FC236}">
                  <a16:creationId xmlns:a16="http://schemas.microsoft.com/office/drawing/2014/main" id="{567C9C09-B8D1-EC23-4AAB-A073BA2576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1602"/>
            <a:stretch/>
          </p:blipFill>
          <p:spPr bwMode="auto">
            <a:xfrm>
              <a:off x="5403712" y="2704688"/>
              <a:ext cx="1384576" cy="80856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a:extLst>
                <a:ext uri="{FF2B5EF4-FFF2-40B4-BE49-F238E27FC236}">
                  <a16:creationId xmlns:a16="http://schemas.microsoft.com/office/drawing/2014/main" id="{93869D14-1BA4-3490-7962-5A65832FA6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565"/>
            <a:stretch/>
          </p:blipFill>
          <p:spPr bwMode="auto">
            <a:xfrm>
              <a:off x="6509217" y="2907406"/>
              <a:ext cx="1384576" cy="615232"/>
            </a:xfrm>
            <a:prstGeom prst="rect">
              <a:avLst/>
            </a:prstGeom>
            <a:noFill/>
            <a:extLst>
              <a:ext uri="{909E8E84-426E-40DD-AFC4-6F175D3DCCD1}">
                <a14:hiddenFill xmlns:a14="http://schemas.microsoft.com/office/drawing/2010/main">
                  <a:solidFill>
                    <a:srgbClr val="FFFFFF"/>
                  </a:solidFill>
                </a14:hiddenFill>
              </a:ext>
            </a:extLst>
          </p:spPr>
        </p:pic>
      </p:grpSp>
      <p:sp>
        <p:nvSpPr>
          <p:cNvPr id="101" name="Text"/>
          <p:cNvSpPr txBox="1"/>
          <p:nvPr/>
        </p:nvSpPr>
        <p:spPr>
          <a:xfrm>
            <a:off x="548640" y="1188720"/>
            <a:ext cx="6217920" cy="457200"/>
          </a:xfrm>
          <a:prstGeom prst="rect">
            <a:avLst/>
          </a:prstGeom>
          <a:noFill/>
          <a:ln>
            <a:noFill/>
          </a:ln>
        </p:spPr>
        <p:txBody>
          <a:bodyPr wrap="square" lIns="73152" tIns="73152" rIns="73152" bIns="73152" rtlCol="0" anchor="t">
            <a:normAutofit/>
          </a:bodyPr>
          <a:lstStyle/>
          <a:p>
            <a:pPr algn="l">
              <a:spcAft>
                <a:spcPts val="600"/>
              </a:spcAft>
              <a:buNone/>
            </a:pPr>
            <a:r>
              <a:rPr lang="en-US" sz="1800" b="1" i="0" dirty="0">
                <a:solidFill>
                  <a:srgbClr val="BF6019"/>
                </a:solidFill>
                <a:latin typeface="LM Roman 10"/>
                <a:cs typeface="LM Roman 10"/>
              </a:rPr>
              <a:t>Sample problem 1</a:t>
            </a:r>
            <a:endParaRPr lang="en-US" sz="1800"/>
          </a:p>
        </p:txBody>
      </p:sp>
      <p:sp>
        <p:nvSpPr>
          <p:cNvPr id="102" name="Text"/>
          <p:cNvSpPr txBox="1"/>
          <p:nvPr/>
        </p:nvSpPr>
        <p:spPr>
          <a:xfrm>
            <a:off x="548640" y="1645920"/>
            <a:ext cx="6217920" cy="1097280"/>
          </a:xfrm>
          <a:prstGeom prst="rect">
            <a:avLst/>
          </a:prstGeom>
          <a:noFill/>
          <a:ln>
            <a:noFill/>
          </a:ln>
        </p:spPr>
        <p:txBody>
          <a:bodyPr wrap="square" lIns="73152" tIns="73152" rIns="73152" bIns="73152" rtlCol="0" anchor="t">
            <a:normAutofit/>
          </a:bodyPr>
          <a:lstStyle/>
          <a:p>
            <a:pPr algn="l">
              <a:spcAft>
                <a:spcPts val="600"/>
              </a:spcAft>
              <a:buNone/>
            </a:pPr>
            <a:r>
              <a:rPr lang="en-US" sz="1800" b="0" i="0" dirty="0">
                <a:solidFill>
                  <a:srgbClr val="002060"/>
                </a:solidFill>
                <a:latin typeface="LM Roman 10"/>
                <a:cs typeface="LM Roman 10"/>
              </a:rPr>
              <a:t>A colony has 100 bacteria at t = 0 and 200 bacteria at t = 10 s. How many bacteria are there at t = 60 s?</a:t>
            </a:r>
            <a:endParaRPr lang="en-US" sz="1800"/>
          </a:p>
          <a:p>
            <a:pPr algn="l">
              <a:spcAft>
                <a:spcPts val="600"/>
              </a:spcAft>
              <a:buNone/>
            </a:pPr>
            <a:r>
              <a:rPr lang="en-US" sz="1400" b="0" i="1" dirty="0">
                <a:solidFill>
                  <a:srgbClr val="5D6675"/>
                </a:solidFill>
                <a:latin typeface="LM Roman 10"/>
                <a:cs typeface="LM Roman 10"/>
              </a:rPr>
              <a:t>(Lebl, Notes on Diffy Qs, Example 0.2.1)</a:t>
            </a:r>
            <a:endParaRPr lang="en-US" sz="1400"/>
          </a:p>
        </p:txBody>
      </p:sp>
      <mc:AlternateContent xmlns:mc="http://schemas.openxmlformats.org/markup-compatibility/2006" xmlns:a14="http://schemas.microsoft.com/office/drawing/2010/main">
        <mc:Choice Requires="a14">
          <p:sp>
            <p:nvSpPr>
              <p:cNvPr id="103" name="Equation 103"/>
              <p:cNvSpPr txBox="1"/>
              <p:nvPr/>
            </p:nvSpPr>
            <p:spPr>
              <a:xfrm>
                <a:off x="493776" y="2871216"/>
                <a:ext cx="3733800" cy="478536"/>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r>
                        <a:rPr lang="en-US" sz="2000" b="0" i="1">
                          <a:solidFill>
                            <a:srgbClr val="002060"/>
                          </a:solidFill>
                          <a:latin typeface="Cambria Math"/>
                          <a:cs typeface="Cambria Math"/>
                        </a:rPr>
                        <m:t>𝑃</m:t>
                      </m:r>
                      <m:d>
                        <m:dPr>
                          <m:ctrlPr>
                            <a:rPr lang="en-US" sz="2000" b="0" i="1">
                              <a:solidFill>
                                <a:srgbClr val="002060"/>
                              </a:solidFill>
                              <a:latin typeface="Cambria Math"/>
                              <a:cs typeface="Cambria Math"/>
                            </a:rPr>
                          </m:ctrlPr>
                        </m:dPr>
                        <m:e>
                          <m:r>
                            <a:rPr lang="en-US" sz="2000" b="0" i="1">
                              <a:solidFill>
                                <a:srgbClr val="002060"/>
                              </a:solidFill>
                              <a:latin typeface="Cambria Math"/>
                              <a:cs typeface="Cambria Math"/>
                            </a:rPr>
                            <m:t>𝑡</m:t>
                          </m:r>
                        </m:e>
                      </m:d>
                      <m:r>
                        <a:rPr lang="en-US" sz="2000" b="0" i="0">
                          <a:solidFill>
                            <a:srgbClr val="002060"/>
                          </a:solidFill>
                          <a:latin typeface="Cambria Math"/>
                          <a:cs typeface="Cambria Math"/>
                        </a:rPr>
                        <m:t>=</m:t>
                      </m:r>
                      <m:r>
                        <a:rPr lang="en-US" sz="2000" b="0" i="1">
                          <a:solidFill>
                            <a:srgbClr val="002060"/>
                          </a:solidFill>
                          <a:latin typeface="Cambria Math"/>
                          <a:cs typeface="Cambria Math"/>
                        </a:rPr>
                        <m:t>100 </m:t>
                      </m:r>
                      <m:sSup>
                        <m:sSupPr>
                          <m:ctrlPr>
                            <a:rPr lang="en-US" sz="2000" b="0" i="1">
                              <a:solidFill>
                                <a:srgbClr val="002060"/>
                              </a:solidFill>
                              <a:latin typeface="Cambria Math"/>
                              <a:cs typeface="Cambria Math"/>
                            </a:rPr>
                          </m:ctrlPr>
                        </m:sSupPr>
                        <m:e>
                          <m:r>
                            <a:rPr lang="en-US" sz="2000" b="0" i="1">
                              <a:solidFill>
                                <a:srgbClr val="002060"/>
                              </a:solidFill>
                              <a:latin typeface="Cambria Math"/>
                              <a:cs typeface="Cambria Math"/>
                            </a:rPr>
                            <m:t>𝑒</m:t>
                          </m:r>
                        </m:e>
                        <m:sup>
                          <m:r>
                            <a:rPr lang="en-US" sz="2000" b="0" i="1">
                              <a:solidFill>
                                <a:srgbClr val="002060"/>
                              </a:solidFill>
                              <a:latin typeface="Cambria Math"/>
                              <a:cs typeface="Cambria Math"/>
                            </a:rPr>
                            <m:t>𝑘𝑡</m:t>
                          </m:r>
                        </m:sup>
                      </m:sSup>
                      <m:r>
                        <a:rPr lang="en-US" sz="2000" b="0" i="0">
                          <a:solidFill>
                            <a:srgbClr val="002060"/>
                          </a:solidFill>
                          <a:latin typeface="Cambria Math"/>
                          <a:cs typeface="Cambria Math"/>
                        </a:rPr>
                        <m:t>,</m:t>
                      </m:r>
                      <m:r>
                        <a:rPr lang="en-US" sz="2000" b="0" i="1">
                          <a:solidFill>
                            <a:srgbClr val="002060"/>
                          </a:solidFill>
                          <a:latin typeface="Cambria Math"/>
                          <a:cs typeface="Cambria Math"/>
                        </a:rPr>
                        <m:t>  </m:t>
                      </m:r>
                      <m:r>
                        <a:rPr lang="en-US" sz="2000" b="0" i="1">
                          <a:solidFill>
                            <a:srgbClr val="002060"/>
                          </a:solidFill>
                          <a:latin typeface="Cambria Math"/>
                          <a:cs typeface="Cambria Math"/>
                        </a:rPr>
                        <m:t>𝑃</m:t>
                      </m:r>
                      <m:d>
                        <m:dPr>
                          <m:ctrlPr>
                            <a:rPr lang="en-US" sz="2000" b="0" i="1">
                              <a:solidFill>
                                <a:srgbClr val="002060"/>
                              </a:solidFill>
                              <a:latin typeface="Cambria Math"/>
                              <a:cs typeface="Cambria Math"/>
                            </a:rPr>
                          </m:ctrlPr>
                        </m:dPr>
                        <m:e>
                          <m:r>
                            <a:rPr lang="en-US" sz="2000" b="0" i="1">
                              <a:solidFill>
                                <a:srgbClr val="002060"/>
                              </a:solidFill>
                              <a:latin typeface="Cambria Math"/>
                              <a:cs typeface="Cambria Math"/>
                            </a:rPr>
                            <m:t>10</m:t>
                          </m:r>
                        </m:e>
                      </m:d>
                      <m:r>
                        <a:rPr lang="en-US" sz="2000" b="0" i="0">
                          <a:solidFill>
                            <a:srgbClr val="002060"/>
                          </a:solidFill>
                          <a:latin typeface="Cambria Math"/>
                          <a:cs typeface="Cambria Math"/>
                        </a:rPr>
                        <m:t>=</m:t>
                      </m:r>
                      <m:r>
                        <a:rPr lang="en-US" sz="2000" b="0" i="1">
                          <a:solidFill>
                            <a:srgbClr val="002060"/>
                          </a:solidFill>
                          <a:latin typeface="Cambria Math"/>
                          <a:cs typeface="Cambria Math"/>
                        </a:rPr>
                        <m:t>200</m:t>
                      </m:r>
                    </m:oMath>
                  </m:oMathPara>
                </a14:m>
                <a:endParaRPr lang="en-US" sz="2000"/>
              </a:p>
            </p:txBody>
          </p:sp>
        </mc:Choice>
        <mc:Fallback xmlns="">
          <p:pic>
            <p:nvPicPr>
              <p:cNvPr id="103" name="Equation 103" descr="P(t)=100\,e^{kt},\qquad P(10)=200"/>
              <p:cNvPicPr>
                <a:picLocks noChangeAspect="1"/>
              </p:cNvPicPr>
              <p:nvPr/>
            </p:nvPicPr>
            <p:blipFill>
              <a:blip r:embed="rId4"/>
              <a:stretch>
                <a:fillRect/>
              </a:stretch>
            </p:blipFill>
            <p:spPr>
              <a:xfrm>
                <a:off x="548640" y="2926080"/>
                <a:ext cx="3624072" cy="368808"/>
              </a:xfrm>
              <a:prstGeom prst="rect">
                <a:avLst/>
              </a:prstGeom>
            </p:spPr>
          </p:pic>
        </mc:Fallback>
      </mc:AlternateContent>
      <mc:AlternateContent xmlns:mc="http://schemas.openxmlformats.org/markup-compatibility/2006" xmlns:a14="http://schemas.microsoft.com/office/drawing/2010/main">
        <mc:Choice Requires="a14">
          <p:sp>
            <p:nvSpPr>
              <p:cNvPr id="104" name="Equation 104"/>
              <p:cNvSpPr txBox="1"/>
              <p:nvPr/>
            </p:nvSpPr>
            <p:spPr>
              <a:xfrm>
                <a:off x="493776" y="3511296"/>
                <a:ext cx="4718304" cy="707136"/>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r>
                        <a:rPr lang="en-US" sz="2000" b="0" i="1">
                          <a:solidFill>
                            <a:srgbClr val="002060"/>
                          </a:solidFill>
                          <a:latin typeface="Cambria Math"/>
                          <a:cs typeface="Cambria Math"/>
                        </a:rPr>
                        <m:t>200</m:t>
                      </m:r>
                      <m:r>
                        <a:rPr lang="en-US" sz="2000" b="0" i="0">
                          <a:solidFill>
                            <a:srgbClr val="002060"/>
                          </a:solidFill>
                          <a:latin typeface="Cambria Math"/>
                          <a:cs typeface="Cambria Math"/>
                        </a:rPr>
                        <m:t>=</m:t>
                      </m:r>
                      <m:r>
                        <a:rPr lang="en-US" sz="2000" b="0" i="1">
                          <a:solidFill>
                            <a:srgbClr val="002060"/>
                          </a:solidFill>
                          <a:latin typeface="Cambria Math"/>
                          <a:cs typeface="Cambria Math"/>
                        </a:rPr>
                        <m:t>100 </m:t>
                      </m:r>
                      <m:sSup>
                        <m:sSupPr>
                          <m:ctrlPr>
                            <a:rPr lang="en-US" sz="2000" b="0" i="1">
                              <a:solidFill>
                                <a:srgbClr val="002060"/>
                              </a:solidFill>
                              <a:latin typeface="Cambria Math"/>
                              <a:cs typeface="Cambria Math"/>
                            </a:rPr>
                          </m:ctrlPr>
                        </m:sSupPr>
                        <m:e>
                          <m:r>
                            <a:rPr lang="en-US" sz="2000" b="0" i="1">
                              <a:solidFill>
                                <a:srgbClr val="002060"/>
                              </a:solidFill>
                              <a:latin typeface="Cambria Math"/>
                              <a:cs typeface="Cambria Math"/>
                            </a:rPr>
                            <m:t>𝑒</m:t>
                          </m:r>
                        </m:e>
                        <m:sup>
                          <m:r>
                            <a:rPr lang="en-US" sz="2000" b="0" i="1">
                              <a:solidFill>
                                <a:srgbClr val="002060"/>
                              </a:solidFill>
                              <a:latin typeface="Cambria Math"/>
                              <a:cs typeface="Cambria Math"/>
                            </a:rPr>
                            <m:t>10</m:t>
                          </m:r>
                          <m:r>
                            <a:rPr lang="en-US" sz="2000" b="0" i="1">
                              <a:solidFill>
                                <a:srgbClr val="002060"/>
                              </a:solidFill>
                              <a:latin typeface="Cambria Math"/>
                              <a:cs typeface="Cambria Math"/>
                            </a:rPr>
                            <m:t>𝑘</m:t>
                          </m:r>
                        </m:sup>
                      </m:sSup>
                      <m:r>
                        <a:rPr lang="en-US" sz="2000" b="0" i="1">
                          <a:solidFill>
                            <a:srgbClr val="002060"/>
                          </a:solidFill>
                          <a:latin typeface="Cambria Math"/>
                          <a:cs typeface="Cambria Math"/>
                        </a:rPr>
                        <m:t> </m:t>
                      </m:r>
                      <m:r>
                        <a:rPr lang="en-US" sz="2000" b="0" i="0">
                          <a:solidFill>
                            <a:srgbClr val="002060"/>
                          </a:solidFill>
                          <a:latin typeface="Cambria Math"/>
                          <a:cs typeface="Cambria Math"/>
                        </a:rPr>
                        <m:t>⇒</m:t>
                      </m:r>
                      <m:r>
                        <a:rPr lang="en-US" sz="2000" b="0" i="1">
                          <a:solidFill>
                            <a:srgbClr val="002060"/>
                          </a:solidFill>
                          <a:latin typeface="Cambria Math"/>
                          <a:cs typeface="Cambria Math"/>
                        </a:rPr>
                        <m:t> </m:t>
                      </m:r>
                      <m:r>
                        <a:rPr lang="en-US" sz="2000" b="0" i="1">
                          <a:solidFill>
                            <a:srgbClr val="002060"/>
                          </a:solidFill>
                          <a:latin typeface="Cambria Math"/>
                          <a:cs typeface="Cambria Math"/>
                        </a:rPr>
                        <m:t>𝑘</m:t>
                      </m:r>
                      <m:r>
                        <a:rPr lang="en-US" sz="2000" b="0" i="0">
                          <a:solidFill>
                            <a:srgbClr val="002060"/>
                          </a:solidFill>
                          <a:latin typeface="Cambria Math"/>
                          <a:cs typeface="Cambria Math"/>
                        </a:rPr>
                        <m:t>=</m:t>
                      </m:r>
                      <m:f>
                        <m:fPr>
                          <m:ctrlPr>
                            <a:rPr lang="en-US" sz="2000" b="0" i="0">
                              <a:solidFill>
                                <a:srgbClr val="002060"/>
                              </a:solidFill>
                              <a:latin typeface="Cambria Math"/>
                              <a:cs typeface="Cambria Math"/>
                            </a:rPr>
                          </m:ctrlPr>
                        </m:fPr>
                        <m:num>
                          <m:r>
                            <m:rPr>
                              <m:sty m:val="p"/>
                            </m:rPr>
                            <a:rPr lang="en-US" sz="2000" b="0" i="0">
                              <a:solidFill>
                                <a:srgbClr val="002060"/>
                              </a:solidFill>
                              <a:latin typeface="Cambria Math"/>
                              <a:cs typeface="Cambria Math"/>
                            </a:rPr>
                            <m:t>ln</m:t>
                          </m:r>
                          <m:r>
                            <a:rPr lang="en-US" sz="2000" b="0" i="1">
                              <a:solidFill>
                                <a:srgbClr val="002060"/>
                              </a:solidFill>
                              <a:latin typeface="Cambria Math"/>
                              <a:cs typeface="Cambria Math"/>
                            </a:rPr>
                            <m:t>2</m:t>
                          </m:r>
                        </m:num>
                        <m:den>
                          <m:r>
                            <a:rPr lang="en-US" sz="2000" b="0" i="1">
                              <a:solidFill>
                                <a:srgbClr val="002060"/>
                              </a:solidFill>
                              <a:latin typeface="Cambria Math"/>
                              <a:cs typeface="Cambria Math"/>
                            </a:rPr>
                            <m:t>10</m:t>
                          </m:r>
                        </m:den>
                      </m:f>
                      <m:r>
                        <a:rPr lang="en-US" sz="2000" b="0" i="0">
                          <a:solidFill>
                            <a:srgbClr val="002060"/>
                          </a:solidFill>
                          <a:latin typeface="Cambria Math"/>
                          <a:cs typeface="Cambria Math"/>
                        </a:rPr>
                        <m:t>≈</m:t>
                      </m:r>
                      <m:r>
                        <a:rPr lang="en-US" sz="2000" b="0" i="1">
                          <a:solidFill>
                            <a:srgbClr val="002060"/>
                          </a:solidFill>
                          <a:latin typeface="Cambria Math"/>
                          <a:cs typeface="Cambria Math"/>
                        </a:rPr>
                        <m:t>0.0693 </m:t>
                      </m:r>
                      <m:sSup>
                        <m:sSupPr>
                          <m:ctrlPr>
                            <a:rPr lang="en-US" sz="2000" b="0" i="0">
                              <a:solidFill>
                                <a:srgbClr val="002060"/>
                              </a:solidFill>
                              <a:latin typeface="Cambria Math"/>
                              <a:cs typeface="Cambria Math"/>
                            </a:rPr>
                          </m:ctrlPr>
                        </m:sSupPr>
                        <m:e>
                          <m:r>
                            <m:rPr>
                              <m:sty m:val="p"/>
                            </m:rPr>
                            <a:rPr lang="en-US" sz="2000" b="0" i="0">
                              <a:solidFill>
                                <a:srgbClr val="002060"/>
                              </a:solidFill>
                              <a:latin typeface="Cambria Math"/>
                              <a:cs typeface="Cambria Math"/>
                            </a:rPr>
                            <m:t>s</m:t>
                          </m:r>
                        </m:e>
                        <m:sup>
                          <m:r>
                            <a:rPr lang="en-US" sz="2000" b="0" i="0">
                              <a:solidFill>
                                <a:srgbClr val="002060"/>
                              </a:solidFill>
                              <a:latin typeface="Cambria Math"/>
                              <a:cs typeface="Cambria Math"/>
                            </a:rPr>
                            <m:t>−</m:t>
                          </m:r>
                          <m:r>
                            <a:rPr lang="en-US" sz="2000" b="0" i="1">
                              <a:solidFill>
                                <a:srgbClr val="002060"/>
                              </a:solidFill>
                              <a:latin typeface="Cambria Math"/>
                              <a:cs typeface="Cambria Math"/>
                            </a:rPr>
                            <m:t>1</m:t>
                          </m:r>
                        </m:sup>
                      </m:sSup>
                    </m:oMath>
                  </m:oMathPara>
                </a14:m>
                <a:endParaRPr lang="en-US" sz="2000"/>
              </a:p>
            </p:txBody>
          </p:sp>
        </mc:Choice>
        <mc:Fallback xmlns="">
          <p:pic>
            <p:nvPicPr>
              <p:cNvPr id="104" name="Equation 104" descr="200=100\,e^{10k}\;\Rightarrow\;k=\frac{\ln 2}{10}\approx 0.0693\ \mathrm{s}^{-1}"/>
              <p:cNvPicPr>
                <a:picLocks noChangeAspect="1"/>
              </p:cNvPicPr>
              <p:nvPr/>
            </p:nvPicPr>
            <p:blipFill>
              <a:blip r:embed="rId5"/>
              <a:stretch>
                <a:fillRect/>
              </a:stretch>
            </p:blipFill>
            <p:spPr>
              <a:xfrm>
                <a:off x="548640" y="3566160"/>
                <a:ext cx="4608576" cy="597408"/>
              </a:xfrm>
              <a:prstGeom prst="rect">
                <a:avLst/>
              </a:prstGeom>
            </p:spPr>
          </p:pic>
        </mc:Fallback>
      </mc:AlternateContent>
      <mc:AlternateContent xmlns:mc="http://schemas.openxmlformats.org/markup-compatibility/2006" xmlns:a14="http://schemas.microsoft.com/office/drawing/2010/main">
        <mc:Choice Requires="a14">
          <p:sp>
            <p:nvSpPr>
              <p:cNvPr id="105" name="Equation 105"/>
              <p:cNvSpPr txBox="1"/>
              <p:nvPr/>
            </p:nvSpPr>
            <p:spPr>
              <a:xfrm>
                <a:off x="493776" y="4379976"/>
                <a:ext cx="4148328" cy="478536"/>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r>
                        <a:rPr lang="en-US" sz="2000" b="0" i="1">
                          <a:solidFill>
                            <a:srgbClr val="BF6019"/>
                          </a:solidFill>
                          <a:latin typeface="Cambria Math"/>
                          <a:cs typeface="Cambria Math"/>
                        </a:rPr>
                        <m:t>𝑃</m:t>
                      </m:r>
                      <m:d>
                        <m:dPr>
                          <m:ctrlPr>
                            <a:rPr lang="en-US" sz="2000" b="0" i="1">
                              <a:solidFill>
                                <a:srgbClr val="BF6019"/>
                              </a:solidFill>
                              <a:latin typeface="Cambria Math"/>
                              <a:cs typeface="Cambria Math"/>
                            </a:rPr>
                          </m:ctrlPr>
                        </m:dPr>
                        <m:e>
                          <m:r>
                            <a:rPr lang="en-US" sz="2000" b="0" i="1">
                              <a:solidFill>
                                <a:srgbClr val="BF6019"/>
                              </a:solidFill>
                              <a:latin typeface="Cambria Math"/>
                              <a:cs typeface="Cambria Math"/>
                            </a:rPr>
                            <m:t>60</m:t>
                          </m:r>
                        </m:e>
                      </m:d>
                      <m:r>
                        <a:rPr lang="en-US" sz="2000" b="0" i="0">
                          <a:solidFill>
                            <a:srgbClr val="BF6019"/>
                          </a:solidFill>
                          <a:latin typeface="Cambria Math"/>
                          <a:cs typeface="Cambria Math"/>
                        </a:rPr>
                        <m:t>=</m:t>
                      </m:r>
                      <m:r>
                        <a:rPr lang="en-US" sz="2000" b="0" i="1">
                          <a:solidFill>
                            <a:srgbClr val="BF6019"/>
                          </a:solidFill>
                          <a:latin typeface="Cambria Math"/>
                          <a:cs typeface="Cambria Math"/>
                        </a:rPr>
                        <m:t>100 </m:t>
                      </m:r>
                      <m:sSup>
                        <m:sSupPr>
                          <m:ctrlPr>
                            <a:rPr lang="en-US" sz="2000" b="0" i="1">
                              <a:solidFill>
                                <a:srgbClr val="BF6019"/>
                              </a:solidFill>
                              <a:latin typeface="Cambria Math"/>
                              <a:cs typeface="Cambria Math"/>
                            </a:rPr>
                          </m:ctrlPr>
                        </m:sSupPr>
                        <m:e>
                          <m:r>
                            <a:rPr lang="en-US" sz="2000" b="0" i="1">
                              <a:solidFill>
                                <a:srgbClr val="BF6019"/>
                              </a:solidFill>
                              <a:latin typeface="Cambria Math"/>
                              <a:cs typeface="Cambria Math"/>
                            </a:rPr>
                            <m:t>𝑒</m:t>
                          </m:r>
                        </m:e>
                        <m:sup>
                          <m:r>
                            <a:rPr lang="en-US" sz="2000" b="0" i="1">
                              <a:solidFill>
                                <a:srgbClr val="BF6019"/>
                              </a:solidFill>
                              <a:latin typeface="Cambria Math"/>
                              <a:cs typeface="Cambria Math"/>
                            </a:rPr>
                            <m:t>6</m:t>
                          </m:r>
                          <m:r>
                            <m:rPr>
                              <m:sty m:val="p"/>
                            </m:rPr>
                            <a:rPr lang="en-US" sz="2000" b="0" i="0">
                              <a:solidFill>
                                <a:srgbClr val="BF6019"/>
                              </a:solidFill>
                              <a:latin typeface="Cambria Math"/>
                              <a:cs typeface="Cambria Math"/>
                            </a:rPr>
                            <m:t>ln</m:t>
                          </m:r>
                          <m:r>
                            <a:rPr lang="en-US" sz="2000" b="0" i="1">
                              <a:solidFill>
                                <a:srgbClr val="BF6019"/>
                              </a:solidFill>
                              <a:latin typeface="Cambria Math"/>
                              <a:cs typeface="Cambria Math"/>
                            </a:rPr>
                            <m:t>2</m:t>
                          </m:r>
                        </m:sup>
                      </m:sSup>
                      <m:r>
                        <a:rPr lang="en-US" sz="2000" b="0" i="0">
                          <a:solidFill>
                            <a:srgbClr val="BF6019"/>
                          </a:solidFill>
                          <a:latin typeface="Cambria Math"/>
                          <a:cs typeface="Cambria Math"/>
                        </a:rPr>
                        <m:t>=</m:t>
                      </m:r>
                      <m:r>
                        <a:rPr lang="en-US" sz="2000" b="0" i="1">
                          <a:solidFill>
                            <a:srgbClr val="BF6019"/>
                          </a:solidFill>
                          <a:latin typeface="Cambria Math"/>
                          <a:cs typeface="Cambria Math"/>
                        </a:rPr>
                        <m:t>100</m:t>
                      </m:r>
                      <m:r>
                        <a:rPr lang="en-US" sz="2000" b="0" i="0">
                          <a:solidFill>
                            <a:srgbClr val="BF6019"/>
                          </a:solidFill>
                          <a:latin typeface="Cambria Math"/>
                          <a:cs typeface="Cambria Math"/>
                        </a:rPr>
                        <m:t>⋅</m:t>
                      </m:r>
                      <m:sSup>
                        <m:sSupPr>
                          <m:ctrlPr>
                            <a:rPr lang="en-US" sz="2000" b="0" i="1">
                              <a:solidFill>
                                <a:srgbClr val="BF6019"/>
                              </a:solidFill>
                              <a:latin typeface="Cambria Math"/>
                              <a:cs typeface="Cambria Math"/>
                            </a:rPr>
                          </m:ctrlPr>
                        </m:sSupPr>
                        <m:e>
                          <m:r>
                            <a:rPr lang="en-US" sz="2000" b="0" i="1">
                              <a:solidFill>
                                <a:srgbClr val="BF6019"/>
                              </a:solidFill>
                              <a:latin typeface="Cambria Math"/>
                              <a:cs typeface="Cambria Math"/>
                            </a:rPr>
                            <m:t>2</m:t>
                          </m:r>
                        </m:e>
                        <m:sup>
                          <m:r>
                            <a:rPr lang="en-US" sz="2000" b="0" i="1">
                              <a:solidFill>
                                <a:srgbClr val="BF6019"/>
                              </a:solidFill>
                              <a:latin typeface="Cambria Math"/>
                              <a:cs typeface="Cambria Math"/>
                            </a:rPr>
                            <m:t>6</m:t>
                          </m:r>
                        </m:sup>
                      </m:sSup>
                      <m:r>
                        <a:rPr lang="en-US" sz="2000" b="0" i="0">
                          <a:solidFill>
                            <a:srgbClr val="BF6019"/>
                          </a:solidFill>
                          <a:latin typeface="Cambria Math"/>
                          <a:cs typeface="Cambria Math"/>
                        </a:rPr>
                        <m:t>=</m:t>
                      </m:r>
                      <m:r>
                        <a:rPr lang="en-US" sz="2000" b="0" i="1">
                          <a:solidFill>
                            <a:srgbClr val="BF6019"/>
                          </a:solidFill>
                          <a:latin typeface="Cambria Math"/>
                          <a:cs typeface="Cambria Math"/>
                        </a:rPr>
                        <m:t>6400</m:t>
                      </m:r>
                    </m:oMath>
                  </m:oMathPara>
                </a14:m>
                <a:endParaRPr lang="en-US" sz="2000"/>
              </a:p>
            </p:txBody>
          </p:sp>
        </mc:Choice>
        <mc:Fallback xmlns="">
          <p:pic>
            <p:nvPicPr>
              <p:cNvPr id="105" name="Equation 105" descr="P(60)=100\,e^{6\ln 2}=100\cdot 2^{6}=6400"/>
              <p:cNvPicPr>
                <a:picLocks noChangeAspect="1"/>
              </p:cNvPicPr>
              <p:nvPr/>
            </p:nvPicPr>
            <p:blipFill>
              <a:blip r:embed="rId6"/>
              <a:stretch>
                <a:fillRect/>
              </a:stretch>
            </p:blipFill>
            <p:spPr>
              <a:xfrm>
                <a:off x="548640" y="4434840"/>
                <a:ext cx="4038600" cy="368808"/>
              </a:xfrm>
              <a:prstGeom prst="rect">
                <a:avLst/>
              </a:prstGeom>
            </p:spPr>
          </p:pic>
        </mc:Fallback>
      </mc:AlternateContent>
      <p:sp>
        <p:nvSpPr>
          <p:cNvPr id="106" name="Text"/>
          <p:cNvSpPr txBox="1"/>
          <p:nvPr/>
        </p:nvSpPr>
        <p:spPr>
          <a:xfrm>
            <a:off x="548640" y="5074920"/>
            <a:ext cx="6217920" cy="914400"/>
          </a:xfrm>
          <a:prstGeom prst="rect">
            <a:avLst/>
          </a:prstGeom>
          <a:noFill/>
          <a:ln>
            <a:noFill/>
          </a:ln>
        </p:spPr>
        <p:txBody>
          <a:bodyPr wrap="square" lIns="73152" tIns="73152" rIns="73152" bIns="73152" rtlCol="0" anchor="t">
            <a:normAutofit/>
          </a:bodyPr>
          <a:lstStyle/>
          <a:p>
            <a:pPr algn="l">
              <a:spcAft>
                <a:spcPts val="600"/>
              </a:spcAft>
              <a:buNone/>
            </a:pPr>
            <a:r>
              <a:rPr lang="en-US" sz="1700" b="1" i="0" dirty="0">
                <a:solidFill>
                  <a:srgbClr val="002060"/>
                </a:solidFill>
                <a:latin typeface="LM Roman 10"/>
                <a:cs typeface="LM Roman 10"/>
              </a:rPr>
              <a:t>Doubling time </a:t>
            </a:r>
            <a:r>
              <a:rPr lang="en-US" sz="1700" b="0" i="1" dirty="0">
                <a:solidFill>
                  <a:srgbClr val="002060"/>
                </a:solidFill>
                <a:latin typeface="Cambria Math"/>
                <a:cs typeface="Cambria Math"/>
              </a:rPr>
              <a:t>T</a:t>
            </a:r>
            <a:r>
              <a:rPr lang="en-US" sz="1700" b="0" i="1" baseline="-25000" dirty="0">
                <a:solidFill>
                  <a:srgbClr val="002060"/>
                </a:solidFill>
                <a:latin typeface="Cambria Math"/>
                <a:cs typeface="Cambria Math"/>
              </a:rPr>
              <a:t>d</a:t>
            </a:r>
            <a:r>
              <a:rPr lang="en-US" sz="1700" b="0" i="1" dirty="0">
                <a:solidFill>
                  <a:srgbClr val="002060"/>
                </a:solidFill>
                <a:latin typeface="Cambria Math"/>
                <a:cs typeface="Cambria Math"/>
              </a:rPr>
              <a:t> = ln 2 / k = 10 s</a:t>
            </a:r>
            <a:r>
              <a:rPr lang="en-US" sz="1700" b="0" i="0" dirty="0">
                <a:solidFill>
                  <a:srgbClr val="002060"/>
                </a:solidFill>
                <a:latin typeface="LM Roman 10"/>
                <a:cs typeface="LM Roman 10"/>
              </a:rPr>
              <a:t>: the population doubles every 10 s, whatever its size.</a:t>
            </a:r>
            <a:endParaRPr lang="en-US" sz="1700"/>
          </a:p>
        </p:txBody>
      </p:sp>
      <p:pic>
        <p:nvPicPr>
          <p:cNvPr id="107" name="Figure bacteria" descr="Exponential growth through the three data points"/>
          <p:cNvPicPr>
            <a:picLocks noChangeAspect="1"/>
          </p:cNvPicPr>
          <p:nvPr/>
        </p:nvPicPr>
        <p:blipFill>
          <a:blip r:embed="rId7"/>
          <a:stretch>
            <a:fillRect/>
          </a:stretch>
        </p:blipFill>
        <p:spPr>
          <a:xfrm>
            <a:off x="6903720" y="1929839"/>
            <a:ext cx="4800600" cy="3455523"/>
          </a:xfrm>
          <a:prstGeom prst="rect">
            <a:avLst/>
          </a:prstGeom>
        </p:spPr>
      </p:pic>
    </p:spTree>
    <p:extLst>
      <p:ext uri="{BB962C8B-B14F-4D97-AF65-F5344CB8AC3E}">
        <p14:creationId xmlns:p14="http://schemas.microsoft.com/office/powerpoint/2010/main" val="2916294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B7FC9-7303-2DDF-22D9-A375F9FCBA42}"/>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2C760A3E-FF45-F647-68B2-6F941F0FE03D}"/>
              </a:ext>
            </a:extLst>
          </p:cNvPr>
          <p:cNvSpPr/>
          <p:nvPr/>
        </p:nvSpPr>
        <p:spPr>
          <a:xfrm>
            <a:off x="0" y="6309106"/>
            <a:ext cx="12192000" cy="549124"/>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piè di pagina 1">
            <a:extLst>
              <a:ext uri="{FF2B5EF4-FFF2-40B4-BE49-F238E27FC236}">
                <a16:creationId xmlns:a16="http://schemas.microsoft.com/office/drawing/2014/main" id="{D93F69B5-A372-36E1-C0D1-892D9A6B88D5}"/>
              </a:ext>
            </a:extLst>
          </p:cNvPr>
          <p:cNvSpPr>
            <a:spLocks noGrp="1"/>
          </p:cNvSpPr>
          <p:nvPr>
            <p:ph type="ftr" sz="quarter" idx="11"/>
          </p:nvPr>
        </p:nvSpPr>
        <p:spPr>
          <a:xfrm>
            <a:off x="4038600" y="6448272"/>
            <a:ext cx="4114800" cy="365125"/>
          </a:xfrm>
        </p:spPr>
        <p:txBody>
          <a:bodyPr/>
          <a:lstStyle/>
          <a:p>
            <a:r>
              <a:rPr lang="en-US" sz="1600" dirty="0">
                <a:solidFill>
                  <a:srgbClr val="002060"/>
                </a:solidFill>
              </a:rPr>
              <a:t>MATH 331: Differential Equations</a:t>
            </a:r>
          </a:p>
        </p:txBody>
      </p:sp>
      <p:sp>
        <p:nvSpPr>
          <p:cNvPr id="6" name="CasellaDiTesto 5">
            <a:extLst>
              <a:ext uri="{FF2B5EF4-FFF2-40B4-BE49-F238E27FC236}">
                <a16:creationId xmlns:a16="http://schemas.microsoft.com/office/drawing/2014/main" id="{8495B6C3-1F7A-7299-D7B8-F42087CCE23B}"/>
              </a:ext>
            </a:extLst>
          </p:cNvPr>
          <p:cNvSpPr txBox="1"/>
          <p:nvPr/>
        </p:nvSpPr>
        <p:spPr>
          <a:xfrm>
            <a:off x="981880" y="330553"/>
            <a:ext cx="10424160" cy="707886"/>
          </a:xfrm>
          <a:prstGeom prst="rect">
            <a:avLst/>
          </a:prstGeom>
          <a:noFill/>
        </p:spPr>
        <p:txBody>
          <a:bodyPr wrap="square" rtlCol="0" anchor="ctr" anchorCtr="0">
            <a:spAutoFit/>
          </a:bodyPr>
          <a:lstStyle/>
          <a:p>
            <a:r>
              <a:rPr lang="en-US" sz="4000" b="1" dirty="0">
                <a:solidFill>
                  <a:srgbClr val="002060"/>
                </a:solidFill>
                <a:latin typeface="LM Roman 10" panose="00000500000000000000" pitchFamily="2" charset="0"/>
              </a:rPr>
              <a:t>Radioactive decay and half-life</a:t>
            </a:r>
            <a:endParaRPr lang="it-IT" sz="4000" b="1" dirty="0">
              <a:solidFill>
                <a:srgbClr val="002060"/>
              </a:solidFill>
              <a:latin typeface="LM Roman 10" panose="00000500000000000000" pitchFamily="2" charset="0"/>
            </a:endParaRPr>
          </a:p>
        </p:txBody>
      </p:sp>
      <p:sp>
        <p:nvSpPr>
          <p:cNvPr id="13" name="Segnaposto numero diapositiva 14">
            <a:extLst>
              <a:ext uri="{FF2B5EF4-FFF2-40B4-BE49-F238E27FC236}">
                <a16:creationId xmlns:a16="http://schemas.microsoft.com/office/drawing/2014/main" id="{309AE5C9-EEDD-A311-4493-9CAABB78FFA5}"/>
              </a:ext>
            </a:extLst>
          </p:cNvPr>
          <p:cNvSpPr txBox="1">
            <a:spLocks/>
          </p:cNvSpPr>
          <p:nvPr/>
        </p:nvSpPr>
        <p:spPr>
          <a:xfrm>
            <a:off x="9072638" y="6401105"/>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06BB8CB-C112-4AF1-992B-2BAB7191A575}" type="slidenum">
              <a:rPr lang="it-IT" sz="1600" b="1" smtClean="0">
                <a:solidFill>
                  <a:srgbClr val="002060"/>
                </a:solidFill>
              </a:rPr>
              <a:pPr/>
              <a:t>12</a:t>
            </a:fld>
            <a:endParaRPr lang="it-IT" sz="1600" b="1" dirty="0">
              <a:solidFill>
                <a:srgbClr val="002060"/>
              </a:solidFill>
            </a:endParaRPr>
          </a:p>
        </p:txBody>
      </p:sp>
      <p:grpSp>
        <p:nvGrpSpPr>
          <p:cNvPr id="32" name="Gruppo 31">
            <a:extLst>
              <a:ext uri="{FF2B5EF4-FFF2-40B4-BE49-F238E27FC236}">
                <a16:creationId xmlns:a16="http://schemas.microsoft.com/office/drawing/2014/main" id="{2E62AB85-3A93-A286-6E45-A75C8BBC09DC}"/>
              </a:ext>
            </a:extLst>
          </p:cNvPr>
          <p:cNvGrpSpPr/>
          <p:nvPr/>
        </p:nvGrpSpPr>
        <p:grpSpPr>
          <a:xfrm>
            <a:off x="14040" y="6251906"/>
            <a:ext cx="1906650" cy="626303"/>
            <a:chOff x="5403712" y="2704688"/>
            <a:chExt cx="2490081" cy="817950"/>
          </a:xfrm>
        </p:grpSpPr>
        <p:pic>
          <p:nvPicPr>
            <p:cNvPr id="33" name="Picture 2">
              <a:extLst>
                <a:ext uri="{FF2B5EF4-FFF2-40B4-BE49-F238E27FC236}">
                  <a16:creationId xmlns:a16="http://schemas.microsoft.com/office/drawing/2014/main" id="{567C9C09-B8D1-EC23-4AAB-A073BA2576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1602"/>
            <a:stretch/>
          </p:blipFill>
          <p:spPr bwMode="auto">
            <a:xfrm>
              <a:off x="5403712" y="2704688"/>
              <a:ext cx="1384576" cy="80856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a:extLst>
                <a:ext uri="{FF2B5EF4-FFF2-40B4-BE49-F238E27FC236}">
                  <a16:creationId xmlns:a16="http://schemas.microsoft.com/office/drawing/2014/main" id="{93869D14-1BA4-3490-7962-5A65832FA6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565"/>
            <a:stretch/>
          </p:blipFill>
          <p:spPr bwMode="auto">
            <a:xfrm>
              <a:off x="6509217" y="2907406"/>
              <a:ext cx="1384576" cy="615232"/>
            </a:xfrm>
            <a:prstGeom prst="rect">
              <a:avLst/>
            </a:prstGeom>
            <a:noFill/>
            <a:extLst>
              <a:ext uri="{909E8E84-426E-40DD-AFC4-6F175D3DCCD1}">
                <a14:hiddenFill xmlns:a14="http://schemas.microsoft.com/office/drawing/2010/main">
                  <a:solidFill>
                    <a:srgbClr val="FFFFFF"/>
                  </a:solidFill>
                </a14:hiddenFill>
              </a:ext>
            </a:extLst>
          </p:spPr>
        </p:pic>
      </p:grpSp>
      <p:sp>
        <p:nvSpPr>
          <p:cNvPr id="101" name="Text"/>
          <p:cNvSpPr txBox="1"/>
          <p:nvPr/>
        </p:nvSpPr>
        <p:spPr>
          <a:xfrm>
            <a:off x="548640" y="1234440"/>
            <a:ext cx="6309360" cy="822960"/>
          </a:xfrm>
          <a:prstGeom prst="rect">
            <a:avLst/>
          </a:prstGeom>
          <a:noFill/>
          <a:ln>
            <a:noFill/>
          </a:ln>
        </p:spPr>
        <p:txBody>
          <a:bodyPr wrap="square" lIns="73152" tIns="73152" rIns="73152" bIns="73152" rtlCol="0" anchor="t">
            <a:normAutofit/>
          </a:bodyPr>
          <a:lstStyle/>
          <a:p>
            <a:pPr algn="l">
              <a:spcAft>
                <a:spcPts val="600"/>
              </a:spcAft>
              <a:buNone/>
            </a:pPr>
            <a:r>
              <a:rPr lang="en-US" sz="1800" b="0" i="0" dirty="0">
                <a:solidFill>
                  <a:srgbClr val="002060"/>
                </a:solidFill>
                <a:latin typeface="LM Roman 10"/>
                <a:cs typeface="LM Roman 10"/>
              </a:rPr>
              <a:t>Each nucleus decays independently, with probability </a:t>
            </a:r>
            <a:r>
              <a:rPr lang="en-US" sz="1800" b="0" i="1" dirty="0">
                <a:solidFill>
                  <a:srgbClr val="002060"/>
                </a:solidFill>
                <a:latin typeface="Cambria Math"/>
                <a:cs typeface="Cambria Math"/>
              </a:rPr>
              <a:t>λ</a:t>
            </a:r>
            <a:r>
              <a:rPr lang="en-US" sz="1800" b="0" i="0" dirty="0">
                <a:solidFill>
                  <a:srgbClr val="002060"/>
                </a:solidFill>
                <a:latin typeface="LM Roman 10"/>
                <a:cs typeface="LM Roman 10"/>
              </a:rPr>
              <a:t> per unit time:</a:t>
            </a:r>
            <a:endParaRPr lang="en-US" sz="1800"/>
          </a:p>
        </p:txBody>
      </p:sp>
      <mc:AlternateContent xmlns:mc="http://schemas.openxmlformats.org/markup-compatibility/2006" xmlns:a14="http://schemas.microsoft.com/office/drawing/2010/main">
        <mc:Choice Requires="a14">
          <p:sp>
            <p:nvSpPr>
              <p:cNvPr id="102" name="Equation 102"/>
              <p:cNvSpPr txBox="1"/>
              <p:nvPr/>
            </p:nvSpPr>
            <p:spPr>
              <a:xfrm>
                <a:off x="1797025" y="1956816"/>
                <a:ext cx="3812591" cy="496976"/>
              </a:xfrm>
              <a:prstGeom prst="rect">
                <a:avLst/>
              </a:prstGeom>
              <a:noFill/>
            </p:spPr>
            <p:txBody>
              <a:bodyPr wrap="none" lIns="54864" tIns="54864" rIns="54864" bIns="54864" anchor="ctr">
                <a:noAutofit/>
              </a:bodyPr>
              <a:lstStyle/>
              <a:p>
                <a:pPr algn="ctr"/>
                <a14:m>
                  <m:oMathPara xmlns:m="http://schemas.openxmlformats.org/officeDocument/2006/math">
                    <m:oMathParaPr>
                      <m:jc m:val="center"/>
                    </m:oMathParaPr>
                    <m:oMath>
                      <m:r>
                        <a:rPr lang="en-US" sz="2100" b="0" i="1">
                          <a:solidFill>
                            <a:srgbClr val="002060"/>
                          </a:solidFill>
                          <a:latin typeface="Cambria Math"/>
                          <a:cs typeface="Cambria Math"/>
                        </a:rPr>
                        <m:t>𝑁</m:t>
                      </m:r>
                      <m:r>
                        <a:rPr lang="en-US" sz="2100" b="0" i="0">
                          <a:solidFill>
                            <a:srgbClr val="002060"/>
                          </a:solidFill>
                          <a:latin typeface="Cambria Math"/>
                          <a:cs typeface="Cambria Math"/>
                        </a:rPr>
                        <m:t>′=−</m:t>
                      </m:r>
                      <m:r>
                        <a:rPr lang="en-US" sz="2100" b="0" i="1">
                          <a:solidFill>
                            <a:srgbClr val="002060"/>
                          </a:solidFill>
                          <a:latin typeface="Cambria Math"/>
                          <a:cs typeface="Cambria Math"/>
                        </a:rPr>
                        <m:t>𝜆</m:t>
                      </m:r>
                      <m:r>
                        <a:rPr lang="en-US" sz="2100" b="0" i="1">
                          <a:solidFill>
                            <a:srgbClr val="002060"/>
                          </a:solidFill>
                          <a:latin typeface="Cambria Math"/>
                          <a:cs typeface="Cambria Math"/>
                        </a:rPr>
                        <m:t>𝑁</m:t>
                      </m:r>
                      <m:r>
                        <a:rPr lang="en-US" sz="2100" b="0" i="1">
                          <a:solidFill>
                            <a:srgbClr val="002060"/>
                          </a:solidFill>
                          <a:latin typeface="Cambria Math"/>
                          <a:cs typeface="Cambria Math"/>
                        </a:rPr>
                        <m:t> ⇒ </m:t>
                      </m:r>
                      <m:r>
                        <a:rPr lang="en-US" sz="2100" b="0" i="1">
                          <a:solidFill>
                            <a:srgbClr val="002060"/>
                          </a:solidFill>
                          <a:latin typeface="Cambria Math"/>
                          <a:cs typeface="Cambria Math"/>
                        </a:rPr>
                        <m:t>𝑁</m:t>
                      </m:r>
                      <m:d>
                        <m:dPr>
                          <m:ctrlPr>
                            <a:rPr lang="en-US" sz="2100" b="0" i="1">
                              <a:solidFill>
                                <a:srgbClr val="002060"/>
                              </a:solidFill>
                              <a:latin typeface="Cambria Math"/>
                              <a:cs typeface="Cambria Math"/>
                            </a:rPr>
                          </m:ctrlPr>
                        </m:dPr>
                        <m:e>
                          <m:r>
                            <a:rPr lang="en-US" sz="2100" b="0" i="1">
                              <a:solidFill>
                                <a:srgbClr val="002060"/>
                              </a:solidFill>
                              <a:latin typeface="Cambria Math"/>
                              <a:cs typeface="Cambria Math"/>
                            </a:rPr>
                            <m:t>𝑡</m:t>
                          </m:r>
                        </m:e>
                      </m:d>
                      <m:r>
                        <a:rPr lang="en-US" sz="2100" b="0" i="0">
                          <a:solidFill>
                            <a:srgbClr val="002060"/>
                          </a:solidFill>
                          <a:latin typeface="Cambria Math"/>
                          <a:cs typeface="Cambria Math"/>
                        </a:rPr>
                        <m:t>=</m:t>
                      </m:r>
                      <m:sSub>
                        <m:sSubPr>
                          <m:ctrlPr>
                            <a:rPr lang="en-US" sz="2100" b="0" i="1">
                              <a:solidFill>
                                <a:srgbClr val="002060"/>
                              </a:solidFill>
                              <a:latin typeface="Cambria Math"/>
                              <a:cs typeface="Cambria Math"/>
                            </a:rPr>
                          </m:ctrlPr>
                        </m:sSubPr>
                        <m:e>
                          <m:r>
                            <a:rPr lang="en-US" sz="2100" b="0" i="1">
                              <a:solidFill>
                                <a:srgbClr val="002060"/>
                              </a:solidFill>
                              <a:latin typeface="Cambria Math"/>
                              <a:cs typeface="Cambria Math"/>
                            </a:rPr>
                            <m:t>𝑁</m:t>
                          </m:r>
                        </m:e>
                        <m:sub>
                          <m:r>
                            <a:rPr lang="en-US" sz="2100" b="0" i="1">
                              <a:solidFill>
                                <a:srgbClr val="002060"/>
                              </a:solidFill>
                              <a:latin typeface="Cambria Math"/>
                              <a:cs typeface="Cambria Math"/>
                            </a:rPr>
                            <m:t>0</m:t>
                          </m:r>
                        </m:sub>
                      </m:sSub>
                      <m:r>
                        <a:rPr lang="en-US" sz="2100" b="0" i="1">
                          <a:solidFill>
                            <a:srgbClr val="002060"/>
                          </a:solidFill>
                          <a:latin typeface="Cambria Math"/>
                          <a:cs typeface="Cambria Math"/>
                        </a:rPr>
                        <m:t> </m:t>
                      </m:r>
                      <m:sSup>
                        <m:sSupPr>
                          <m:ctrlPr>
                            <a:rPr lang="en-US" sz="2100" b="0" i="1">
                              <a:solidFill>
                                <a:srgbClr val="002060"/>
                              </a:solidFill>
                              <a:latin typeface="Cambria Math"/>
                              <a:cs typeface="Cambria Math"/>
                            </a:rPr>
                          </m:ctrlPr>
                        </m:sSupPr>
                        <m:e>
                          <m:r>
                            <a:rPr lang="en-US" sz="2100" b="0" i="1">
                              <a:solidFill>
                                <a:srgbClr val="002060"/>
                              </a:solidFill>
                              <a:latin typeface="Cambria Math"/>
                              <a:cs typeface="Cambria Math"/>
                            </a:rPr>
                            <m:t>𝑒</m:t>
                          </m:r>
                        </m:e>
                        <m:sup>
                          <m:r>
                            <a:rPr lang="en-US" sz="2100" b="0" i="0">
                              <a:solidFill>
                                <a:srgbClr val="002060"/>
                              </a:solidFill>
                              <a:latin typeface="Cambria Math"/>
                              <a:cs typeface="Cambria Math"/>
                            </a:rPr>
                            <m:t>−</m:t>
                          </m:r>
                          <m:r>
                            <a:rPr lang="en-US" sz="2100" b="0" i="1">
                              <a:solidFill>
                                <a:srgbClr val="002060"/>
                              </a:solidFill>
                              <a:latin typeface="Cambria Math"/>
                              <a:cs typeface="Cambria Math"/>
                            </a:rPr>
                            <m:t>𝜆</m:t>
                          </m:r>
                          <m:r>
                            <a:rPr lang="en-US" sz="2100" b="0" i="1">
                              <a:solidFill>
                                <a:srgbClr val="002060"/>
                              </a:solidFill>
                              <a:latin typeface="Cambria Math"/>
                              <a:cs typeface="Cambria Math"/>
                            </a:rPr>
                            <m:t>𝑡</m:t>
                          </m:r>
                        </m:sup>
                      </m:sSup>
                    </m:oMath>
                  </m:oMathPara>
                </a14:m>
                <a:endParaRPr lang="en-US" sz="2100"/>
              </a:p>
            </p:txBody>
          </p:sp>
        </mc:Choice>
        <mc:Fallback xmlns="">
          <p:pic>
            <p:nvPicPr>
              <p:cNvPr id="102" name="Equation 102" descr="N'=-\lambda N\;\Rightarrow\;N(t)=N_0\,e^{-\lambda t}"/>
              <p:cNvPicPr>
                <a:picLocks noChangeAspect="1"/>
              </p:cNvPicPr>
              <p:nvPr/>
            </p:nvPicPr>
            <p:blipFill>
              <a:blip r:embed="rId4"/>
              <a:stretch>
                <a:fillRect/>
              </a:stretch>
            </p:blipFill>
            <p:spPr>
              <a:xfrm>
                <a:off x="1851889" y="2011680"/>
                <a:ext cx="3702863" cy="387248"/>
              </a:xfrm>
              <a:prstGeom prst="rect">
                <a:avLst/>
              </a:prstGeom>
            </p:spPr>
          </p:pic>
        </mc:Fallback>
      </mc:AlternateContent>
      <p:sp>
        <p:nvSpPr>
          <p:cNvPr id="103" name="Text"/>
          <p:cNvSpPr txBox="1"/>
          <p:nvPr/>
        </p:nvSpPr>
        <p:spPr>
          <a:xfrm>
            <a:off x="548640" y="2697480"/>
            <a:ext cx="6309360" cy="457200"/>
          </a:xfrm>
          <a:prstGeom prst="rect">
            <a:avLst/>
          </a:prstGeom>
          <a:noFill/>
          <a:ln>
            <a:noFill/>
          </a:ln>
        </p:spPr>
        <p:txBody>
          <a:bodyPr wrap="square" lIns="73152" tIns="73152" rIns="73152" bIns="73152" rtlCol="0" anchor="t">
            <a:normAutofit/>
          </a:bodyPr>
          <a:lstStyle/>
          <a:p>
            <a:pPr algn="l">
              <a:spcAft>
                <a:spcPts val="600"/>
              </a:spcAft>
              <a:buNone/>
            </a:pPr>
            <a:r>
              <a:rPr lang="en-US" sz="1800" b="1" i="0" dirty="0">
                <a:solidFill>
                  <a:srgbClr val="002060"/>
                </a:solidFill>
                <a:latin typeface="LM Roman 10"/>
                <a:cs typeface="LM Roman 10"/>
              </a:rPr>
              <a:t>Half-life </a:t>
            </a:r>
            <a:r>
              <a:rPr lang="en-US" sz="1800" b="0" i="1" dirty="0">
                <a:solidFill>
                  <a:srgbClr val="002060"/>
                </a:solidFill>
                <a:latin typeface="Cambria Math"/>
                <a:cs typeface="Cambria Math"/>
              </a:rPr>
              <a:t>T: N(T) = N</a:t>
            </a:r>
            <a:r>
              <a:rPr lang="en-US" sz="1800" b="0" i="1" baseline="-25000" dirty="0">
                <a:solidFill>
                  <a:srgbClr val="002060"/>
                </a:solidFill>
                <a:latin typeface="Cambria Math"/>
                <a:cs typeface="Cambria Math"/>
              </a:rPr>
              <a:t>0</a:t>
            </a:r>
            <a:r>
              <a:rPr lang="en-US" sz="1800" b="0" i="1" dirty="0">
                <a:solidFill>
                  <a:srgbClr val="002060"/>
                </a:solidFill>
                <a:latin typeface="Cambria Math"/>
                <a:cs typeface="Cambria Math"/>
              </a:rPr>
              <a:t>/2</a:t>
            </a:r>
            <a:endParaRPr lang="en-US" sz="1800"/>
          </a:p>
        </p:txBody>
      </p:sp>
      <mc:AlternateContent xmlns:mc="http://schemas.openxmlformats.org/markup-compatibility/2006" xmlns:a14="http://schemas.microsoft.com/office/drawing/2010/main">
        <mc:Choice Requires="a14">
          <p:sp>
            <p:nvSpPr>
              <p:cNvPr id="104" name="Equation 104"/>
              <p:cNvSpPr txBox="1"/>
              <p:nvPr/>
            </p:nvSpPr>
            <p:spPr>
              <a:xfrm>
                <a:off x="964692" y="3099816"/>
                <a:ext cx="5477256" cy="707136"/>
              </a:xfrm>
              <a:prstGeom prst="rect">
                <a:avLst/>
              </a:prstGeom>
              <a:noFill/>
            </p:spPr>
            <p:txBody>
              <a:bodyPr wrap="none" lIns="54864" tIns="54864" rIns="54864" bIns="54864" anchor="ctr">
                <a:noAutofit/>
              </a:bodyPr>
              <a:lstStyle/>
              <a:p>
                <a:pPr algn="ctr"/>
                <a14:m>
                  <m:oMathPara xmlns:m="http://schemas.openxmlformats.org/officeDocument/2006/math">
                    <m:oMathParaPr>
                      <m:jc m:val="center"/>
                    </m:oMathParaPr>
                    <m:oMath>
                      <m:sSup>
                        <m:sSupPr>
                          <m:ctrlPr>
                            <a:rPr lang="en-US" sz="2000" b="0" i="1">
                              <a:solidFill>
                                <a:srgbClr val="BF6019"/>
                              </a:solidFill>
                              <a:latin typeface="Cambria Math"/>
                              <a:cs typeface="Cambria Math"/>
                            </a:rPr>
                          </m:ctrlPr>
                        </m:sSupPr>
                        <m:e>
                          <m:r>
                            <a:rPr lang="en-US" sz="2000" b="0" i="1">
                              <a:solidFill>
                                <a:srgbClr val="BF6019"/>
                              </a:solidFill>
                              <a:latin typeface="Cambria Math"/>
                              <a:cs typeface="Cambria Math"/>
                            </a:rPr>
                            <m:t>𝑒</m:t>
                          </m:r>
                        </m:e>
                        <m:sup>
                          <m:r>
                            <a:rPr lang="en-US" sz="2000" b="0" i="0">
                              <a:solidFill>
                                <a:srgbClr val="BF6019"/>
                              </a:solidFill>
                              <a:latin typeface="Cambria Math"/>
                              <a:cs typeface="Cambria Math"/>
                            </a:rPr>
                            <m:t>−</m:t>
                          </m:r>
                          <m:r>
                            <a:rPr lang="en-US" sz="2000" b="0" i="1">
                              <a:solidFill>
                                <a:srgbClr val="BF6019"/>
                              </a:solidFill>
                              <a:latin typeface="Cambria Math"/>
                              <a:cs typeface="Cambria Math"/>
                            </a:rPr>
                            <m:t>𝜆</m:t>
                          </m:r>
                          <m:r>
                            <a:rPr lang="en-US" sz="2000" b="0" i="1">
                              <a:solidFill>
                                <a:srgbClr val="BF6019"/>
                              </a:solidFill>
                              <a:latin typeface="Cambria Math"/>
                              <a:cs typeface="Cambria Math"/>
                            </a:rPr>
                            <m:t>𝑇</m:t>
                          </m:r>
                        </m:sup>
                      </m:sSup>
                      <m:r>
                        <a:rPr lang="en-US" sz="2000" b="0" i="0">
                          <a:solidFill>
                            <a:srgbClr val="BF6019"/>
                          </a:solidFill>
                          <a:latin typeface="Cambria Math"/>
                          <a:cs typeface="Cambria Math"/>
                        </a:rPr>
                        <m:t>=</m:t>
                      </m:r>
                      <m:f>
                        <m:fPr>
                          <m:type m:val="lin"/>
                          <m:ctrlPr>
                            <a:rPr lang="en-US" sz="2000" b="0" i="1">
                              <a:solidFill>
                                <a:srgbClr val="BF6019"/>
                              </a:solidFill>
                              <a:latin typeface="Cambria Math"/>
                              <a:cs typeface="Cambria Math"/>
                            </a:rPr>
                          </m:ctrlPr>
                        </m:fPr>
                        <m:num>
                          <m:r>
                            <a:rPr lang="en-US" sz="2000" b="0" i="1">
                              <a:solidFill>
                                <a:srgbClr val="BF6019"/>
                              </a:solidFill>
                              <a:latin typeface="Cambria Math"/>
                              <a:cs typeface="Cambria Math"/>
                            </a:rPr>
                            <m:t>1</m:t>
                          </m:r>
                        </m:num>
                        <m:den>
                          <m:r>
                            <a:rPr lang="en-US" sz="2000" b="0" i="1">
                              <a:solidFill>
                                <a:srgbClr val="BF6019"/>
                              </a:solidFill>
                              <a:latin typeface="Cambria Math"/>
                              <a:cs typeface="Cambria Math"/>
                            </a:rPr>
                            <m:t>2</m:t>
                          </m:r>
                        </m:den>
                      </m:f>
                      <m:r>
                        <a:rPr lang="en-US" sz="2000" b="0" i="1">
                          <a:solidFill>
                            <a:srgbClr val="BF6019"/>
                          </a:solidFill>
                          <a:latin typeface="Cambria Math"/>
                          <a:cs typeface="Cambria Math"/>
                        </a:rPr>
                        <m:t> </m:t>
                      </m:r>
                      <m:r>
                        <a:rPr lang="en-US" sz="2000" b="0" i="0">
                          <a:solidFill>
                            <a:srgbClr val="BF6019"/>
                          </a:solidFill>
                          <a:latin typeface="Cambria Math"/>
                          <a:cs typeface="Cambria Math"/>
                        </a:rPr>
                        <m:t>⇒</m:t>
                      </m:r>
                      <m:r>
                        <a:rPr lang="en-US" sz="2000" b="0" i="1">
                          <a:solidFill>
                            <a:srgbClr val="BF6019"/>
                          </a:solidFill>
                          <a:latin typeface="Cambria Math"/>
                          <a:cs typeface="Cambria Math"/>
                        </a:rPr>
                        <m:t> </m:t>
                      </m:r>
                      <m:r>
                        <a:rPr lang="en-US" sz="2000" b="0" i="1">
                          <a:solidFill>
                            <a:srgbClr val="BF6019"/>
                          </a:solidFill>
                          <a:latin typeface="Cambria Math"/>
                          <a:cs typeface="Cambria Math"/>
                        </a:rPr>
                        <m:t>𝑇</m:t>
                      </m:r>
                      <m:r>
                        <a:rPr lang="en-US" sz="2000" b="0" i="0">
                          <a:solidFill>
                            <a:srgbClr val="BF6019"/>
                          </a:solidFill>
                          <a:latin typeface="Cambria Math"/>
                          <a:cs typeface="Cambria Math"/>
                        </a:rPr>
                        <m:t>=</m:t>
                      </m:r>
                      <m:f>
                        <m:fPr>
                          <m:ctrlPr>
                            <a:rPr lang="en-US" sz="2000" b="0" i="0">
                              <a:solidFill>
                                <a:srgbClr val="BF6019"/>
                              </a:solidFill>
                              <a:latin typeface="Cambria Math"/>
                              <a:cs typeface="Cambria Math"/>
                            </a:rPr>
                          </m:ctrlPr>
                        </m:fPr>
                        <m:num>
                          <m:r>
                            <m:rPr>
                              <m:sty m:val="p"/>
                            </m:rPr>
                            <a:rPr lang="en-US" sz="2000" b="0" i="0">
                              <a:solidFill>
                                <a:srgbClr val="BF6019"/>
                              </a:solidFill>
                              <a:latin typeface="Cambria Math"/>
                              <a:cs typeface="Cambria Math"/>
                            </a:rPr>
                            <m:t>ln</m:t>
                          </m:r>
                          <m:r>
                            <a:rPr lang="en-US" sz="2000" b="0" i="1">
                              <a:solidFill>
                                <a:srgbClr val="BF6019"/>
                              </a:solidFill>
                              <a:latin typeface="Cambria Math"/>
                              <a:cs typeface="Cambria Math"/>
                            </a:rPr>
                            <m:t>2</m:t>
                          </m:r>
                        </m:num>
                        <m:den>
                          <m:r>
                            <a:rPr lang="en-US" sz="2000" b="0" i="1">
                              <a:solidFill>
                                <a:srgbClr val="BF6019"/>
                              </a:solidFill>
                              <a:latin typeface="Cambria Math"/>
                              <a:cs typeface="Cambria Math"/>
                            </a:rPr>
                            <m:t>𝜆</m:t>
                          </m:r>
                        </m:den>
                      </m:f>
                      <m:r>
                        <a:rPr lang="en-US" sz="2000" b="0" i="1">
                          <a:solidFill>
                            <a:srgbClr val="BF6019"/>
                          </a:solidFill>
                          <a:latin typeface="Cambria Math"/>
                          <a:cs typeface="Cambria Math"/>
                        </a:rPr>
                        <m:t>  </m:t>
                      </m:r>
                      <m:d>
                        <m:dPr>
                          <m:ctrlPr>
                            <a:rPr lang="en-US" sz="2000" b="0" i="0">
                              <a:solidFill>
                                <a:srgbClr val="BF6019"/>
                              </a:solidFill>
                              <a:latin typeface="Cambria Math"/>
                              <a:cs typeface="Cambria Math"/>
                            </a:rPr>
                          </m:ctrlPr>
                        </m:dPr>
                        <m:e>
                          <m:r>
                            <m:rPr>
                              <m:nor/>
                            </m:rPr>
                            <a:rPr lang="en-US" sz="2000" b="0" i="0">
                              <a:solidFill>
                                <a:srgbClr val="BF6019"/>
                              </a:solidFill>
                              <a:latin typeface="Cambria Math"/>
                              <a:cs typeface="Cambria Math"/>
                            </a:rPr>
                            <m:t>independent of </m:t>
                          </m:r>
                          <m:sSub>
                            <m:sSubPr>
                              <m:ctrlPr>
                                <a:rPr lang="en-US" sz="2000" b="0" i="1">
                                  <a:solidFill>
                                    <a:srgbClr val="BF6019"/>
                                  </a:solidFill>
                                  <a:latin typeface="Cambria Math"/>
                                  <a:cs typeface="Cambria Math"/>
                                </a:rPr>
                              </m:ctrlPr>
                            </m:sSubPr>
                            <m:e>
                              <m:r>
                                <a:rPr lang="en-US" sz="2000" b="0" i="1">
                                  <a:solidFill>
                                    <a:srgbClr val="BF6019"/>
                                  </a:solidFill>
                                  <a:latin typeface="Cambria Math"/>
                                  <a:cs typeface="Cambria Math"/>
                                </a:rPr>
                                <m:t>𝑁</m:t>
                              </m:r>
                            </m:e>
                            <m:sub>
                              <m:r>
                                <a:rPr lang="en-US" sz="2000" b="0" i="1">
                                  <a:solidFill>
                                    <a:srgbClr val="BF6019"/>
                                  </a:solidFill>
                                  <a:latin typeface="Cambria Math"/>
                                  <a:cs typeface="Cambria Math"/>
                                </a:rPr>
                                <m:t>0</m:t>
                              </m:r>
                            </m:sub>
                          </m:sSub>
                        </m:e>
                      </m:d>
                    </m:oMath>
                  </m:oMathPara>
                </a14:m>
                <a:endParaRPr lang="en-US" sz="2000"/>
              </a:p>
            </p:txBody>
          </p:sp>
        </mc:Choice>
        <mc:Fallback xmlns="">
          <p:pic>
            <p:nvPicPr>
              <p:cNvPr id="104" name="Equation 104" descr="e^{-\lambda T}=\tfrac12\;\Rightarrow\;T=\frac{\ln 2}{\lambda}\qquad(\text{independent of }N_0)"/>
              <p:cNvPicPr>
                <a:picLocks noChangeAspect="1"/>
              </p:cNvPicPr>
              <p:nvPr/>
            </p:nvPicPr>
            <p:blipFill>
              <a:blip r:embed="rId5"/>
              <a:stretch>
                <a:fillRect/>
              </a:stretch>
            </p:blipFill>
            <p:spPr>
              <a:xfrm>
                <a:off x="1019556" y="3154680"/>
                <a:ext cx="5367528" cy="597408"/>
              </a:xfrm>
              <a:prstGeom prst="rect">
                <a:avLst/>
              </a:prstGeom>
            </p:spPr>
          </p:pic>
        </mc:Fallback>
      </mc:AlternateContent>
      <p:sp>
        <p:nvSpPr>
          <p:cNvPr id="105" name="Text"/>
          <p:cNvSpPr txBox="1"/>
          <p:nvPr/>
        </p:nvSpPr>
        <p:spPr>
          <a:xfrm>
            <a:off x="548640" y="3931920"/>
            <a:ext cx="6309360" cy="1097280"/>
          </a:xfrm>
          <a:prstGeom prst="rect">
            <a:avLst/>
          </a:prstGeom>
          <a:noFill/>
          <a:ln>
            <a:noFill/>
          </a:ln>
        </p:spPr>
        <p:txBody>
          <a:bodyPr wrap="square" lIns="73152" tIns="73152" rIns="73152" bIns="73152" rtlCol="0" anchor="t">
            <a:normAutofit/>
          </a:bodyPr>
          <a:lstStyle/>
          <a:p>
            <a:pPr algn="l">
              <a:spcAft>
                <a:spcPts val="400"/>
              </a:spcAft>
              <a:buNone/>
            </a:pPr>
            <a:r>
              <a:rPr lang="en-US" sz="1800" b="1" i="0" dirty="0">
                <a:solidFill>
                  <a:srgbClr val="BF6019"/>
                </a:solidFill>
                <a:latin typeface="LM Roman 10"/>
                <a:cs typeface="LM Roman 10"/>
              </a:rPr>
              <a:t>Sample problem 2: radiocarbon dating</a:t>
            </a:r>
            <a:endParaRPr lang="en-US" sz="1800"/>
          </a:p>
          <a:p>
            <a:pPr algn="l">
              <a:spcAft>
                <a:spcPts val="600"/>
              </a:spcAft>
              <a:buNone/>
            </a:pPr>
            <a:r>
              <a:rPr lang="en-US" sz="1700" b="0" i="0" dirty="0">
                <a:solidFill>
                  <a:srgbClr val="002060"/>
                </a:solidFill>
                <a:latin typeface="LM Roman 10"/>
                <a:cs typeface="LM Roman 10"/>
              </a:rPr>
              <a:t>A bone contains 75 % of the ¹⁴C of living tissue; T = 5730 years. How old is it?  (Adkins–Davidson, Example 8)</a:t>
            </a:r>
            <a:endParaRPr lang="en-US" sz="1700"/>
          </a:p>
        </p:txBody>
      </p:sp>
      <mc:AlternateContent xmlns:mc="http://schemas.openxmlformats.org/markup-compatibility/2006" xmlns:a14="http://schemas.microsoft.com/office/drawing/2010/main">
        <mc:Choice Requires="a14">
          <p:sp>
            <p:nvSpPr>
              <p:cNvPr id="106" name="Equation 106"/>
              <p:cNvSpPr txBox="1"/>
              <p:nvPr/>
            </p:nvSpPr>
            <p:spPr>
              <a:xfrm>
                <a:off x="1139952" y="5111496"/>
                <a:ext cx="5126736" cy="722376"/>
              </a:xfrm>
              <a:prstGeom prst="rect">
                <a:avLst/>
              </a:prstGeom>
              <a:noFill/>
            </p:spPr>
            <p:txBody>
              <a:bodyPr wrap="none" lIns="54864" tIns="54864" rIns="54864" bIns="54864" anchor="ctr">
                <a:noAutofit/>
              </a:bodyPr>
              <a:lstStyle/>
              <a:p>
                <a:pPr algn="ctr"/>
                <a14:m>
                  <m:oMathPara xmlns:m="http://schemas.openxmlformats.org/officeDocument/2006/math">
                    <m:oMathParaPr>
                      <m:jc m:val="center"/>
                    </m:oMathParaPr>
                    <m:oMath>
                      <m:sSup>
                        <m:sSupPr>
                          <m:ctrlPr>
                            <a:rPr lang="en-US" sz="2000" b="0" i="1">
                              <a:solidFill>
                                <a:srgbClr val="002060"/>
                              </a:solidFill>
                              <a:latin typeface="Cambria Math"/>
                              <a:cs typeface="Cambria Math"/>
                            </a:rPr>
                          </m:ctrlPr>
                        </m:sSupPr>
                        <m:e>
                          <m:r>
                            <a:rPr lang="en-US" sz="2000" b="0" i="1">
                              <a:solidFill>
                                <a:srgbClr val="002060"/>
                              </a:solidFill>
                              <a:latin typeface="Cambria Math"/>
                              <a:cs typeface="Cambria Math"/>
                            </a:rPr>
                            <m:t>2</m:t>
                          </m:r>
                        </m:e>
                        <m:sup>
                          <m:r>
                            <a:rPr lang="en-US" sz="2000" b="0" i="0">
                              <a:solidFill>
                                <a:srgbClr val="002060"/>
                              </a:solidFill>
                              <a:latin typeface="Cambria Math"/>
                              <a:cs typeface="Cambria Math"/>
                            </a:rPr>
                            <m:t>−</m:t>
                          </m:r>
                          <m:r>
                            <a:rPr lang="en-US" sz="2000" b="0" i="1">
                              <a:solidFill>
                                <a:srgbClr val="002060"/>
                              </a:solidFill>
                              <a:latin typeface="Cambria Math"/>
                              <a:cs typeface="Cambria Math"/>
                            </a:rPr>
                            <m:t>𝑡</m:t>
                          </m:r>
                          <m:r>
                            <a:rPr lang="en-US" sz="2000" b="0" i="0">
                              <a:solidFill>
                                <a:srgbClr val="002060"/>
                              </a:solidFill>
                              <a:latin typeface="Cambria Math"/>
                              <a:cs typeface="Cambria Math"/>
                            </a:rPr>
                            <m:t>/</m:t>
                          </m:r>
                          <m:r>
                            <a:rPr lang="en-US" sz="2000" b="0" i="1">
                              <a:solidFill>
                                <a:srgbClr val="002060"/>
                              </a:solidFill>
                              <a:latin typeface="Cambria Math"/>
                              <a:cs typeface="Cambria Math"/>
                            </a:rPr>
                            <m:t>𝑇</m:t>
                          </m:r>
                        </m:sup>
                      </m:sSup>
                      <m:r>
                        <a:rPr lang="en-US" sz="2000" b="0" i="0">
                          <a:solidFill>
                            <a:srgbClr val="002060"/>
                          </a:solidFill>
                          <a:latin typeface="Cambria Math"/>
                          <a:cs typeface="Cambria Math"/>
                        </a:rPr>
                        <m:t>=</m:t>
                      </m:r>
                      <m:r>
                        <a:rPr lang="en-US" sz="2000" b="0" i="1">
                          <a:solidFill>
                            <a:srgbClr val="002060"/>
                          </a:solidFill>
                          <a:latin typeface="Cambria Math"/>
                          <a:cs typeface="Cambria Math"/>
                        </a:rPr>
                        <m:t>0.75 </m:t>
                      </m:r>
                      <m:r>
                        <a:rPr lang="en-US" sz="2000" b="0" i="0">
                          <a:solidFill>
                            <a:srgbClr val="002060"/>
                          </a:solidFill>
                          <a:latin typeface="Cambria Math"/>
                          <a:cs typeface="Cambria Math"/>
                        </a:rPr>
                        <m:t>⇒</m:t>
                      </m:r>
                      <m:r>
                        <a:rPr lang="en-US" sz="2000" b="0" i="1">
                          <a:solidFill>
                            <a:srgbClr val="002060"/>
                          </a:solidFill>
                          <a:latin typeface="Cambria Math"/>
                          <a:cs typeface="Cambria Math"/>
                        </a:rPr>
                        <m:t> </m:t>
                      </m:r>
                      <m:r>
                        <a:rPr lang="en-US" sz="2000" b="0" i="1">
                          <a:solidFill>
                            <a:srgbClr val="002060"/>
                          </a:solidFill>
                          <a:latin typeface="Cambria Math"/>
                          <a:cs typeface="Cambria Math"/>
                        </a:rPr>
                        <m:t>𝑡</m:t>
                      </m:r>
                      <m:r>
                        <a:rPr lang="en-US" sz="2000" b="0" i="0">
                          <a:solidFill>
                            <a:srgbClr val="002060"/>
                          </a:solidFill>
                          <a:latin typeface="Cambria Math"/>
                          <a:cs typeface="Cambria Math"/>
                        </a:rPr>
                        <m:t>=</m:t>
                      </m:r>
                      <m:r>
                        <a:rPr lang="en-US" sz="2000" b="0" i="1">
                          <a:solidFill>
                            <a:srgbClr val="002060"/>
                          </a:solidFill>
                          <a:latin typeface="Cambria Math"/>
                          <a:cs typeface="Cambria Math"/>
                        </a:rPr>
                        <m:t>𝑇</m:t>
                      </m:r>
                      <m:r>
                        <a:rPr lang="en-US" sz="2000" b="0" i="1">
                          <a:solidFill>
                            <a:srgbClr val="002060"/>
                          </a:solidFill>
                          <a:latin typeface="Cambria Math"/>
                          <a:cs typeface="Cambria Math"/>
                        </a:rPr>
                        <m:t> </m:t>
                      </m:r>
                      <m:f>
                        <m:fPr>
                          <m:ctrlPr>
                            <a:rPr lang="en-US" sz="2000" b="0" i="0">
                              <a:solidFill>
                                <a:srgbClr val="002060"/>
                              </a:solidFill>
                              <a:latin typeface="Cambria Math"/>
                              <a:cs typeface="Cambria Math"/>
                            </a:rPr>
                          </m:ctrlPr>
                        </m:fPr>
                        <m:num>
                          <m:r>
                            <m:rPr>
                              <m:sty m:val="p"/>
                            </m:rPr>
                            <a:rPr lang="en-US" sz="2000" b="0" i="0">
                              <a:solidFill>
                                <a:srgbClr val="002060"/>
                              </a:solidFill>
                              <a:latin typeface="Cambria Math"/>
                              <a:cs typeface="Cambria Math"/>
                            </a:rPr>
                            <m:t>ln</m:t>
                          </m:r>
                          <m:d>
                            <m:dPr>
                              <m:ctrlPr>
                                <a:rPr lang="en-US" sz="2000" b="0" i="1">
                                  <a:solidFill>
                                    <a:srgbClr val="002060"/>
                                  </a:solidFill>
                                  <a:latin typeface="Cambria Math"/>
                                  <a:cs typeface="Cambria Math"/>
                                </a:rPr>
                              </m:ctrlPr>
                            </m:dPr>
                            <m:e>
                              <m:r>
                                <a:rPr lang="en-US" sz="2000" b="0" i="1">
                                  <a:solidFill>
                                    <a:srgbClr val="002060"/>
                                  </a:solidFill>
                                  <a:latin typeface="Cambria Math"/>
                                  <a:cs typeface="Cambria Math"/>
                                </a:rPr>
                                <m:t>4</m:t>
                              </m:r>
                              <m:r>
                                <a:rPr lang="en-US" sz="2000" b="0" i="0">
                                  <a:solidFill>
                                    <a:srgbClr val="002060"/>
                                  </a:solidFill>
                                  <a:latin typeface="Cambria Math"/>
                                  <a:cs typeface="Cambria Math"/>
                                </a:rPr>
                                <m:t>/</m:t>
                              </m:r>
                              <m:r>
                                <a:rPr lang="en-US" sz="2000" b="0" i="1">
                                  <a:solidFill>
                                    <a:srgbClr val="002060"/>
                                  </a:solidFill>
                                  <a:latin typeface="Cambria Math"/>
                                  <a:cs typeface="Cambria Math"/>
                                </a:rPr>
                                <m:t>3</m:t>
                              </m:r>
                            </m:e>
                          </m:d>
                        </m:num>
                        <m:den>
                          <m:r>
                            <m:rPr>
                              <m:sty m:val="p"/>
                            </m:rPr>
                            <a:rPr lang="en-US" sz="2000" b="0" i="0">
                              <a:solidFill>
                                <a:srgbClr val="002060"/>
                              </a:solidFill>
                              <a:latin typeface="Cambria Math"/>
                              <a:cs typeface="Cambria Math"/>
                            </a:rPr>
                            <m:t>ln</m:t>
                          </m:r>
                          <m:r>
                            <a:rPr lang="en-US" sz="2000" b="0" i="1">
                              <a:solidFill>
                                <a:srgbClr val="002060"/>
                              </a:solidFill>
                              <a:latin typeface="Cambria Math"/>
                              <a:cs typeface="Cambria Math"/>
                            </a:rPr>
                            <m:t>2</m:t>
                          </m:r>
                        </m:den>
                      </m:f>
                      <m:r>
                        <a:rPr lang="en-US" sz="2000" b="0" i="0">
                          <a:solidFill>
                            <a:srgbClr val="002060"/>
                          </a:solidFill>
                          <a:latin typeface="Cambria Math"/>
                          <a:cs typeface="Cambria Math"/>
                        </a:rPr>
                        <m:t>≈</m:t>
                      </m:r>
                      <m:r>
                        <a:rPr lang="en-US" sz="2000" b="0" i="1">
                          <a:solidFill>
                            <a:srgbClr val="002060"/>
                          </a:solidFill>
                          <a:latin typeface="Cambria Math"/>
                          <a:cs typeface="Cambria Math"/>
                        </a:rPr>
                        <m:t>2378 </m:t>
                      </m:r>
                      <m:r>
                        <m:rPr>
                          <m:nor/>
                        </m:rPr>
                        <a:rPr lang="en-US" sz="2000" b="0" i="0">
                          <a:solidFill>
                            <a:srgbClr val="002060"/>
                          </a:solidFill>
                          <a:latin typeface="Cambria Math"/>
                          <a:cs typeface="Cambria Math"/>
                        </a:rPr>
                        <m:t>years</m:t>
                      </m:r>
                    </m:oMath>
                  </m:oMathPara>
                </a14:m>
                <a:endParaRPr lang="en-US" sz="2000"/>
              </a:p>
            </p:txBody>
          </p:sp>
        </mc:Choice>
        <mc:Fallback xmlns="">
          <p:pic>
            <p:nvPicPr>
              <p:cNvPr id="106" name="Equation 106" descr="2^{-t/T}=0.75\;\Rightarrow\;t=T\,\frac{\ln(4/3)}{\ln 2}\approx 2378\ \text{years}"/>
              <p:cNvPicPr>
                <a:picLocks noChangeAspect="1"/>
              </p:cNvPicPr>
              <p:nvPr/>
            </p:nvPicPr>
            <p:blipFill>
              <a:blip r:embed="rId6"/>
              <a:stretch>
                <a:fillRect/>
              </a:stretch>
            </p:blipFill>
            <p:spPr>
              <a:xfrm>
                <a:off x="1194816" y="5166360"/>
                <a:ext cx="5017008" cy="612648"/>
              </a:xfrm>
              <a:prstGeom prst="rect">
                <a:avLst/>
              </a:prstGeom>
            </p:spPr>
          </p:pic>
        </mc:Fallback>
      </mc:AlternateContent>
      <p:pic>
        <p:nvPicPr>
          <p:cNvPr id="107" name="Figure decay" descr="Exponential decay with half-lives marked"/>
          <p:cNvPicPr>
            <a:picLocks noChangeAspect="1"/>
          </p:cNvPicPr>
          <p:nvPr/>
        </p:nvPicPr>
        <p:blipFill>
          <a:blip r:embed="rId7"/>
          <a:stretch>
            <a:fillRect/>
          </a:stretch>
        </p:blipFill>
        <p:spPr>
          <a:xfrm>
            <a:off x="7040880" y="1930184"/>
            <a:ext cx="4663440" cy="3454832"/>
          </a:xfrm>
          <a:prstGeom prst="rect">
            <a:avLst/>
          </a:prstGeom>
        </p:spPr>
      </p:pic>
    </p:spTree>
    <p:extLst>
      <p:ext uri="{BB962C8B-B14F-4D97-AF65-F5344CB8AC3E}">
        <p14:creationId xmlns:p14="http://schemas.microsoft.com/office/powerpoint/2010/main" val="2916294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B7FC9-7303-2DDF-22D9-A375F9FCBA42}"/>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2C760A3E-FF45-F647-68B2-6F941F0FE03D}"/>
              </a:ext>
            </a:extLst>
          </p:cNvPr>
          <p:cNvSpPr/>
          <p:nvPr/>
        </p:nvSpPr>
        <p:spPr>
          <a:xfrm>
            <a:off x="0" y="6309106"/>
            <a:ext cx="12192000" cy="549124"/>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piè di pagina 1">
            <a:extLst>
              <a:ext uri="{FF2B5EF4-FFF2-40B4-BE49-F238E27FC236}">
                <a16:creationId xmlns:a16="http://schemas.microsoft.com/office/drawing/2014/main" id="{D93F69B5-A372-36E1-C0D1-892D9A6B88D5}"/>
              </a:ext>
            </a:extLst>
          </p:cNvPr>
          <p:cNvSpPr>
            <a:spLocks noGrp="1"/>
          </p:cNvSpPr>
          <p:nvPr>
            <p:ph type="ftr" sz="quarter" idx="11"/>
          </p:nvPr>
        </p:nvSpPr>
        <p:spPr>
          <a:xfrm>
            <a:off x="4038600" y="6448272"/>
            <a:ext cx="4114800" cy="365125"/>
          </a:xfrm>
        </p:spPr>
        <p:txBody>
          <a:bodyPr/>
          <a:lstStyle/>
          <a:p>
            <a:r>
              <a:rPr lang="en-US" sz="1600" dirty="0">
                <a:solidFill>
                  <a:srgbClr val="002060"/>
                </a:solidFill>
              </a:rPr>
              <a:t>MATH 331: Differential Equations</a:t>
            </a:r>
          </a:p>
        </p:txBody>
      </p:sp>
      <p:sp>
        <p:nvSpPr>
          <p:cNvPr id="6" name="CasellaDiTesto 5">
            <a:extLst>
              <a:ext uri="{FF2B5EF4-FFF2-40B4-BE49-F238E27FC236}">
                <a16:creationId xmlns:a16="http://schemas.microsoft.com/office/drawing/2014/main" id="{8495B6C3-1F7A-7299-D7B8-F42087CCE23B}"/>
              </a:ext>
            </a:extLst>
          </p:cNvPr>
          <p:cNvSpPr txBox="1"/>
          <p:nvPr/>
        </p:nvSpPr>
        <p:spPr>
          <a:xfrm>
            <a:off x="981880" y="330553"/>
            <a:ext cx="10424160" cy="707886"/>
          </a:xfrm>
          <a:prstGeom prst="rect">
            <a:avLst/>
          </a:prstGeom>
          <a:noFill/>
        </p:spPr>
        <p:txBody>
          <a:bodyPr wrap="square" rtlCol="0" anchor="ctr" anchorCtr="0">
            <a:spAutoFit/>
          </a:bodyPr>
          <a:lstStyle/>
          <a:p>
            <a:r>
              <a:rPr lang="en-US" sz="4000" b="1" dirty="0">
                <a:solidFill>
                  <a:srgbClr val="002060"/>
                </a:solidFill>
                <a:latin typeface="LM Roman 10" panose="00000500000000000000" pitchFamily="2" charset="0"/>
              </a:rPr>
              <a:t>The logistic equation</a:t>
            </a:r>
            <a:endParaRPr lang="it-IT" sz="4000" b="1" dirty="0">
              <a:solidFill>
                <a:srgbClr val="002060"/>
              </a:solidFill>
              <a:latin typeface="LM Roman 10" panose="00000500000000000000" pitchFamily="2" charset="0"/>
            </a:endParaRPr>
          </a:p>
        </p:txBody>
      </p:sp>
      <p:sp>
        <p:nvSpPr>
          <p:cNvPr id="13" name="Segnaposto numero diapositiva 14">
            <a:extLst>
              <a:ext uri="{FF2B5EF4-FFF2-40B4-BE49-F238E27FC236}">
                <a16:creationId xmlns:a16="http://schemas.microsoft.com/office/drawing/2014/main" id="{309AE5C9-EEDD-A311-4493-9CAABB78FFA5}"/>
              </a:ext>
            </a:extLst>
          </p:cNvPr>
          <p:cNvSpPr txBox="1">
            <a:spLocks/>
          </p:cNvSpPr>
          <p:nvPr/>
        </p:nvSpPr>
        <p:spPr>
          <a:xfrm>
            <a:off x="9072638" y="6401105"/>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06BB8CB-C112-4AF1-992B-2BAB7191A575}" type="slidenum">
              <a:rPr lang="it-IT" sz="1600" b="1" smtClean="0">
                <a:solidFill>
                  <a:srgbClr val="002060"/>
                </a:solidFill>
              </a:rPr>
              <a:pPr/>
              <a:t>13</a:t>
            </a:fld>
            <a:endParaRPr lang="it-IT" sz="1600" b="1" dirty="0">
              <a:solidFill>
                <a:srgbClr val="002060"/>
              </a:solidFill>
            </a:endParaRPr>
          </a:p>
        </p:txBody>
      </p:sp>
      <p:grpSp>
        <p:nvGrpSpPr>
          <p:cNvPr id="32" name="Gruppo 31">
            <a:extLst>
              <a:ext uri="{FF2B5EF4-FFF2-40B4-BE49-F238E27FC236}">
                <a16:creationId xmlns:a16="http://schemas.microsoft.com/office/drawing/2014/main" id="{2E62AB85-3A93-A286-6E45-A75C8BBC09DC}"/>
              </a:ext>
            </a:extLst>
          </p:cNvPr>
          <p:cNvGrpSpPr/>
          <p:nvPr/>
        </p:nvGrpSpPr>
        <p:grpSpPr>
          <a:xfrm>
            <a:off x="14040" y="6251906"/>
            <a:ext cx="1906650" cy="626303"/>
            <a:chOff x="5403712" y="2704688"/>
            <a:chExt cx="2490081" cy="817950"/>
          </a:xfrm>
        </p:grpSpPr>
        <p:pic>
          <p:nvPicPr>
            <p:cNvPr id="33" name="Picture 2">
              <a:extLst>
                <a:ext uri="{FF2B5EF4-FFF2-40B4-BE49-F238E27FC236}">
                  <a16:creationId xmlns:a16="http://schemas.microsoft.com/office/drawing/2014/main" id="{567C9C09-B8D1-EC23-4AAB-A073BA2576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1602"/>
            <a:stretch/>
          </p:blipFill>
          <p:spPr bwMode="auto">
            <a:xfrm>
              <a:off x="5403712" y="2704688"/>
              <a:ext cx="1384576" cy="80856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a:extLst>
                <a:ext uri="{FF2B5EF4-FFF2-40B4-BE49-F238E27FC236}">
                  <a16:creationId xmlns:a16="http://schemas.microsoft.com/office/drawing/2014/main" id="{93869D14-1BA4-3490-7962-5A65832FA6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565"/>
            <a:stretch/>
          </p:blipFill>
          <p:spPr bwMode="auto">
            <a:xfrm>
              <a:off x="6509217" y="2907406"/>
              <a:ext cx="1384576" cy="615232"/>
            </a:xfrm>
            <a:prstGeom prst="rect">
              <a:avLst/>
            </a:prstGeom>
            <a:noFill/>
            <a:extLst>
              <a:ext uri="{909E8E84-426E-40DD-AFC4-6F175D3DCCD1}">
                <a14:hiddenFill xmlns:a14="http://schemas.microsoft.com/office/drawing/2010/main">
                  <a:solidFill>
                    <a:srgbClr val="FFFFFF"/>
                  </a:solidFill>
                </a14:hiddenFill>
              </a:ext>
            </a:extLst>
          </p:spPr>
        </p:pic>
      </p:grpSp>
      <p:sp>
        <p:nvSpPr>
          <p:cNvPr id="101" name="Text"/>
          <p:cNvSpPr txBox="1"/>
          <p:nvPr/>
        </p:nvSpPr>
        <p:spPr>
          <a:xfrm>
            <a:off x="548640" y="1234440"/>
            <a:ext cx="6675120" cy="822960"/>
          </a:xfrm>
          <a:prstGeom prst="rect">
            <a:avLst/>
          </a:prstGeom>
          <a:noFill/>
          <a:ln>
            <a:noFill/>
          </a:ln>
        </p:spPr>
        <p:txBody>
          <a:bodyPr wrap="square" lIns="73152" tIns="73152" rIns="73152" bIns="73152" rtlCol="0" anchor="t">
            <a:normAutofit/>
          </a:bodyPr>
          <a:lstStyle/>
          <a:p>
            <a:pPr algn="l">
              <a:spcAft>
                <a:spcPts val="600"/>
              </a:spcAft>
              <a:buNone/>
            </a:pPr>
            <a:r>
              <a:rPr lang="en-US" sz="1800" b="1" i="0" dirty="0">
                <a:solidFill>
                  <a:srgbClr val="002060"/>
                </a:solidFill>
                <a:latin typeface="LM Roman 10"/>
                <a:cs typeface="LM Roman 10"/>
              </a:rPr>
              <a:t>Verhulst (1838): </a:t>
            </a:r>
            <a:r>
              <a:rPr lang="en-US" sz="1800" b="0" i="0" dirty="0">
                <a:solidFill>
                  <a:srgbClr val="002060"/>
                </a:solidFill>
                <a:latin typeface="LM Roman 10"/>
                <a:cs typeface="LM Roman 10"/>
              </a:rPr>
              <a:t>growth slows as the population approaches the carrying capacity M.</a:t>
            </a:r>
            <a:endParaRPr lang="en-US" sz="1800"/>
          </a:p>
        </p:txBody>
      </p:sp>
      <mc:AlternateContent xmlns:mc="http://schemas.openxmlformats.org/markup-compatibility/2006" xmlns:a14="http://schemas.microsoft.com/office/drawing/2010/main">
        <mc:Choice Requires="a14">
          <p:sp>
            <p:nvSpPr>
              <p:cNvPr id="102" name="Equation 102"/>
              <p:cNvSpPr txBox="1"/>
              <p:nvPr/>
            </p:nvSpPr>
            <p:spPr>
              <a:xfrm>
                <a:off x="1890065" y="1956816"/>
                <a:ext cx="3992270" cy="488594"/>
              </a:xfrm>
              <a:prstGeom prst="rect">
                <a:avLst/>
              </a:prstGeom>
              <a:noFill/>
            </p:spPr>
            <p:txBody>
              <a:bodyPr wrap="none" lIns="54864" tIns="54864" rIns="54864" bIns="54864" anchor="ctr">
                <a:noAutofit/>
              </a:bodyPr>
              <a:lstStyle/>
              <a:p>
                <a:pPr algn="ctr"/>
                <a14:m>
                  <m:oMathPara xmlns:m="http://schemas.openxmlformats.org/officeDocument/2006/math">
                    <m:oMathParaPr>
                      <m:jc m:val="center"/>
                    </m:oMathParaPr>
                    <m:oMath>
                      <m:r>
                        <a:rPr lang="en-US" sz="2200" b="0" i="1">
                          <a:solidFill>
                            <a:srgbClr val="BF6019"/>
                          </a:solidFill>
                          <a:latin typeface="Cambria Math"/>
                          <a:cs typeface="Cambria Math"/>
                        </a:rPr>
                        <m:t>𝑥</m:t>
                      </m:r>
                      <m:r>
                        <a:rPr lang="en-US" sz="2200" b="0" i="0">
                          <a:solidFill>
                            <a:srgbClr val="BF6019"/>
                          </a:solidFill>
                          <a:latin typeface="Cambria Math"/>
                          <a:cs typeface="Cambria Math"/>
                        </a:rPr>
                        <m:t>′=</m:t>
                      </m:r>
                      <m:r>
                        <a:rPr lang="en-US" sz="2200" b="0" i="1">
                          <a:solidFill>
                            <a:srgbClr val="BF6019"/>
                          </a:solidFill>
                          <a:latin typeface="Cambria Math"/>
                          <a:cs typeface="Cambria Math"/>
                        </a:rPr>
                        <m:t>𝑘</m:t>
                      </m:r>
                      <m:r>
                        <a:rPr lang="en-US" sz="2200" b="0" i="1">
                          <a:solidFill>
                            <a:srgbClr val="BF6019"/>
                          </a:solidFill>
                          <a:latin typeface="Cambria Math"/>
                          <a:cs typeface="Cambria Math"/>
                        </a:rPr>
                        <m:t> </m:t>
                      </m:r>
                      <m:r>
                        <a:rPr lang="en-US" sz="2200" b="0" i="1">
                          <a:solidFill>
                            <a:srgbClr val="BF6019"/>
                          </a:solidFill>
                          <a:latin typeface="Cambria Math"/>
                          <a:cs typeface="Cambria Math"/>
                        </a:rPr>
                        <m:t>𝑥</m:t>
                      </m:r>
                      <m:r>
                        <a:rPr lang="en-US" sz="2200" b="0" i="1">
                          <a:solidFill>
                            <a:srgbClr val="BF6019"/>
                          </a:solidFill>
                          <a:latin typeface="Cambria Math"/>
                          <a:cs typeface="Cambria Math"/>
                        </a:rPr>
                        <m:t> </m:t>
                      </m:r>
                      <m:d>
                        <m:dPr>
                          <m:ctrlPr>
                            <a:rPr lang="en-US" sz="2200" b="0" i="1">
                              <a:solidFill>
                                <a:srgbClr val="BF6019"/>
                              </a:solidFill>
                              <a:latin typeface="Cambria Math"/>
                              <a:cs typeface="Cambria Math"/>
                            </a:rPr>
                          </m:ctrlPr>
                        </m:dPr>
                        <m:e>
                          <m:r>
                            <a:rPr lang="en-US" sz="2200" b="0" i="1">
                              <a:solidFill>
                                <a:srgbClr val="BF6019"/>
                              </a:solidFill>
                              <a:latin typeface="Cambria Math"/>
                              <a:cs typeface="Cambria Math"/>
                            </a:rPr>
                            <m:t>𝑀</m:t>
                          </m:r>
                          <m:r>
                            <a:rPr lang="en-US" sz="2200" b="0" i="0">
                              <a:solidFill>
                                <a:srgbClr val="BF6019"/>
                              </a:solidFill>
                              <a:latin typeface="Cambria Math"/>
                              <a:cs typeface="Cambria Math"/>
                            </a:rPr>
                            <m:t>−</m:t>
                          </m:r>
                          <m:r>
                            <a:rPr lang="en-US" sz="2200" b="0" i="1">
                              <a:solidFill>
                                <a:srgbClr val="BF6019"/>
                              </a:solidFill>
                              <a:latin typeface="Cambria Math"/>
                              <a:cs typeface="Cambria Math"/>
                            </a:rPr>
                            <m:t>𝑥</m:t>
                          </m:r>
                        </m:e>
                      </m:d>
                      <m:r>
                        <a:rPr lang="en-US" sz="2200" b="0" i="0">
                          <a:solidFill>
                            <a:srgbClr val="BF6019"/>
                          </a:solidFill>
                          <a:latin typeface="Cambria Math"/>
                          <a:cs typeface="Cambria Math"/>
                        </a:rPr>
                        <m:t>,</m:t>
                      </m:r>
                      <m:r>
                        <a:rPr lang="en-US" sz="2200" b="0" i="1">
                          <a:solidFill>
                            <a:srgbClr val="BF6019"/>
                          </a:solidFill>
                          <a:latin typeface="Cambria Math"/>
                          <a:cs typeface="Cambria Math"/>
                        </a:rPr>
                        <m:t>  </m:t>
                      </m:r>
                      <m:r>
                        <a:rPr lang="en-US" sz="2200" b="0" i="1">
                          <a:solidFill>
                            <a:srgbClr val="BF6019"/>
                          </a:solidFill>
                          <a:latin typeface="Cambria Math"/>
                          <a:cs typeface="Cambria Math"/>
                        </a:rPr>
                        <m:t>𝑘</m:t>
                      </m:r>
                      <m:r>
                        <a:rPr lang="en-US" sz="2200" b="0" i="0">
                          <a:solidFill>
                            <a:srgbClr val="BF6019"/>
                          </a:solidFill>
                          <a:latin typeface="Cambria Math"/>
                          <a:cs typeface="Cambria Math"/>
                        </a:rPr>
                        <m:t>,</m:t>
                      </m:r>
                      <m:r>
                        <a:rPr lang="en-US" sz="2200" b="0" i="1">
                          <a:solidFill>
                            <a:srgbClr val="BF6019"/>
                          </a:solidFill>
                          <a:latin typeface="Cambria Math"/>
                          <a:cs typeface="Cambria Math"/>
                        </a:rPr>
                        <m:t>𝑀</m:t>
                      </m:r>
                      <m:r>
                        <a:rPr lang="en-US" sz="2200" b="0" i="0">
                          <a:solidFill>
                            <a:srgbClr val="BF6019"/>
                          </a:solidFill>
                          <a:latin typeface="Cambria Math"/>
                          <a:cs typeface="Cambria Math"/>
                        </a:rPr>
                        <m:t>&gt;</m:t>
                      </m:r>
                      <m:r>
                        <a:rPr lang="en-US" sz="2200" b="0" i="1">
                          <a:solidFill>
                            <a:srgbClr val="BF6019"/>
                          </a:solidFill>
                          <a:latin typeface="Cambria Math"/>
                          <a:cs typeface="Cambria Math"/>
                        </a:rPr>
                        <m:t>0</m:t>
                      </m:r>
                    </m:oMath>
                  </m:oMathPara>
                </a14:m>
                <a:endParaRPr lang="en-US" sz="2200"/>
              </a:p>
            </p:txBody>
          </p:sp>
        </mc:Choice>
        <mc:Fallback xmlns="">
          <p:pic>
            <p:nvPicPr>
              <p:cNvPr id="102" name="Equation 102" descr="x'=k\,x\,(M-x),\qquad k,M&gt;0"/>
              <p:cNvPicPr>
                <a:picLocks noChangeAspect="1"/>
              </p:cNvPicPr>
              <p:nvPr/>
            </p:nvPicPr>
            <p:blipFill>
              <a:blip r:embed="rId4"/>
              <a:stretch>
                <a:fillRect/>
              </a:stretch>
            </p:blipFill>
            <p:spPr>
              <a:xfrm>
                <a:off x="1944929" y="2011680"/>
                <a:ext cx="3882542" cy="378866"/>
              </a:xfrm>
              <a:prstGeom prst="rect">
                <a:avLst/>
              </a:prstGeom>
            </p:spPr>
          </p:pic>
        </mc:Fallback>
      </mc:AlternateContent>
      <p:sp>
        <p:nvSpPr>
          <p:cNvPr id="103" name="Text"/>
          <p:cNvSpPr txBox="1"/>
          <p:nvPr/>
        </p:nvSpPr>
        <p:spPr>
          <a:xfrm>
            <a:off x="548640" y="2697480"/>
            <a:ext cx="6675120" cy="457200"/>
          </a:xfrm>
          <a:prstGeom prst="rect">
            <a:avLst/>
          </a:prstGeom>
          <a:noFill/>
          <a:ln>
            <a:noFill/>
          </a:ln>
        </p:spPr>
        <p:txBody>
          <a:bodyPr wrap="square" lIns="73152" tIns="73152" rIns="73152" bIns="73152" rtlCol="0" anchor="t">
            <a:normAutofit/>
          </a:bodyPr>
          <a:lstStyle/>
          <a:p>
            <a:pPr algn="l">
              <a:spcAft>
                <a:spcPts val="600"/>
              </a:spcAft>
              <a:buNone/>
            </a:pPr>
            <a:r>
              <a:rPr lang="en-US" sz="1800" b="1" i="0" dirty="0">
                <a:solidFill>
                  <a:srgbClr val="BF6019"/>
                </a:solidFill>
                <a:latin typeface="LM Roman 10"/>
                <a:cs typeface="LM Roman 10"/>
              </a:rPr>
              <a:t>Separable — pen and paper with partial fractions:</a:t>
            </a:r>
            <a:endParaRPr lang="en-US" sz="1800"/>
          </a:p>
        </p:txBody>
      </p:sp>
      <mc:AlternateContent xmlns:mc="http://schemas.openxmlformats.org/markup-compatibility/2006" xmlns:a14="http://schemas.microsoft.com/office/drawing/2010/main">
        <mc:Choice Requires="a14">
          <p:sp>
            <p:nvSpPr>
              <p:cNvPr id="104" name="Equation 104"/>
              <p:cNvSpPr txBox="1"/>
              <p:nvPr/>
            </p:nvSpPr>
            <p:spPr>
              <a:xfrm>
                <a:off x="768096" y="3145536"/>
                <a:ext cx="3523640" cy="761238"/>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f>
                        <m:fPr>
                          <m:ctrlPr>
                            <a:rPr lang="en-US" sz="1900" b="0" i="1">
                              <a:solidFill>
                                <a:srgbClr val="002060"/>
                              </a:solidFill>
                              <a:latin typeface="Cambria Math"/>
                              <a:cs typeface="Cambria Math"/>
                            </a:rPr>
                          </m:ctrlPr>
                        </m:fPr>
                        <m:num>
                          <m:r>
                            <a:rPr lang="en-US" sz="1900" b="0" i="1">
                              <a:solidFill>
                                <a:srgbClr val="002060"/>
                              </a:solidFill>
                              <a:latin typeface="Cambria Math"/>
                              <a:cs typeface="Cambria Math"/>
                            </a:rPr>
                            <m:t>1</m:t>
                          </m:r>
                        </m:num>
                        <m:den>
                          <m:r>
                            <a:rPr lang="en-US" sz="1900" b="0" i="1">
                              <a:solidFill>
                                <a:srgbClr val="002060"/>
                              </a:solidFill>
                              <a:latin typeface="Cambria Math"/>
                              <a:cs typeface="Cambria Math"/>
                            </a:rPr>
                            <m:t>𝑥</m:t>
                          </m:r>
                          <m:d>
                            <m:dPr>
                              <m:ctrlPr>
                                <a:rPr lang="en-US" sz="1900" b="0" i="1">
                                  <a:solidFill>
                                    <a:srgbClr val="002060"/>
                                  </a:solidFill>
                                  <a:latin typeface="Cambria Math"/>
                                  <a:cs typeface="Cambria Math"/>
                                </a:rPr>
                              </m:ctrlPr>
                            </m:dPr>
                            <m:e>
                              <m:r>
                                <a:rPr lang="en-US" sz="1900" b="0" i="1">
                                  <a:solidFill>
                                    <a:srgbClr val="002060"/>
                                  </a:solidFill>
                                  <a:latin typeface="Cambria Math"/>
                                  <a:cs typeface="Cambria Math"/>
                                </a:rPr>
                                <m:t>𝑀</m:t>
                              </m:r>
                              <m:r>
                                <a:rPr lang="en-US" sz="1900" b="0" i="0">
                                  <a:solidFill>
                                    <a:srgbClr val="002060"/>
                                  </a:solidFill>
                                  <a:latin typeface="Cambria Math"/>
                                  <a:cs typeface="Cambria Math"/>
                                </a:rPr>
                                <m:t>−</m:t>
                              </m:r>
                              <m:r>
                                <a:rPr lang="en-US" sz="1900" b="0" i="1">
                                  <a:solidFill>
                                    <a:srgbClr val="002060"/>
                                  </a:solidFill>
                                  <a:latin typeface="Cambria Math"/>
                                  <a:cs typeface="Cambria Math"/>
                                </a:rPr>
                                <m:t>𝑥</m:t>
                              </m:r>
                            </m:e>
                          </m:d>
                        </m:den>
                      </m:f>
                      <m:r>
                        <a:rPr lang="en-US" sz="1900" b="0" i="0">
                          <a:solidFill>
                            <a:srgbClr val="002060"/>
                          </a:solidFill>
                          <a:latin typeface="Cambria Math"/>
                          <a:cs typeface="Cambria Math"/>
                        </a:rPr>
                        <m:t>=</m:t>
                      </m:r>
                      <m:f>
                        <m:fPr>
                          <m:ctrlPr>
                            <a:rPr lang="en-US" sz="1900" b="0" i="1">
                              <a:solidFill>
                                <a:srgbClr val="002060"/>
                              </a:solidFill>
                              <a:latin typeface="Cambria Math"/>
                              <a:cs typeface="Cambria Math"/>
                            </a:rPr>
                          </m:ctrlPr>
                        </m:fPr>
                        <m:num>
                          <m:r>
                            <a:rPr lang="en-US" sz="1900" b="0" i="1">
                              <a:solidFill>
                                <a:srgbClr val="002060"/>
                              </a:solidFill>
                              <a:latin typeface="Cambria Math"/>
                              <a:cs typeface="Cambria Math"/>
                            </a:rPr>
                            <m:t>1</m:t>
                          </m:r>
                        </m:num>
                        <m:den>
                          <m:r>
                            <a:rPr lang="en-US" sz="1900" b="0" i="1">
                              <a:solidFill>
                                <a:srgbClr val="002060"/>
                              </a:solidFill>
                              <a:latin typeface="Cambria Math"/>
                              <a:cs typeface="Cambria Math"/>
                            </a:rPr>
                            <m:t>𝑀</m:t>
                          </m:r>
                        </m:den>
                      </m:f>
                      <m:d>
                        <m:dPr>
                          <m:ctrlPr>
                            <a:rPr lang="en-US" sz="1900" b="0" i="1">
                              <a:solidFill>
                                <a:srgbClr val="002060"/>
                              </a:solidFill>
                              <a:latin typeface="Cambria Math"/>
                              <a:cs typeface="Cambria Math"/>
                            </a:rPr>
                          </m:ctrlPr>
                        </m:dPr>
                        <m:e>
                          <m:f>
                            <m:fPr>
                              <m:ctrlPr>
                                <a:rPr lang="en-US" sz="1900" b="0" i="1">
                                  <a:solidFill>
                                    <a:srgbClr val="002060"/>
                                  </a:solidFill>
                                  <a:latin typeface="Cambria Math"/>
                                  <a:cs typeface="Cambria Math"/>
                                </a:rPr>
                              </m:ctrlPr>
                            </m:fPr>
                            <m:num>
                              <m:r>
                                <a:rPr lang="en-US" sz="1900" b="0" i="1">
                                  <a:solidFill>
                                    <a:srgbClr val="002060"/>
                                  </a:solidFill>
                                  <a:latin typeface="Cambria Math"/>
                                  <a:cs typeface="Cambria Math"/>
                                </a:rPr>
                                <m:t>1</m:t>
                              </m:r>
                            </m:num>
                            <m:den>
                              <m:r>
                                <a:rPr lang="en-US" sz="1900" b="0" i="1">
                                  <a:solidFill>
                                    <a:srgbClr val="002060"/>
                                  </a:solidFill>
                                  <a:latin typeface="Cambria Math"/>
                                  <a:cs typeface="Cambria Math"/>
                                </a:rPr>
                                <m:t>𝑥</m:t>
                              </m:r>
                            </m:den>
                          </m:f>
                          <m:r>
                            <a:rPr lang="en-US" sz="1900" b="0" i="0">
                              <a:solidFill>
                                <a:srgbClr val="002060"/>
                              </a:solidFill>
                              <a:latin typeface="Cambria Math"/>
                              <a:cs typeface="Cambria Math"/>
                            </a:rPr>
                            <m:t>+</m:t>
                          </m:r>
                          <m:f>
                            <m:fPr>
                              <m:ctrlPr>
                                <a:rPr lang="en-US" sz="1900" b="0" i="1">
                                  <a:solidFill>
                                    <a:srgbClr val="002060"/>
                                  </a:solidFill>
                                  <a:latin typeface="Cambria Math"/>
                                  <a:cs typeface="Cambria Math"/>
                                </a:rPr>
                              </m:ctrlPr>
                            </m:fPr>
                            <m:num>
                              <m:r>
                                <a:rPr lang="en-US" sz="1900" b="0" i="1">
                                  <a:solidFill>
                                    <a:srgbClr val="002060"/>
                                  </a:solidFill>
                                  <a:latin typeface="Cambria Math"/>
                                  <a:cs typeface="Cambria Math"/>
                                </a:rPr>
                                <m:t>1</m:t>
                              </m:r>
                            </m:num>
                            <m:den>
                              <m:r>
                                <a:rPr lang="en-US" sz="1900" b="0" i="1">
                                  <a:solidFill>
                                    <a:srgbClr val="002060"/>
                                  </a:solidFill>
                                  <a:latin typeface="Cambria Math"/>
                                  <a:cs typeface="Cambria Math"/>
                                </a:rPr>
                                <m:t>𝑀</m:t>
                              </m:r>
                              <m:r>
                                <a:rPr lang="en-US" sz="1900" b="0" i="0">
                                  <a:solidFill>
                                    <a:srgbClr val="002060"/>
                                  </a:solidFill>
                                  <a:latin typeface="Cambria Math"/>
                                  <a:cs typeface="Cambria Math"/>
                                </a:rPr>
                                <m:t>−</m:t>
                              </m:r>
                              <m:r>
                                <a:rPr lang="en-US" sz="1900" b="0" i="1">
                                  <a:solidFill>
                                    <a:srgbClr val="002060"/>
                                  </a:solidFill>
                                  <a:latin typeface="Cambria Math"/>
                                  <a:cs typeface="Cambria Math"/>
                                </a:rPr>
                                <m:t>𝑥</m:t>
                              </m:r>
                            </m:den>
                          </m:f>
                        </m:e>
                      </m:d>
                    </m:oMath>
                  </m:oMathPara>
                </a14:m>
                <a:endParaRPr lang="en-US" sz="1900"/>
              </a:p>
            </p:txBody>
          </p:sp>
        </mc:Choice>
        <mc:Fallback xmlns="">
          <p:pic>
            <p:nvPicPr>
              <p:cNvPr id="104" name="Equation 104" descr="\frac{1}{x(M-x)}=\frac{1}{M}\left(\frac{1}{x}+\frac{1}{M-x}\right)"/>
              <p:cNvPicPr>
                <a:picLocks noChangeAspect="1"/>
              </p:cNvPicPr>
              <p:nvPr/>
            </p:nvPicPr>
            <p:blipFill>
              <a:blip r:embed="rId5"/>
              <a:stretch>
                <a:fillRect/>
              </a:stretch>
            </p:blipFill>
            <p:spPr>
              <a:xfrm>
                <a:off x="822960" y="3200400"/>
                <a:ext cx="3413912" cy="651510"/>
              </a:xfrm>
              <a:prstGeom prst="rect">
                <a:avLst/>
              </a:prstGeom>
            </p:spPr>
          </p:pic>
        </mc:Fallback>
      </mc:AlternateContent>
      <mc:AlternateContent xmlns:mc="http://schemas.openxmlformats.org/markup-compatibility/2006" xmlns:a14="http://schemas.microsoft.com/office/drawing/2010/main">
        <mc:Choice Requires="a14">
          <p:sp>
            <p:nvSpPr>
              <p:cNvPr id="105" name="Equation 105"/>
              <p:cNvSpPr txBox="1"/>
              <p:nvPr/>
            </p:nvSpPr>
            <p:spPr>
              <a:xfrm>
                <a:off x="768096" y="4014216"/>
                <a:ext cx="2712872" cy="761238"/>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f>
                        <m:fPr>
                          <m:ctrlPr>
                            <a:rPr lang="en-US" sz="1900" b="0" i="1">
                              <a:solidFill>
                                <a:srgbClr val="002060"/>
                              </a:solidFill>
                              <a:latin typeface="Cambria Math"/>
                              <a:cs typeface="Cambria Math"/>
                            </a:rPr>
                          </m:ctrlPr>
                        </m:fPr>
                        <m:num>
                          <m:r>
                            <a:rPr lang="en-US" sz="1900" b="0" i="1">
                              <a:solidFill>
                                <a:srgbClr val="002060"/>
                              </a:solidFill>
                              <a:latin typeface="Cambria Math"/>
                              <a:cs typeface="Cambria Math"/>
                            </a:rPr>
                            <m:t>1</m:t>
                          </m:r>
                        </m:num>
                        <m:den>
                          <m:r>
                            <a:rPr lang="en-US" sz="1900" b="0" i="1">
                              <a:solidFill>
                                <a:srgbClr val="002060"/>
                              </a:solidFill>
                              <a:latin typeface="Cambria Math"/>
                              <a:cs typeface="Cambria Math"/>
                            </a:rPr>
                            <m:t>𝑀</m:t>
                          </m:r>
                        </m:den>
                      </m:f>
                      <m:r>
                        <m:rPr>
                          <m:sty m:val="p"/>
                        </m:rPr>
                        <a:rPr lang="en-US" sz="1900" b="0" i="0">
                          <a:solidFill>
                            <a:srgbClr val="002060"/>
                          </a:solidFill>
                          <a:latin typeface="Cambria Math"/>
                          <a:cs typeface="Cambria Math"/>
                        </a:rPr>
                        <m:t>ln</m:t>
                      </m:r>
                      <m:d>
                        <m:dPr>
                          <m:begChr m:val="|"/>
                          <m:endChr m:val="|"/>
                          <m:ctrlPr>
                            <a:rPr lang="en-US" sz="1900" b="0" i="1">
                              <a:solidFill>
                                <a:srgbClr val="002060"/>
                              </a:solidFill>
                              <a:latin typeface="Cambria Math"/>
                              <a:cs typeface="Cambria Math"/>
                            </a:rPr>
                          </m:ctrlPr>
                        </m:dPr>
                        <m:e>
                          <m:f>
                            <m:fPr>
                              <m:ctrlPr>
                                <a:rPr lang="en-US" sz="1900" b="0" i="1">
                                  <a:solidFill>
                                    <a:srgbClr val="002060"/>
                                  </a:solidFill>
                                  <a:latin typeface="Cambria Math"/>
                                  <a:cs typeface="Cambria Math"/>
                                </a:rPr>
                              </m:ctrlPr>
                            </m:fPr>
                            <m:num>
                              <m:r>
                                <a:rPr lang="en-US" sz="1900" b="0" i="1">
                                  <a:solidFill>
                                    <a:srgbClr val="002060"/>
                                  </a:solidFill>
                                  <a:latin typeface="Cambria Math"/>
                                  <a:cs typeface="Cambria Math"/>
                                </a:rPr>
                                <m:t>𝑥</m:t>
                              </m:r>
                            </m:num>
                            <m:den>
                              <m:r>
                                <a:rPr lang="en-US" sz="1900" b="0" i="1">
                                  <a:solidFill>
                                    <a:srgbClr val="002060"/>
                                  </a:solidFill>
                                  <a:latin typeface="Cambria Math"/>
                                  <a:cs typeface="Cambria Math"/>
                                </a:rPr>
                                <m:t>𝑀</m:t>
                              </m:r>
                              <m:r>
                                <a:rPr lang="en-US" sz="1900" b="0" i="0">
                                  <a:solidFill>
                                    <a:srgbClr val="002060"/>
                                  </a:solidFill>
                                  <a:latin typeface="Cambria Math"/>
                                  <a:cs typeface="Cambria Math"/>
                                </a:rPr>
                                <m:t>−</m:t>
                              </m:r>
                              <m:r>
                                <a:rPr lang="en-US" sz="1900" b="0" i="1">
                                  <a:solidFill>
                                    <a:srgbClr val="002060"/>
                                  </a:solidFill>
                                  <a:latin typeface="Cambria Math"/>
                                  <a:cs typeface="Cambria Math"/>
                                </a:rPr>
                                <m:t>𝑥</m:t>
                              </m:r>
                            </m:den>
                          </m:f>
                        </m:e>
                      </m:d>
                      <m:r>
                        <a:rPr lang="en-US" sz="1900" b="0" i="0">
                          <a:solidFill>
                            <a:srgbClr val="002060"/>
                          </a:solidFill>
                          <a:latin typeface="Cambria Math"/>
                          <a:cs typeface="Cambria Math"/>
                        </a:rPr>
                        <m:t>=</m:t>
                      </m:r>
                      <m:r>
                        <a:rPr lang="en-US" sz="1900" b="0" i="1">
                          <a:solidFill>
                            <a:srgbClr val="002060"/>
                          </a:solidFill>
                          <a:latin typeface="Cambria Math"/>
                          <a:cs typeface="Cambria Math"/>
                        </a:rPr>
                        <m:t>𝑘𝑡</m:t>
                      </m:r>
                      <m:r>
                        <a:rPr lang="en-US" sz="1900" b="0" i="0">
                          <a:solidFill>
                            <a:srgbClr val="002060"/>
                          </a:solidFill>
                          <a:latin typeface="Cambria Math"/>
                          <a:cs typeface="Cambria Math"/>
                        </a:rPr>
                        <m:t>+</m:t>
                      </m:r>
                      <m:r>
                        <a:rPr lang="en-US" sz="1900" b="0" i="1">
                          <a:solidFill>
                            <a:srgbClr val="002060"/>
                          </a:solidFill>
                          <a:latin typeface="Cambria Math"/>
                          <a:cs typeface="Cambria Math"/>
                        </a:rPr>
                        <m:t>𝐶</m:t>
                      </m:r>
                    </m:oMath>
                  </m:oMathPara>
                </a14:m>
                <a:endParaRPr lang="en-US" sz="1900"/>
              </a:p>
            </p:txBody>
          </p:sp>
        </mc:Choice>
        <mc:Fallback xmlns="">
          <p:pic>
            <p:nvPicPr>
              <p:cNvPr id="105" name="Equation 105" descr="\frac{1}{M}\ln\left|\frac{x}{M-x}\right|=kt+C"/>
              <p:cNvPicPr>
                <a:picLocks noChangeAspect="1"/>
              </p:cNvPicPr>
              <p:nvPr/>
            </p:nvPicPr>
            <p:blipFill>
              <a:blip r:embed="rId6"/>
              <a:stretch>
                <a:fillRect/>
              </a:stretch>
            </p:blipFill>
            <p:spPr>
              <a:xfrm>
                <a:off x="822960" y="4069080"/>
                <a:ext cx="2603144" cy="651510"/>
              </a:xfrm>
              <a:prstGeom prst="rect">
                <a:avLst/>
              </a:prstGeom>
            </p:spPr>
          </p:pic>
        </mc:Fallback>
      </mc:AlternateContent>
      <mc:AlternateContent xmlns:mc="http://schemas.openxmlformats.org/markup-compatibility/2006" xmlns:a14="http://schemas.microsoft.com/office/drawing/2010/main">
        <mc:Choice Requires="a14">
          <p:sp>
            <p:nvSpPr>
              <p:cNvPr id="106" name="Equation 106"/>
              <p:cNvSpPr txBox="1"/>
              <p:nvPr/>
            </p:nvSpPr>
            <p:spPr>
              <a:xfrm>
                <a:off x="768096" y="4791456"/>
                <a:ext cx="3677107" cy="833933"/>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r>
                        <a:rPr lang="en-US" sz="2200" b="0" i="1">
                          <a:solidFill>
                            <a:srgbClr val="BF6019"/>
                          </a:solidFill>
                          <a:latin typeface="Cambria Math"/>
                          <a:cs typeface="Cambria Math"/>
                        </a:rPr>
                        <m:t>𝑥</m:t>
                      </m:r>
                      <m:d>
                        <m:dPr>
                          <m:ctrlPr>
                            <a:rPr lang="en-US" sz="2200" b="0" i="1">
                              <a:solidFill>
                                <a:srgbClr val="BF6019"/>
                              </a:solidFill>
                              <a:latin typeface="Cambria Math"/>
                              <a:cs typeface="Cambria Math"/>
                            </a:rPr>
                          </m:ctrlPr>
                        </m:dPr>
                        <m:e>
                          <m:r>
                            <a:rPr lang="en-US" sz="2200" b="0" i="1">
                              <a:solidFill>
                                <a:srgbClr val="BF6019"/>
                              </a:solidFill>
                              <a:latin typeface="Cambria Math"/>
                              <a:cs typeface="Cambria Math"/>
                            </a:rPr>
                            <m:t>𝑡</m:t>
                          </m:r>
                        </m:e>
                      </m:d>
                      <m:r>
                        <a:rPr lang="en-US" sz="2200" b="0" i="0">
                          <a:solidFill>
                            <a:srgbClr val="BF6019"/>
                          </a:solidFill>
                          <a:latin typeface="Cambria Math"/>
                          <a:cs typeface="Cambria Math"/>
                        </a:rPr>
                        <m:t>=</m:t>
                      </m:r>
                      <m:f>
                        <m:fPr>
                          <m:ctrlPr>
                            <a:rPr lang="en-US" sz="2200" b="0" i="1">
                              <a:solidFill>
                                <a:srgbClr val="BF6019"/>
                              </a:solidFill>
                              <a:latin typeface="Cambria Math"/>
                              <a:cs typeface="Cambria Math"/>
                            </a:rPr>
                          </m:ctrlPr>
                        </m:fPr>
                        <m:num>
                          <m:r>
                            <a:rPr lang="en-US" sz="2200" b="0" i="1">
                              <a:solidFill>
                                <a:srgbClr val="BF6019"/>
                              </a:solidFill>
                              <a:latin typeface="Cambria Math"/>
                              <a:cs typeface="Cambria Math"/>
                            </a:rPr>
                            <m:t>𝑀</m:t>
                          </m:r>
                          <m:r>
                            <a:rPr lang="en-US" sz="2200" b="0" i="1">
                              <a:solidFill>
                                <a:srgbClr val="BF6019"/>
                              </a:solidFill>
                              <a:latin typeface="Cambria Math"/>
                              <a:cs typeface="Cambria Math"/>
                            </a:rPr>
                            <m:t> </m:t>
                          </m:r>
                          <m:sSub>
                            <m:sSubPr>
                              <m:ctrlPr>
                                <a:rPr lang="en-US" sz="2200" b="0" i="1">
                                  <a:solidFill>
                                    <a:srgbClr val="BF6019"/>
                                  </a:solidFill>
                                  <a:latin typeface="Cambria Math"/>
                                  <a:cs typeface="Cambria Math"/>
                                </a:rPr>
                              </m:ctrlPr>
                            </m:sSubPr>
                            <m:e>
                              <m:r>
                                <a:rPr lang="en-US" sz="2200" b="0" i="1">
                                  <a:solidFill>
                                    <a:srgbClr val="BF6019"/>
                                  </a:solidFill>
                                  <a:latin typeface="Cambria Math"/>
                                  <a:cs typeface="Cambria Math"/>
                                </a:rPr>
                                <m:t>𝑥</m:t>
                              </m:r>
                            </m:e>
                            <m:sub>
                              <m:r>
                                <a:rPr lang="en-US" sz="2200" b="0" i="1">
                                  <a:solidFill>
                                    <a:srgbClr val="BF6019"/>
                                  </a:solidFill>
                                  <a:latin typeface="Cambria Math"/>
                                  <a:cs typeface="Cambria Math"/>
                                </a:rPr>
                                <m:t>0</m:t>
                              </m:r>
                            </m:sub>
                          </m:sSub>
                        </m:num>
                        <m:den>
                          <m:sSub>
                            <m:sSubPr>
                              <m:ctrlPr>
                                <a:rPr lang="en-US" sz="2200" b="0" i="1">
                                  <a:solidFill>
                                    <a:srgbClr val="BF6019"/>
                                  </a:solidFill>
                                  <a:latin typeface="Cambria Math"/>
                                  <a:cs typeface="Cambria Math"/>
                                </a:rPr>
                              </m:ctrlPr>
                            </m:sSubPr>
                            <m:e>
                              <m:r>
                                <a:rPr lang="en-US" sz="2200" b="0" i="1">
                                  <a:solidFill>
                                    <a:srgbClr val="BF6019"/>
                                  </a:solidFill>
                                  <a:latin typeface="Cambria Math"/>
                                  <a:cs typeface="Cambria Math"/>
                                </a:rPr>
                                <m:t>𝑥</m:t>
                              </m:r>
                            </m:e>
                            <m:sub>
                              <m:r>
                                <a:rPr lang="en-US" sz="2200" b="0" i="1">
                                  <a:solidFill>
                                    <a:srgbClr val="BF6019"/>
                                  </a:solidFill>
                                  <a:latin typeface="Cambria Math"/>
                                  <a:cs typeface="Cambria Math"/>
                                </a:rPr>
                                <m:t>0</m:t>
                              </m:r>
                            </m:sub>
                          </m:sSub>
                          <m:r>
                            <a:rPr lang="en-US" sz="2200" b="0" i="0">
                              <a:solidFill>
                                <a:srgbClr val="BF6019"/>
                              </a:solidFill>
                              <a:latin typeface="Cambria Math"/>
                              <a:cs typeface="Cambria Math"/>
                            </a:rPr>
                            <m:t>+</m:t>
                          </m:r>
                          <m:d>
                            <m:dPr>
                              <m:ctrlPr>
                                <a:rPr lang="en-US" sz="2200" b="0" i="1">
                                  <a:solidFill>
                                    <a:srgbClr val="BF6019"/>
                                  </a:solidFill>
                                  <a:latin typeface="Cambria Math"/>
                                  <a:cs typeface="Cambria Math"/>
                                </a:rPr>
                              </m:ctrlPr>
                            </m:dPr>
                            <m:e>
                              <m:r>
                                <a:rPr lang="en-US" sz="2200" b="0" i="1">
                                  <a:solidFill>
                                    <a:srgbClr val="BF6019"/>
                                  </a:solidFill>
                                  <a:latin typeface="Cambria Math"/>
                                  <a:cs typeface="Cambria Math"/>
                                </a:rPr>
                                <m:t>𝑀</m:t>
                              </m:r>
                              <m:r>
                                <a:rPr lang="en-US" sz="2200" b="0" i="0">
                                  <a:solidFill>
                                    <a:srgbClr val="BF6019"/>
                                  </a:solidFill>
                                  <a:latin typeface="Cambria Math"/>
                                  <a:cs typeface="Cambria Math"/>
                                </a:rPr>
                                <m:t>−</m:t>
                              </m:r>
                              <m:sSub>
                                <m:sSubPr>
                                  <m:ctrlPr>
                                    <a:rPr lang="en-US" sz="2200" b="0" i="1">
                                      <a:solidFill>
                                        <a:srgbClr val="BF6019"/>
                                      </a:solidFill>
                                      <a:latin typeface="Cambria Math"/>
                                      <a:cs typeface="Cambria Math"/>
                                    </a:rPr>
                                  </m:ctrlPr>
                                </m:sSubPr>
                                <m:e>
                                  <m:r>
                                    <a:rPr lang="en-US" sz="2200" b="0" i="1">
                                      <a:solidFill>
                                        <a:srgbClr val="BF6019"/>
                                      </a:solidFill>
                                      <a:latin typeface="Cambria Math"/>
                                      <a:cs typeface="Cambria Math"/>
                                    </a:rPr>
                                    <m:t>𝑥</m:t>
                                  </m:r>
                                </m:e>
                                <m:sub>
                                  <m:r>
                                    <a:rPr lang="en-US" sz="2200" b="0" i="1">
                                      <a:solidFill>
                                        <a:srgbClr val="BF6019"/>
                                      </a:solidFill>
                                      <a:latin typeface="Cambria Math"/>
                                      <a:cs typeface="Cambria Math"/>
                                    </a:rPr>
                                    <m:t>0</m:t>
                                  </m:r>
                                </m:sub>
                              </m:sSub>
                            </m:e>
                          </m:d>
                          <m:r>
                            <a:rPr lang="en-US" sz="2200" b="0" i="1">
                              <a:solidFill>
                                <a:srgbClr val="BF6019"/>
                              </a:solidFill>
                              <a:latin typeface="Cambria Math"/>
                              <a:cs typeface="Cambria Math"/>
                            </a:rPr>
                            <m:t> </m:t>
                          </m:r>
                          <m:sSup>
                            <m:sSupPr>
                              <m:ctrlPr>
                                <a:rPr lang="en-US" sz="2200" b="0" i="1">
                                  <a:solidFill>
                                    <a:srgbClr val="BF6019"/>
                                  </a:solidFill>
                                  <a:latin typeface="Cambria Math"/>
                                  <a:cs typeface="Cambria Math"/>
                                </a:rPr>
                              </m:ctrlPr>
                            </m:sSupPr>
                            <m:e>
                              <m:r>
                                <a:rPr lang="en-US" sz="2200" b="0" i="1">
                                  <a:solidFill>
                                    <a:srgbClr val="BF6019"/>
                                  </a:solidFill>
                                  <a:latin typeface="Cambria Math"/>
                                  <a:cs typeface="Cambria Math"/>
                                </a:rPr>
                                <m:t>𝑒</m:t>
                              </m:r>
                            </m:e>
                            <m:sup>
                              <m:r>
                                <a:rPr lang="en-US" sz="2200" b="0" i="0">
                                  <a:solidFill>
                                    <a:srgbClr val="BF6019"/>
                                  </a:solidFill>
                                  <a:latin typeface="Cambria Math"/>
                                  <a:cs typeface="Cambria Math"/>
                                </a:rPr>
                                <m:t>−</m:t>
                              </m:r>
                              <m:r>
                                <a:rPr lang="en-US" sz="2200" b="0" i="1">
                                  <a:solidFill>
                                    <a:srgbClr val="BF6019"/>
                                  </a:solidFill>
                                  <a:latin typeface="Cambria Math"/>
                                  <a:cs typeface="Cambria Math"/>
                                </a:rPr>
                                <m:t>𝑘𝑀𝑡</m:t>
                              </m:r>
                            </m:sup>
                          </m:sSup>
                        </m:den>
                      </m:f>
                    </m:oMath>
                  </m:oMathPara>
                </a14:m>
                <a:endParaRPr lang="en-US" sz="2200"/>
              </a:p>
            </p:txBody>
          </p:sp>
        </mc:Choice>
        <mc:Fallback xmlns="">
          <p:pic>
            <p:nvPicPr>
              <p:cNvPr id="106" name="Equation 106" descr="x(t)=\frac{M\,x_0}{x_0+(M-x_0)\,e^{-kMt}}"/>
              <p:cNvPicPr>
                <a:picLocks noChangeAspect="1"/>
              </p:cNvPicPr>
              <p:nvPr/>
            </p:nvPicPr>
            <p:blipFill>
              <a:blip r:embed="rId7"/>
              <a:stretch>
                <a:fillRect/>
              </a:stretch>
            </p:blipFill>
            <p:spPr>
              <a:xfrm>
                <a:off x="822960" y="4846320"/>
                <a:ext cx="3567379" cy="724205"/>
              </a:xfrm>
              <a:prstGeom prst="rect">
                <a:avLst/>
              </a:prstGeom>
            </p:spPr>
          </p:pic>
        </mc:Fallback>
      </mc:AlternateContent>
      <p:sp>
        <p:nvSpPr>
          <p:cNvPr id="107" name="Text"/>
          <p:cNvSpPr txBox="1"/>
          <p:nvPr/>
        </p:nvSpPr>
        <p:spPr>
          <a:xfrm>
            <a:off x="7452360" y="1280160"/>
            <a:ext cx="4251960" cy="4846320"/>
          </a:xfrm>
          <a:prstGeom prst="roundRect">
            <a:avLst>
              <a:gd name="adj" fmla="val 8000"/>
            </a:avLst>
          </a:prstGeom>
          <a:solidFill>
            <a:srgbClr val="EAF0F8"/>
          </a:solidFill>
          <a:ln>
            <a:noFill/>
          </a:ln>
        </p:spPr>
        <p:txBody>
          <a:bodyPr wrap="square" lIns="164592" tIns="164592" rIns="164592" bIns="164592" rtlCol="0" anchor="t">
            <a:normAutofit/>
          </a:bodyPr>
          <a:lstStyle/>
          <a:p>
            <a:pPr algn="l">
              <a:spcAft>
                <a:spcPts val="800"/>
              </a:spcAft>
              <a:buNone/>
            </a:pPr>
            <a:r>
              <a:rPr lang="en-US" sz="1800" b="1" i="0" dirty="0">
                <a:solidFill>
                  <a:srgbClr val="BF6019"/>
                </a:solidFill>
                <a:latin typeface="LM Roman 10"/>
                <a:cs typeface="LM Roman 10"/>
              </a:rPr>
              <a:t>Check the answer</a:t>
            </a:r>
            <a:endParaRPr lang="en-US" sz="1800"/>
          </a:p>
          <a:p>
            <a:pPr marL="274320" indent="-274320" algn="l">
              <a:spcAft>
                <a:spcPts val="600"/>
              </a:spcAft>
              <a:buClr>
                <a:srgbClr val="BF6019"/>
              </a:buClr>
              <a:buSzPct val="100000"/>
              <a:buFont typeface="Arial"/>
              <a:buChar char="•"/>
            </a:pPr>
            <a:r>
              <a:rPr lang="en-US" sz="1600" b="1" i="0" dirty="0">
                <a:solidFill>
                  <a:srgbClr val="002060"/>
                </a:solidFill>
                <a:latin typeface="LM Roman 10"/>
                <a:cs typeface="LM Roman 10"/>
              </a:rPr>
              <a:t>t = 0: </a:t>
            </a:r>
            <a:r>
              <a:rPr lang="en-US" sz="1600" b="0" i="0" dirty="0">
                <a:solidFill>
                  <a:srgbClr val="002060"/>
                </a:solidFill>
                <a:latin typeface="LM Roman 10"/>
                <a:cs typeface="LM Roman 10"/>
              </a:rPr>
              <a:t>x(0) = x</a:t>
            </a:r>
            <a:r>
              <a:rPr lang="en-US" sz="1600" b="0" i="0" baseline="-25000" dirty="0">
                <a:solidFill>
                  <a:srgbClr val="002060"/>
                </a:solidFill>
                <a:latin typeface="LM Roman 10"/>
                <a:cs typeface="LM Roman 10"/>
              </a:rPr>
              <a:t>0</a:t>
            </a:r>
            <a:r>
              <a:rPr lang="en-US" sz="1600" b="0" i="0" dirty="0">
                <a:solidFill>
                  <a:srgbClr val="002060"/>
                </a:solidFill>
                <a:latin typeface="LM Roman 10"/>
                <a:cs typeface="LM Roman 10"/>
              </a:rPr>
              <a:t>.</a:t>
            </a:r>
            <a:endParaRPr lang="en-US" sz="1600"/>
          </a:p>
          <a:p>
            <a:pPr marL="274320" indent="-274320" algn="l">
              <a:spcAft>
                <a:spcPts val="600"/>
              </a:spcAft>
              <a:buClr>
                <a:srgbClr val="BF6019"/>
              </a:buClr>
              <a:buSzPct val="100000"/>
              <a:buFont typeface="Arial"/>
              <a:buChar char="•"/>
            </a:pPr>
            <a:r>
              <a:rPr lang="en-US" sz="1600" b="1" i="0" dirty="0">
                <a:solidFill>
                  <a:srgbClr val="002060"/>
                </a:solidFill>
                <a:latin typeface="LM Roman 10"/>
                <a:cs typeface="LM Roman 10"/>
              </a:rPr>
              <a:t>x</a:t>
            </a:r>
            <a:r>
              <a:rPr lang="en-US" sz="1600" b="1" i="0" baseline="-25000" dirty="0">
                <a:solidFill>
                  <a:srgbClr val="002060"/>
                </a:solidFill>
                <a:latin typeface="LM Roman 10"/>
                <a:cs typeface="LM Roman 10"/>
              </a:rPr>
              <a:t>0</a:t>
            </a:r>
            <a:r>
              <a:rPr lang="en-US" sz="1600" b="1" i="0" dirty="0">
                <a:solidFill>
                  <a:srgbClr val="002060"/>
                </a:solidFill>
                <a:latin typeface="LM Roman 10"/>
                <a:cs typeface="LM Roman 10"/>
              </a:rPr>
              <a:t> = M: </a:t>
            </a:r>
            <a:r>
              <a:rPr lang="en-US" sz="1600" b="0" i="0" dirty="0">
                <a:solidFill>
                  <a:srgbClr val="002060"/>
                </a:solidFill>
                <a:latin typeface="LM Roman 10"/>
                <a:cs typeface="LM Roman 10"/>
              </a:rPr>
              <a:t>x ≡ M, an equilibrium.</a:t>
            </a:r>
            <a:endParaRPr lang="en-US" sz="1600"/>
          </a:p>
          <a:p>
            <a:pPr marL="274320" indent="-274320" algn="l">
              <a:spcAft>
                <a:spcPts val="600"/>
              </a:spcAft>
              <a:buClr>
                <a:srgbClr val="BF6019"/>
              </a:buClr>
              <a:buSzPct val="100000"/>
              <a:buFont typeface="Arial"/>
              <a:buChar char="•"/>
            </a:pPr>
            <a:r>
              <a:rPr lang="en-US" sz="1600" b="1" i="0" dirty="0">
                <a:solidFill>
                  <a:srgbClr val="002060"/>
                </a:solidFill>
                <a:latin typeface="LM Roman 10"/>
                <a:cs typeface="LM Roman 10"/>
              </a:rPr>
              <a:t>t → ∞: </a:t>
            </a:r>
            <a:r>
              <a:rPr lang="en-US" sz="1600" b="0" i="0" dirty="0">
                <a:solidFill>
                  <a:srgbClr val="002060"/>
                </a:solidFill>
                <a:latin typeface="LM Roman 10"/>
                <a:cs typeface="LM Roman 10"/>
              </a:rPr>
              <a:t>x → M for every x</a:t>
            </a:r>
            <a:r>
              <a:rPr lang="en-US" sz="1600" b="0" i="0" baseline="-25000" dirty="0">
                <a:solidFill>
                  <a:srgbClr val="002060"/>
                </a:solidFill>
                <a:latin typeface="LM Roman 10"/>
                <a:cs typeface="LM Roman 10"/>
              </a:rPr>
              <a:t>0</a:t>
            </a:r>
            <a:r>
              <a:rPr lang="en-US" sz="1600" b="0" i="0" dirty="0">
                <a:solidFill>
                  <a:srgbClr val="002060"/>
                </a:solidFill>
                <a:latin typeface="LM Roman 10"/>
                <a:cs typeface="LM Roman 10"/>
              </a:rPr>
              <a:t> &gt; 0.</a:t>
            </a:r>
            <a:endParaRPr lang="en-US" sz="1600"/>
          </a:p>
          <a:p>
            <a:pPr marL="274320" indent="-274320" algn="l">
              <a:spcAft>
                <a:spcPts val="600"/>
              </a:spcAft>
              <a:buClr>
                <a:srgbClr val="BF6019"/>
              </a:buClr>
              <a:buSzPct val="100000"/>
              <a:buFont typeface="Arial"/>
              <a:buChar char="•"/>
            </a:pPr>
            <a:r>
              <a:rPr lang="en-US" sz="1600" b="1" i="0" dirty="0">
                <a:solidFill>
                  <a:srgbClr val="002060"/>
                </a:solidFill>
                <a:latin typeface="LM Roman 10"/>
                <a:cs typeface="LM Roman 10"/>
              </a:rPr>
              <a:t>x small: </a:t>
            </a:r>
            <a:r>
              <a:rPr lang="en-US" sz="1600" b="0" i="0" dirty="0">
                <a:solidFill>
                  <a:srgbClr val="002060"/>
                </a:solidFill>
                <a:latin typeface="LM Roman 10"/>
                <a:cs typeface="LM Roman 10"/>
              </a:rPr>
              <a:t>x′ ≈ kMx, exponential growth.</a:t>
            </a:r>
            <a:endParaRPr lang="en-US" sz="1600"/>
          </a:p>
          <a:p>
            <a:pPr marL="274320" indent="-274320" algn="l">
              <a:spcAft>
                <a:spcPts val="600"/>
              </a:spcAft>
              <a:buClr>
                <a:srgbClr val="BF6019"/>
              </a:buClr>
              <a:buSzPct val="100000"/>
              <a:buFont typeface="Arial"/>
              <a:buChar char="•"/>
            </a:pPr>
            <a:r>
              <a:rPr lang="en-US" sz="1600" b="1" i="0" dirty="0">
                <a:solidFill>
                  <a:srgbClr val="002060"/>
                </a:solidFill>
                <a:latin typeface="LM Roman 10"/>
                <a:cs typeface="LM Roman 10"/>
              </a:rPr>
              <a:t>x</a:t>
            </a:r>
            <a:r>
              <a:rPr lang="en-US" sz="1600" b="1" i="0" baseline="-25000" dirty="0">
                <a:solidFill>
                  <a:srgbClr val="002060"/>
                </a:solidFill>
                <a:latin typeface="LM Roman 10"/>
                <a:cs typeface="LM Roman 10"/>
              </a:rPr>
              <a:t>0</a:t>
            </a:r>
            <a:r>
              <a:rPr lang="en-US" sz="1600" b="1" i="0" dirty="0">
                <a:solidFill>
                  <a:srgbClr val="002060"/>
                </a:solidFill>
                <a:latin typeface="LM Roman 10"/>
                <a:cs typeface="LM Roman 10"/>
              </a:rPr>
              <a:t> &lt; 0: </a:t>
            </a:r>
            <a:r>
              <a:rPr lang="en-US" sz="1600" b="0" i="0" dirty="0">
                <a:solidFill>
                  <a:srgbClr val="002060"/>
                </a:solidFill>
                <a:latin typeface="LM Roman 10"/>
                <a:cs typeface="LM Roman 10"/>
              </a:rPr>
              <a:t>the denominator vanishes at t* = ln((M − x</a:t>
            </a:r>
            <a:r>
              <a:rPr lang="en-US" sz="1600" b="0" i="0" baseline="-25000" dirty="0">
                <a:solidFill>
                  <a:srgbClr val="002060"/>
                </a:solidFill>
                <a:latin typeface="LM Roman 10"/>
                <a:cs typeface="LM Roman 10"/>
              </a:rPr>
              <a:t>0</a:t>
            </a:r>
            <a:r>
              <a:rPr lang="en-US" sz="1600" b="0" i="0" dirty="0">
                <a:solidFill>
                  <a:srgbClr val="002060"/>
                </a:solidFill>
                <a:latin typeface="LM Roman 10"/>
                <a:cs typeface="LM Roman 10"/>
              </a:rPr>
              <a:t>)/(−x</a:t>
            </a:r>
            <a:r>
              <a:rPr lang="en-US" sz="1600" b="0" i="0" baseline="-25000" dirty="0">
                <a:solidFill>
                  <a:srgbClr val="002060"/>
                </a:solidFill>
                <a:latin typeface="LM Roman 10"/>
                <a:cs typeface="LM Roman 10"/>
              </a:rPr>
              <a:t>0</a:t>
            </a:r>
            <a:r>
              <a:rPr lang="en-US" sz="1600" b="0" i="0" dirty="0">
                <a:solidFill>
                  <a:srgbClr val="002060"/>
                </a:solidFill>
                <a:latin typeface="LM Roman 10"/>
                <a:cs typeface="LM Roman 10"/>
              </a:rPr>
              <a:t>))/(kM): the solution exists only on [0, t*) — intervals again.</a:t>
            </a:r>
            <a:endParaRPr lang="en-US" sz="1600"/>
          </a:p>
          <a:p>
            <a:pPr algn="l">
              <a:spcAft>
                <a:spcPts val="600"/>
              </a:spcAft>
              <a:buNone/>
            </a:pPr>
            <a:r>
              <a:rPr lang="en-US" sz="1300" b="0" i="1" dirty="0">
                <a:solidFill>
                  <a:srgbClr val="5D6675"/>
                </a:solidFill>
                <a:latin typeface="LM Roman 10"/>
                <a:cs typeface="LM Roman 10"/>
              </a:rPr>
              <a:t>Lebl §1.6; Adkins–Davidson §1.4</a:t>
            </a:r>
            <a:endParaRPr lang="en-US" sz="1300"/>
          </a:p>
        </p:txBody>
      </p:sp>
    </p:spTree>
    <p:extLst>
      <p:ext uri="{BB962C8B-B14F-4D97-AF65-F5344CB8AC3E}">
        <p14:creationId xmlns:p14="http://schemas.microsoft.com/office/powerpoint/2010/main" val="2916294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B7FC9-7303-2DDF-22D9-A375F9FCBA42}"/>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2C760A3E-FF45-F647-68B2-6F941F0FE03D}"/>
              </a:ext>
            </a:extLst>
          </p:cNvPr>
          <p:cNvSpPr/>
          <p:nvPr/>
        </p:nvSpPr>
        <p:spPr>
          <a:xfrm>
            <a:off x="0" y="6309106"/>
            <a:ext cx="12192000" cy="549124"/>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piè di pagina 1">
            <a:extLst>
              <a:ext uri="{FF2B5EF4-FFF2-40B4-BE49-F238E27FC236}">
                <a16:creationId xmlns:a16="http://schemas.microsoft.com/office/drawing/2014/main" id="{D93F69B5-A372-36E1-C0D1-892D9A6B88D5}"/>
              </a:ext>
            </a:extLst>
          </p:cNvPr>
          <p:cNvSpPr>
            <a:spLocks noGrp="1"/>
          </p:cNvSpPr>
          <p:nvPr>
            <p:ph type="ftr" sz="quarter" idx="11"/>
          </p:nvPr>
        </p:nvSpPr>
        <p:spPr>
          <a:xfrm>
            <a:off x="4038600" y="6448272"/>
            <a:ext cx="4114800" cy="365125"/>
          </a:xfrm>
        </p:spPr>
        <p:txBody>
          <a:bodyPr/>
          <a:lstStyle/>
          <a:p>
            <a:r>
              <a:rPr lang="en-US" sz="1600" dirty="0">
                <a:solidFill>
                  <a:srgbClr val="002060"/>
                </a:solidFill>
              </a:rPr>
              <a:t>MATH 331: Differential Equations</a:t>
            </a:r>
          </a:p>
        </p:txBody>
      </p:sp>
      <p:sp>
        <p:nvSpPr>
          <p:cNvPr id="6" name="CasellaDiTesto 5">
            <a:extLst>
              <a:ext uri="{FF2B5EF4-FFF2-40B4-BE49-F238E27FC236}">
                <a16:creationId xmlns:a16="http://schemas.microsoft.com/office/drawing/2014/main" id="{8495B6C3-1F7A-7299-D7B8-F42087CCE23B}"/>
              </a:ext>
            </a:extLst>
          </p:cNvPr>
          <p:cNvSpPr txBox="1"/>
          <p:nvPr/>
        </p:nvSpPr>
        <p:spPr>
          <a:xfrm>
            <a:off x="981880" y="330553"/>
            <a:ext cx="10424160" cy="707886"/>
          </a:xfrm>
          <a:prstGeom prst="rect">
            <a:avLst/>
          </a:prstGeom>
          <a:noFill/>
        </p:spPr>
        <p:txBody>
          <a:bodyPr wrap="square" rtlCol="0" anchor="ctr" anchorCtr="0">
            <a:spAutoFit/>
          </a:bodyPr>
          <a:lstStyle/>
          <a:p>
            <a:r>
              <a:rPr lang="en-US" sz="4000" b="1" dirty="0">
                <a:solidFill>
                  <a:srgbClr val="002060"/>
                </a:solidFill>
                <a:latin typeface="LM Roman 10" panose="00000500000000000000" pitchFamily="2" charset="0"/>
              </a:rPr>
              <a:t>Equilibria and stability</a:t>
            </a:r>
            <a:endParaRPr lang="it-IT" sz="4000" b="1" dirty="0">
              <a:solidFill>
                <a:srgbClr val="002060"/>
              </a:solidFill>
              <a:latin typeface="LM Roman 10" panose="00000500000000000000" pitchFamily="2" charset="0"/>
            </a:endParaRPr>
          </a:p>
        </p:txBody>
      </p:sp>
      <p:sp>
        <p:nvSpPr>
          <p:cNvPr id="13" name="Segnaposto numero diapositiva 14">
            <a:extLst>
              <a:ext uri="{FF2B5EF4-FFF2-40B4-BE49-F238E27FC236}">
                <a16:creationId xmlns:a16="http://schemas.microsoft.com/office/drawing/2014/main" id="{309AE5C9-EEDD-A311-4493-9CAABB78FFA5}"/>
              </a:ext>
            </a:extLst>
          </p:cNvPr>
          <p:cNvSpPr txBox="1">
            <a:spLocks/>
          </p:cNvSpPr>
          <p:nvPr/>
        </p:nvSpPr>
        <p:spPr>
          <a:xfrm>
            <a:off x="9072638" y="6401105"/>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06BB8CB-C112-4AF1-992B-2BAB7191A575}" type="slidenum">
              <a:rPr lang="it-IT" sz="1600" b="1" smtClean="0">
                <a:solidFill>
                  <a:srgbClr val="002060"/>
                </a:solidFill>
              </a:rPr>
              <a:pPr/>
              <a:t>14</a:t>
            </a:fld>
            <a:endParaRPr lang="it-IT" sz="1600" b="1" dirty="0">
              <a:solidFill>
                <a:srgbClr val="002060"/>
              </a:solidFill>
            </a:endParaRPr>
          </a:p>
        </p:txBody>
      </p:sp>
      <p:grpSp>
        <p:nvGrpSpPr>
          <p:cNvPr id="32" name="Gruppo 31">
            <a:extLst>
              <a:ext uri="{FF2B5EF4-FFF2-40B4-BE49-F238E27FC236}">
                <a16:creationId xmlns:a16="http://schemas.microsoft.com/office/drawing/2014/main" id="{2E62AB85-3A93-A286-6E45-A75C8BBC09DC}"/>
              </a:ext>
            </a:extLst>
          </p:cNvPr>
          <p:cNvGrpSpPr/>
          <p:nvPr/>
        </p:nvGrpSpPr>
        <p:grpSpPr>
          <a:xfrm>
            <a:off x="14040" y="6251906"/>
            <a:ext cx="1906650" cy="626303"/>
            <a:chOff x="5403712" y="2704688"/>
            <a:chExt cx="2490081" cy="817950"/>
          </a:xfrm>
        </p:grpSpPr>
        <p:pic>
          <p:nvPicPr>
            <p:cNvPr id="33" name="Picture 2">
              <a:extLst>
                <a:ext uri="{FF2B5EF4-FFF2-40B4-BE49-F238E27FC236}">
                  <a16:creationId xmlns:a16="http://schemas.microsoft.com/office/drawing/2014/main" id="{567C9C09-B8D1-EC23-4AAB-A073BA2576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1602"/>
            <a:stretch/>
          </p:blipFill>
          <p:spPr bwMode="auto">
            <a:xfrm>
              <a:off x="5403712" y="2704688"/>
              <a:ext cx="1384576" cy="80856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a:extLst>
                <a:ext uri="{FF2B5EF4-FFF2-40B4-BE49-F238E27FC236}">
                  <a16:creationId xmlns:a16="http://schemas.microsoft.com/office/drawing/2014/main" id="{93869D14-1BA4-3490-7962-5A65832FA6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565"/>
            <a:stretch/>
          </p:blipFill>
          <p:spPr bwMode="auto">
            <a:xfrm>
              <a:off x="6509217" y="2907406"/>
              <a:ext cx="1384576" cy="615232"/>
            </a:xfrm>
            <a:prstGeom prst="rect">
              <a:avLst/>
            </a:prstGeom>
            <a:noFill/>
            <a:extLst>
              <a:ext uri="{909E8E84-426E-40DD-AFC4-6F175D3DCCD1}">
                <a14:hiddenFill xmlns:a14="http://schemas.microsoft.com/office/drawing/2010/main">
                  <a:solidFill>
                    <a:srgbClr val="FFFFFF"/>
                  </a:solidFill>
                </a14:hiddenFill>
              </a:ext>
            </a:extLst>
          </p:spPr>
        </p:pic>
      </p:grpSp>
      <p:sp>
        <p:nvSpPr>
          <p:cNvPr id="101" name="Text"/>
          <p:cNvSpPr txBox="1"/>
          <p:nvPr/>
        </p:nvSpPr>
        <p:spPr>
          <a:xfrm>
            <a:off x="548640" y="1234440"/>
            <a:ext cx="5852160" cy="548640"/>
          </a:xfrm>
          <a:prstGeom prst="rect">
            <a:avLst/>
          </a:prstGeom>
          <a:noFill/>
          <a:ln>
            <a:noFill/>
          </a:ln>
        </p:spPr>
        <p:txBody>
          <a:bodyPr wrap="square" lIns="73152" tIns="73152" rIns="73152" bIns="73152" rtlCol="0" anchor="t">
            <a:normAutofit/>
          </a:bodyPr>
          <a:lstStyle/>
          <a:p>
            <a:pPr algn="l">
              <a:spcAft>
                <a:spcPts val="600"/>
              </a:spcAft>
              <a:buNone/>
            </a:pPr>
            <a:r>
              <a:rPr lang="en-US" sz="1800" b="0" i="0" dirty="0">
                <a:solidFill>
                  <a:srgbClr val="002060"/>
                </a:solidFill>
                <a:latin typeface="LM Roman 10"/>
                <a:cs typeface="LM Roman 10"/>
              </a:rPr>
              <a:t>We can understand x′ = f(x) without solving it (Lebl §1.6).</a:t>
            </a:r>
            <a:endParaRPr lang="en-US" sz="1800"/>
          </a:p>
        </p:txBody>
      </p:sp>
      <p:sp>
        <p:nvSpPr>
          <p:cNvPr id="102" name="Text"/>
          <p:cNvSpPr txBox="1"/>
          <p:nvPr/>
        </p:nvSpPr>
        <p:spPr>
          <a:xfrm>
            <a:off x="548640" y="1783080"/>
            <a:ext cx="5852160" cy="1188720"/>
          </a:xfrm>
          <a:prstGeom prst="rect">
            <a:avLst/>
          </a:prstGeom>
          <a:noFill/>
          <a:ln>
            <a:noFill/>
          </a:ln>
        </p:spPr>
        <p:txBody>
          <a:bodyPr wrap="square" lIns="73152" tIns="73152" rIns="73152" bIns="73152" rtlCol="0" anchor="t">
            <a:normAutofit/>
          </a:bodyPr>
          <a:lstStyle/>
          <a:p>
            <a:pPr marL="274320" indent="-274320" algn="l">
              <a:spcAft>
                <a:spcPts val="600"/>
              </a:spcAft>
              <a:buClr>
                <a:srgbClr val="BF6019"/>
              </a:buClr>
              <a:buSzPct val="100000"/>
              <a:buFont typeface="Arial"/>
              <a:buChar char="•"/>
            </a:pPr>
            <a:r>
              <a:rPr lang="en-US" sz="1800" b="1" i="0" dirty="0">
                <a:solidFill>
                  <a:srgbClr val="002060"/>
                </a:solidFill>
                <a:latin typeface="LM Roman 10"/>
                <a:cs typeface="LM Roman 10"/>
              </a:rPr>
              <a:t>Equilibria: </a:t>
            </a:r>
            <a:r>
              <a:rPr lang="en-US" sz="1800" b="0" i="0" dirty="0">
                <a:solidFill>
                  <a:srgbClr val="002060"/>
                </a:solidFill>
                <a:latin typeface="LM Roman 10"/>
                <a:cs typeface="LM Roman 10"/>
              </a:rPr>
              <a:t>f(x*) = 0  →  x* = 0 and x* = M.</a:t>
            </a:r>
            <a:endParaRPr lang="en-US" sz="1800"/>
          </a:p>
          <a:p>
            <a:pPr marL="274320" indent="-274320" algn="l">
              <a:spcAft>
                <a:spcPts val="600"/>
              </a:spcAft>
              <a:buClr>
                <a:srgbClr val="BF6019"/>
              </a:buClr>
              <a:buSzPct val="100000"/>
              <a:buFont typeface="Arial"/>
              <a:buChar char="•"/>
            </a:pPr>
            <a:r>
              <a:rPr lang="en-US" sz="1700" b="1" i="0" dirty="0">
                <a:solidFill>
                  <a:srgbClr val="002060"/>
                </a:solidFill>
                <a:latin typeface="LM Roman 10"/>
                <a:cs typeface="LM Roman 10"/>
              </a:rPr>
              <a:t>Stability: </a:t>
            </a:r>
            <a:r>
              <a:rPr lang="en-US" sz="1700" b="0" i="0" dirty="0">
                <a:solidFill>
                  <a:srgbClr val="002060"/>
                </a:solidFill>
                <a:latin typeface="LM Roman 10"/>
                <a:cs typeface="LM Roman 10"/>
              </a:rPr>
              <a:t>f′(x*) &lt; 0 stable, f′(x*) &gt; 0 unstable; f′(x*) = 0: no conclusion.</a:t>
            </a:r>
            <a:endParaRPr lang="en-US" sz="1700"/>
          </a:p>
        </p:txBody>
      </p:sp>
      <mc:AlternateContent xmlns:mc="http://schemas.openxmlformats.org/markup-compatibility/2006" xmlns:a14="http://schemas.microsoft.com/office/drawing/2010/main">
        <mc:Choice Requires="a14">
          <p:sp>
            <p:nvSpPr>
              <p:cNvPr id="103" name="Equation 103"/>
              <p:cNvSpPr txBox="1"/>
              <p:nvPr/>
            </p:nvSpPr>
            <p:spPr>
              <a:xfrm>
                <a:off x="493776" y="3054096"/>
                <a:ext cx="5598566" cy="385267"/>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r>
                        <a:rPr lang="en-US" sz="1600" b="0" i="1">
                          <a:solidFill>
                            <a:srgbClr val="002060"/>
                          </a:solidFill>
                          <a:latin typeface="Cambria Math"/>
                          <a:cs typeface="Cambria Math"/>
                        </a:rPr>
                        <m:t>𝑓</m:t>
                      </m:r>
                      <m:r>
                        <a:rPr lang="en-US" sz="1600" b="0" i="0">
                          <a:solidFill>
                            <a:srgbClr val="002060"/>
                          </a:solidFill>
                          <a:latin typeface="Cambria Math"/>
                          <a:cs typeface="Cambria Math"/>
                        </a:rPr>
                        <m:t>′</m:t>
                      </m:r>
                      <m:d>
                        <m:dPr>
                          <m:ctrlPr>
                            <a:rPr lang="en-US" sz="1600" b="0" i="1">
                              <a:solidFill>
                                <a:srgbClr val="002060"/>
                              </a:solidFill>
                              <a:latin typeface="Cambria Math"/>
                              <a:cs typeface="Cambria Math"/>
                            </a:rPr>
                          </m:ctrlPr>
                        </m:dPr>
                        <m:e>
                          <m:r>
                            <a:rPr lang="en-US" sz="1600" b="0" i="1">
                              <a:solidFill>
                                <a:srgbClr val="002060"/>
                              </a:solidFill>
                              <a:latin typeface="Cambria Math"/>
                              <a:cs typeface="Cambria Math"/>
                            </a:rPr>
                            <m:t>𝑥</m:t>
                          </m:r>
                        </m:e>
                      </m:d>
                      <m:r>
                        <a:rPr lang="en-US" sz="1600" b="0" i="0">
                          <a:solidFill>
                            <a:srgbClr val="002060"/>
                          </a:solidFill>
                          <a:latin typeface="Cambria Math"/>
                          <a:cs typeface="Cambria Math"/>
                        </a:rPr>
                        <m:t>=</m:t>
                      </m:r>
                      <m:r>
                        <a:rPr lang="en-US" sz="1600" b="0" i="1">
                          <a:solidFill>
                            <a:srgbClr val="002060"/>
                          </a:solidFill>
                          <a:latin typeface="Cambria Math"/>
                          <a:cs typeface="Cambria Math"/>
                        </a:rPr>
                        <m:t>𝑘</m:t>
                      </m:r>
                      <m:d>
                        <m:dPr>
                          <m:ctrlPr>
                            <a:rPr lang="en-US" sz="1600" b="0" i="1">
                              <a:solidFill>
                                <a:srgbClr val="002060"/>
                              </a:solidFill>
                              <a:latin typeface="Cambria Math"/>
                              <a:cs typeface="Cambria Math"/>
                            </a:rPr>
                          </m:ctrlPr>
                        </m:dPr>
                        <m:e>
                          <m:r>
                            <a:rPr lang="en-US" sz="1600" b="0" i="1">
                              <a:solidFill>
                                <a:srgbClr val="002060"/>
                              </a:solidFill>
                              <a:latin typeface="Cambria Math"/>
                              <a:cs typeface="Cambria Math"/>
                            </a:rPr>
                            <m:t>𝑀</m:t>
                          </m:r>
                          <m:r>
                            <a:rPr lang="en-US" sz="1600" b="0" i="0">
                              <a:solidFill>
                                <a:srgbClr val="002060"/>
                              </a:solidFill>
                              <a:latin typeface="Cambria Math"/>
                              <a:cs typeface="Cambria Math"/>
                            </a:rPr>
                            <m:t>−</m:t>
                          </m:r>
                          <m:r>
                            <a:rPr lang="en-US" sz="1600" b="0" i="1">
                              <a:solidFill>
                                <a:srgbClr val="002060"/>
                              </a:solidFill>
                              <a:latin typeface="Cambria Math"/>
                              <a:cs typeface="Cambria Math"/>
                            </a:rPr>
                            <m:t>2</m:t>
                          </m:r>
                          <m:r>
                            <a:rPr lang="en-US" sz="1600" b="0" i="1">
                              <a:solidFill>
                                <a:srgbClr val="002060"/>
                              </a:solidFill>
                              <a:latin typeface="Cambria Math"/>
                              <a:cs typeface="Cambria Math"/>
                            </a:rPr>
                            <m:t>𝑥</m:t>
                          </m:r>
                        </m:e>
                      </m:d>
                      <m:r>
                        <a:rPr lang="en-US" sz="1600" b="0" i="0">
                          <a:solidFill>
                            <a:srgbClr val="002060"/>
                          </a:solidFill>
                          <a:latin typeface="Cambria Math"/>
                          <a:cs typeface="Cambria Math"/>
                        </a:rPr>
                        <m:t>:</m:t>
                      </m:r>
                      <m:r>
                        <a:rPr lang="en-US" sz="1600" b="0" i="1">
                          <a:solidFill>
                            <a:srgbClr val="002060"/>
                          </a:solidFill>
                          <a:latin typeface="Cambria Math"/>
                          <a:cs typeface="Cambria Math"/>
                        </a:rPr>
                        <m:t> </m:t>
                      </m:r>
                      <m:r>
                        <a:rPr lang="en-US" sz="1600" b="0" i="1">
                          <a:solidFill>
                            <a:srgbClr val="002060"/>
                          </a:solidFill>
                          <a:latin typeface="Cambria Math"/>
                          <a:cs typeface="Cambria Math"/>
                        </a:rPr>
                        <m:t>𝑓</m:t>
                      </m:r>
                      <m:r>
                        <a:rPr lang="en-US" sz="1600" b="0" i="0">
                          <a:solidFill>
                            <a:srgbClr val="002060"/>
                          </a:solidFill>
                          <a:latin typeface="Cambria Math"/>
                          <a:cs typeface="Cambria Math"/>
                        </a:rPr>
                        <m:t>′</m:t>
                      </m:r>
                      <m:d>
                        <m:dPr>
                          <m:ctrlPr>
                            <a:rPr lang="en-US" sz="1600" b="0" i="1">
                              <a:solidFill>
                                <a:srgbClr val="002060"/>
                              </a:solidFill>
                              <a:latin typeface="Cambria Math"/>
                              <a:cs typeface="Cambria Math"/>
                            </a:rPr>
                          </m:ctrlPr>
                        </m:dPr>
                        <m:e>
                          <m:r>
                            <a:rPr lang="en-US" sz="1600" b="0" i="1">
                              <a:solidFill>
                                <a:srgbClr val="002060"/>
                              </a:solidFill>
                              <a:latin typeface="Cambria Math"/>
                              <a:cs typeface="Cambria Math"/>
                            </a:rPr>
                            <m:t>0</m:t>
                          </m:r>
                        </m:e>
                      </m:d>
                      <m:r>
                        <a:rPr lang="en-US" sz="1600" b="0" i="0">
                          <a:solidFill>
                            <a:srgbClr val="002060"/>
                          </a:solidFill>
                          <a:latin typeface="Cambria Math"/>
                          <a:cs typeface="Cambria Math"/>
                        </a:rPr>
                        <m:t>=</m:t>
                      </m:r>
                      <m:r>
                        <a:rPr lang="en-US" sz="1600" b="0" i="1">
                          <a:solidFill>
                            <a:srgbClr val="002060"/>
                          </a:solidFill>
                          <a:latin typeface="Cambria Math"/>
                          <a:cs typeface="Cambria Math"/>
                        </a:rPr>
                        <m:t>𝑘𝑀</m:t>
                      </m:r>
                      <m:r>
                        <a:rPr lang="en-US" sz="1600" b="0" i="0">
                          <a:solidFill>
                            <a:srgbClr val="002060"/>
                          </a:solidFill>
                          <a:latin typeface="Cambria Math"/>
                          <a:cs typeface="Cambria Math"/>
                        </a:rPr>
                        <m:t>&gt;</m:t>
                      </m:r>
                      <m:r>
                        <a:rPr lang="en-US" sz="1600" b="0" i="1">
                          <a:solidFill>
                            <a:srgbClr val="002060"/>
                          </a:solidFill>
                          <a:latin typeface="Cambria Math"/>
                          <a:cs typeface="Cambria Math"/>
                        </a:rPr>
                        <m:t>0</m:t>
                      </m:r>
                      <m:r>
                        <a:rPr lang="en-US" sz="1600" b="0" i="0">
                          <a:solidFill>
                            <a:srgbClr val="002060"/>
                          </a:solidFill>
                          <a:latin typeface="Cambria Math"/>
                          <a:cs typeface="Cambria Math"/>
                        </a:rPr>
                        <m:t>,</m:t>
                      </m:r>
                      <m:r>
                        <a:rPr lang="en-US" sz="1600" b="0" i="1">
                          <a:solidFill>
                            <a:srgbClr val="002060"/>
                          </a:solidFill>
                          <a:latin typeface="Cambria Math"/>
                          <a:cs typeface="Cambria Math"/>
                        </a:rPr>
                        <m:t> </m:t>
                      </m:r>
                      <m:r>
                        <a:rPr lang="en-US" sz="1600" b="0" i="1">
                          <a:solidFill>
                            <a:srgbClr val="002060"/>
                          </a:solidFill>
                          <a:latin typeface="Cambria Math"/>
                          <a:cs typeface="Cambria Math"/>
                        </a:rPr>
                        <m:t>𝑓</m:t>
                      </m:r>
                      <m:r>
                        <a:rPr lang="en-US" sz="1600" b="0" i="0">
                          <a:solidFill>
                            <a:srgbClr val="002060"/>
                          </a:solidFill>
                          <a:latin typeface="Cambria Math"/>
                          <a:cs typeface="Cambria Math"/>
                        </a:rPr>
                        <m:t>′</m:t>
                      </m:r>
                      <m:d>
                        <m:dPr>
                          <m:ctrlPr>
                            <a:rPr lang="en-US" sz="1600" b="0" i="1">
                              <a:solidFill>
                                <a:srgbClr val="002060"/>
                              </a:solidFill>
                              <a:latin typeface="Cambria Math"/>
                              <a:cs typeface="Cambria Math"/>
                            </a:rPr>
                          </m:ctrlPr>
                        </m:dPr>
                        <m:e>
                          <m:r>
                            <a:rPr lang="en-US" sz="1600" b="0" i="1">
                              <a:solidFill>
                                <a:srgbClr val="002060"/>
                              </a:solidFill>
                              <a:latin typeface="Cambria Math"/>
                              <a:cs typeface="Cambria Math"/>
                            </a:rPr>
                            <m:t>𝑀</m:t>
                          </m:r>
                        </m:e>
                      </m:d>
                      <m:r>
                        <a:rPr lang="en-US" sz="1600" b="0" i="0">
                          <a:solidFill>
                            <a:srgbClr val="002060"/>
                          </a:solidFill>
                          <a:latin typeface="Cambria Math"/>
                          <a:cs typeface="Cambria Math"/>
                        </a:rPr>
                        <m:t>=−</m:t>
                      </m:r>
                      <m:r>
                        <a:rPr lang="en-US" sz="1600" b="0" i="1">
                          <a:solidFill>
                            <a:srgbClr val="002060"/>
                          </a:solidFill>
                          <a:latin typeface="Cambria Math"/>
                          <a:cs typeface="Cambria Math"/>
                        </a:rPr>
                        <m:t>𝑘𝑀</m:t>
                      </m:r>
                      <m:r>
                        <a:rPr lang="en-US" sz="1600" b="0" i="0">
                          <a:solidFill>
                            <a:srgbClr val="002060"/>
                          </a:solidFill>
                          <a:latin typeface="Cambria Math"/>
                          <a:cs typeface="Cambria Math"/>
                        </a:rPr>
                        <m:t>&lt;</m:t>
                      </m:r>
                      <m:r>
                        <a:rPr lang="en-US" sz="1600" b="0" i="1">
                          <a:solidFill>
                            <a:srgbClr val="002060"/>
                          </a:solidFill>
                          <a:latin typeface="Cambria Math"/>
                          <a:cs typeface="Cambria Math"/>
                        </a:rPr>
                        <m:t>0</m:t>
                      </m:r>
                    </m:oMath>
                  </m:oMathPara>
                </a14:m>
                <a:endParaRPr lang="en-US" sz="1600"/>
              </a:p>
            </p:txBody>
          </p:sp>
        </mc:Choice>
        <mc:Fallback xmlns="">
          <p:pic>
            <p:nvPicPr>
              <p:cNvPr id="103" name="Equation 103" descr="f'(x)=k(M-2x):\quad f'(0)=kM&gt;0,\quad f'(M)=-kM&lt;0"/>
              <p:cNvPicPr>
                <a:picLocks noChangeAspect="1"/>
              </p:cNvPicPr>
              <p:nvPr/>
            </p:nvPicPr>
            <p:blipFill>
              <a:blip r:embed="rId4"/>
              <a:stretch>
                <a:fillRect/>
              </a:stretch>
            </p:blipFill>
            <p:spPr>
              <a:xfrm>
                <a:off x="548640" y="3108960"/>
                <a:ext cx="5488838" cy="275539"/>
              </a:xfrm>
              <a:prstGeom prst="rect">
                <a:avLst/>
              </a:prstGeom>
            </p:spPr>
          </p:pic>
        </mc:Fallback>
      </mc:AlternateContent>
      <p:sp>
        <p:nvSpPr>
          <p:cNvPr id="104" name="Text"/>
          <p:cNvSpPr txBox="1"/>
          <p:nvPr/>
        </p:nvSpPr>
        <p:spPr>
          <a:xfrm>
            <a:off x="548640" y="3794760"/>
            <a:ext cx="5852160" cy="1920240"/>
          </a:xfrm>
          <a:prstGeom prst="roundRect">
            <a:avLst>
              <a:gd name="adj" fmla="val 8000"/>
            </a:avLst>
          </a:prstGeom>
          <a:solidFill>
            <a:srgbClr val="FDF0E6"/>
          </a:solidFill>
          <a:ln>
            <a:noFill/>
          </a:ln>
        </p:spPr>
        <p:txBody>
          <a:bodyPr wrap="square" lIns="137160" tIns="137160" rIns="137160" bIns="137160" rtlCol="0" anchor="t">
            <a:normAutofit/>
          </a:bodyPr>
          <a:lstStyle/>
          <a:p>
            <a:pPr algn="l">
              <a:spcAft>
                <a:spcPts val="600"/>
              </a:spcAft>
              <a:buNone/>
            </a:pPr>
            <a:r>
              <a:rPr lang="en-US" sz="1800" b="1" i="0" dirty="0">
                <a:solidFill>
                  <a:srgbClr val="BF6019"/>
                </a:solidFill>
                <a:latin typeface="LM Roman 10"/>
                <a:cs typeface="LM Roman 10"/>
              </a:rPr>
              <a:t>Harvesting: </a:t>
            </a:r>
            <a:r>
              <a:rPr lang="en-US" sz="1800" b="0" i="1" dirty="0">
                <a:solidFill>
                  <a:srgbClr val="002060"/>
                </a:solidFill>
                <a:latin typeface="Cambria Math"/>
                <a:cs typeface="Cambria Math"/>
              </a:rPr>
              <a:t>x′ = k x (M − x) − h</a:t>
            </a:r>
            <a:endParaRPr lang="en-US" sz="1800"/>
          </a:p>
          <a:p>
            <a:pPr algn="l">
              <a:spcAft>
                <a:spcPts val="600"/>
              </a:spcAft>
              <a:buNone/>
            </a:pPr>
            <a:r>
              <a:rPr lang="en-US" sz="1700" b="0" i="0" dirty="0">
                <a:solidFill>
                  <a:srgbClr val="002060"/>
                </a:solidFill>
                <a:latin typeface="LM Roman 10"/>
                <a:cs typeface="LM Roman 10"/>
              </a:rPr>
              <a:t>The two equilibria merge and disappear when h = kM²/4 (a saddle-node bifurcation): over-harvesting leads to extinction.</a:t>
            </a:r>
            <a:endParaRPr lang="en-US" sz="1700"/>
          </a:p>
          <a:p>
            <a:pPr algn="l">
              <a:spcAft>
                <a:spcPts val="600"/>
              </a:spcAft>
              <a:buNone/>
            </a:pPr>
            <a:r>
              <a:rPr lang="en-US" sz="1400" b="0" i="1" dirty="0">
                <a:solidFill>
                  <a:srgbClr val="5D6675"/>
                </a:solidFill>
                <a:latin typeface="LM Roman 10"/>
                <a:cs typeface="LM Roman 10"/>
              </a:rPr>
              <a:t>Lebl §1.6: M = 8, k = 0.1 → critical h = 1.6</a:t>
            </a:r>
            <a:endParaRPr lang="en-US" sz="1400"/>
          </a:p>
        </p:txBody>
      </p:sp>
      <p:pic>
        <p:nvPicPr>
          <p:cNvPr id="105" name="Figure logistic" descr="Logistic solutions with the phase line"/>
          <p:cNvPicPr>
            <a:picLocks noChangeAspect="1"/>
          </p:cNvPicPr>
          <p:nvPr/>
        </p:nvPicPr>
        <p:blipFill>
          <a:blip r:embed="rId5"/>
          <a:stretch>
            <a:fillRect/>
          </a:stretch>
        </p:blipFill>
        <p:spPr>
          <a:xfrm>
            <a:off x="6537960" y="1843486"/>
            <a:ext cx="5166360" cy="3628227"/>
          </a:xfrm>
          <a:prstGeom prst="rect">
            <a:avLst/>
          </a:prstGeom>
        </p:spPr>
      </p:pic>
    </p:spTree>
    <p:extLst>
      <p:ext uri="{BB962C8B-B14F-4D97-AF65-F5344CB8AC3E}">
        <p14:creationId xmlns:p14="http://schemas.microsoft.com/office/powerpoint/2010/main" val="2916294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sellaDiTesto 8">
            <a:extLst>
              <a:ext uri="{FF2B5EF4-FFF2-40B4-BE49-F238E27FC236}">
                <a16:creationId xmlns:a16="http://schemas.microsoft.com/office/drawing/2014/main" id="{DCBD4D79-28C1-B4DA-B365-AA192D69F1BD}"/>
              </a:ext>
            </a:extLst>
          </p:cNvPr>
          <p:cNvSpPr txBox="1"/>
          <p:nvPr/>
        </p:nvSpPr>
        <p:spPr>
          <a:xfrm>
            <a:off x="682172" y="583364"/>
            <a:ext cx="10827657" cy="1631216"/>
          </a:xfrm>
          <a:prstGeom prst="rect">
            <a:avLst/>
          </a:prstGeom>
          <a:noFill/>
        </p:spPr>
        <p:txBody>
          <a:bodyPr wrap="square" rtlCol="0" anchor="ctr" anchorCtr="0">
            <a:spAutoFit/>
          </a:bodyPr>
          <a:lstStyle/>
          <a:p>
            <a:pPr algn="ctr">
              <a:lnSpc>
                <a:spcPct val="150000"/>
              </a:lnSpc>
            </a:pPr>
            <a:r>
              <a:rPr lang="en-US" sz="4000" b="1" dirty="0">
                <a:solidFill>
                  <a:schemeClr val="accent5">
                    <a:lumMod val="75000"/>
                  </a:schemeClr>
                </a:solidFill>
                <a:latin typeface="LM Roman 10" panose="00000500000000000000" pitchFamily="2" charset="0"/>
              </a:rPr>
              <a:t>Section III</a:t>
            </a:r>
          </a:p>
          <a:p>
            <a:pPr algn="ctr"/>
            <a:r>
              <a:rPr lang="en-US" sz="4000" b="1" dirty="0">
                <a:solidFill>
                  <a:srgbClr val="002060"/>
                </a:solidFill>
                <a:latin typeface="LM Roman 10" panose="00000500000000000000" pitchFamily="2" charset="0"/>
              </a:rPr>
              <a:t>When formulas fail: numerical methods</a:t>
            </a:r>
            <a:endParaRPr lang="it-IT" sz="4000" b="1" dirty="0">
              <a:solidFill>
                <a:srgbClr val="002060"/>
              </a:solidFill>
              <a:latin typeface="LM Roman 10" panose="00000500000000000000" pitchFamily="2" charset="0"/>
            </a:endParaRPr>
          </a:p>
        </p:txBody>
      </p:sp>
      <p:sp>
        <p:nvSpPr>
          <p:cNvPr id="10" name="CasellaDiTesto 9">
            <a:extLst>
              <a:ext uri="{FF2B5EF4-FFF2-40B4-BE49-F238E27FC236}">
                <a16:creationId xmlns:a16="http://schemas.microsoft.com/office/drawing/2014/main" id="{4D17C72F-D4A5-42BD-B7F1-702121C5C12E}"/>
              </a:ext>
            </a:extLst>
          </p:cNvPr>
          <p:cNvSpPr txBox="1"/>
          <p:nvPr/>
        </p:nvSpPr>
        <p:spPr>
          <a:xfrm>
            <a:off x="682172" y="3530784"/>
            <a:ext cx="10827657" cy="1169551"/>
          </a:xfrm>
          <a:prstGeom prst="rect">
            <a:avLst/>
          </a:prstGeom>
          <a:noFill/>
        </p:spPr>
        <p:txBody>
          <a:bodyPr wrap="square" rtlCol="0" anchor="ctr" anchorCtr="0">
            <a:spAutoFit/>
          </a:bodyPr>
          <a:lstStyle/>
          <a:p>
            <a:pPr algn="ctr">
              <a:lnSpc>
                <a:spcPct val="150000"/>
              </a:lnSpc>
            </a:pPr>
            <a:r>
              <a:rPr lang="en-US" sz="2600" b="1" dirty="0">
                <a:solidFill>
                  <a:schemeClr val="accent5">
                    <a:lumMod val="75000"/>
                  </a:schemeClr>
                </a:solidFill>
                <a:latin typeface="LM Roman 10" panose="00000500000000000000" pitchFamily="2" charset="0"/>
              </a:rPr>
              <a:t>How do we approximate — and how wrong are we?</a:t>
            </a:r>
          </a:p>
          <a:p>
            <a:pPr algn="ctr"/>
            <a:r>
              <a:rPr lang="en-US" sz="2600" b="1" dirty="0">
                <a:solidFill>
                  <a:srgbClr val="002060"/>
                </a:solidFill>
                <a:latin typeface="LM Roman 10" panose="00000500000000000000" pitchFamily="2" charset="0"/>
              </a:rPr>
              <a:t>Euler’s method · order of accuracy · pitfalls</a:t>
            </a:r>
            <a:endParaRPr lang="it-IT" sz="2600" b="1" dirty="0">
              <a:solidFill>
                <a:srgbClr val="002060"/>
              </a:solidFill>
              <a:latin typeface="LM Roman 10" panose="00000500000000000000" pitchFamily="2" charset="0"/>
            </a:endParaRPr>
          </a:p>
        </p:txBody>
      </p:sp>
      <p:sp>
        <p:nvSpPr>
          <p:cNvPr id="12" name="CasellaDiTesto 11">
            <a:extLst>
              <a:ext uri="{FF2B5EF4-FFF2-40B4-BE49-F238E27FC236}">
                <a16:creationId xmlns:a16="http://schemas.microsoft.com/office/drawing/2014/main" id="{B0026313-E14F-1CA4-25A7-055ED2064021}"/>
              </a:ext>
            </a:extLst>
          </p:cNvPr>
          <p:cNvSpPr txBox="1"/>
          <p:nvPr/>
        </p:nvSpPr>
        <p:spPr>
          <a:xfrm>
            <a:off x="0" y="6016539"/>
            <a:ext cx="7145867" cy="669927"/>
          </a:xfrm>
          <a:prstGeom prst="rect">
            <a:avLst/>
          </a:prstGeom>
          <a:noFill/>
        </p:spPr>
        <p:txBody>
          <a:bodyPr wrap="square">
            <a:spAutoFit/>
          </a:bodyPr>
          <a:lstStyle/>
          <a:p>
            <a:pPr>
              <a:lnSpc>
                <a:spcPct val="150000"/>
              </a:lnSpc>
            </a:pPr>
            <a:r>
              <a:rPr lang="en-US" sz="2800" b="1" dirty="0">
                <a:solidFill>
                  <a:schemeClr val="accent5">
                    <a:lumMod val="75000"/>
                  </a:schemeClr>
                </a:solidFill>
                <a:latin typeface="LM Roman 10" panose="00000500000000000000" pitchFamily="2" charset="0"/>
              </a:rPr>
              <a:t>01. Modelling with ODEs</a:t>
            </a:r>
            <a:endParaRPr lang="en-US" sz="2400" b="1" dirty="0">
              <a:solidFill>
                <a:schemeClr val="accent5">
                  <a:lumMod val="75000"/>
                </a:schemeClr>
              </a:solidFill>
              <a:latin typeface="LM Roman 10" panose="00000500000000000000" pitchFamily="2" charset="0"/>
            </a:endParaRPr>
          </a:p>
        </p:txBody>
      </p:sp>
      <p:pic>
        <p:nvPicPr>
          <p:cNvPr id="15" name="Picture 2">
            <a:extLst>
              <a:ext uri="{FF2B5EF4-FFF2-40B4-BE49-F238E27FC236}">
                <a16:creationId xmlns:a16="http://schemas.microsoft.com/office/drawing/2014/main" id="{6453012C-8DDA-BD47-032A-B1F0D7AE4F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02397" y="4649527"/>
            <a:ext cx="2215935" cy="22159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67038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B7FC9-7303-2DDF-22D9-A375F9FCBA42}"/>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2C760A3E-FF45-F647-68B2-6F941F0FE03D}"/>
              </a:ext>
            </a:extLst>
          </p:cNvPr>
          <p:cNvSpPr/>
          <p:nvPr/>
        </p:nvSpPr>
        <p:spPr>
          <a:xfrm>
            <a:off x="0" y="6309106"/>
            <a:ext cx="12192000" cy="549124"/>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piè di pagina 1">
            <a:extLst>
              <a:ext uri="{FF2B5EF4-FFF2-40B4-BE49-F238E27FC236}">
                <a16:creationId xmlns:a16="http://schemas.microsoft.com/office/drawing/2014/main" id="{D93F69B5-A372-36E1-C0D1-892D9A6B88D5}"/>
              </a:ext>
            </a:extLst>
          </p:cNvPr>
          <p:cNvSpPr>
            <a:spLocks noGrp="1"/>
          </p:cNvSpPr>
          <p:nvPr>
            <p:ph type="ftr" sz="quarter" idx="11"/>
          </p:nvPr>
        </p:nvSpPr>
        <p:spPr>
          <a:xfrm>
            <a:off x="4038600" y="6448272"/>
            <a:ext cx="4114800" cy="365125"/>
          </a:xfrm>
        </p:spPr>
        <p:txBody>
          <a:bodyPr/>
          <a:lstStyle/>
          <a:p>
            <a:r>
              <a:rPr lang="en-US" sz="1600" dirty="0">
                <a:solidFill>
                  <a:srgbClr val="002060"/>
                </a:solidFill>
              </a:rPr>
              <a:t>MATH 331: Differential Equations</a:t>
            </a:r>
          </a:p>
        </p:txBody>
      </p:sp>
      <p:sp>
        <p:nvSpPr>
          <p:cNvPr id="6" name="CasellaDiTesto 5">
            <a:extLst>
              <a:ext uri="{FF2B5EF4-FFF2-40B4-BE49-F238E27FC236}">
                <a16:creationId xmlns:a16="http://schemas.microsoft.com/office/drawing/2014/main" id="{8495B6C3-1F7A-7299-D7B8-F42087CCE23B}"/>
              </a:ext>
            </a:extLst>
          </p:cNvPr>
          <p:cNvSpPr txBox="1"/>
          <p:nvPr/>
        </p:nvSpPr>
        <p:spPr>
          <a:xfrm>
            <a:off x="981880" y="330553"/>
            <a:ext cx="10424160" cy="707886"/>
          </a:xfrm>
          <a:prstGeom prst="rect">
            <a:avLst/>
          </a:prstGeom>
          <a:noFill/>
        </p:spPr>
        <p:txBody>
          <a:bodyPr wrap="square" rtlCol="0" anchor="ctr" anchorCtr="0">
            <a:spAutoFit/>
          </a:bodyPr>
          <a:lstStyle/>
          <a:p>
            <a:r>
              <a:rPr lang="en-US" sz="4000" b="1" dirty="0">
                <a:solidFill>
                  <a:srgbClr val="002060"/>
                </a:solidFill>
                <a:latin typeface="LM Roman 10" panose="00000500000000000000" pitchFamily="2" charset="0"/>
              </a:rPr>
              <a:t>Euler’s method</a:t>
            </a:r>
            <a:endParaRPr lang="it-IT" sz="4000" b="1" dirty="0">
              <a:solidFill>
                <a:srgbClr val="002060"/>
              </a:solidFill>
              <a:latin typeface="LM Roman 10" panose="00000500000000000000" pitchFamily="2" charset="0"/>
            </a:endParaRPr>
          </a:p>
        </p:txBody>
      </p:sp>
      <p:sp>
        <p:nvSpPr>
          <p:cNvPr id="13" name="Segnaposto numero diapositiva 14">
            <a:extLst>
              <a:ext uri="{FF2B5EF4-FFF2-40B4-BE49-F238E27FC236}">
                <a16:creationId xmlns:a16="http://schemas.microsoft.com/office/drawing/2014/main" id="{309AE5C9-EEDD-A311-4493-9CAABB78FFA5}"/>
              </a:ext>
            </a:extLst>
          </p:cNvPr>
          <p:cNvSpPr txBox="1">
            <a:spLocks/>
          </p:cNvSpPr>
          <p:nvPr/>
        </p:nvSpPr>
        <p:spPr>
          <a:xfrm>
            <a:off x="9072638" y="6401105"/>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06BB8CB-C112-4AF1-992B-2BAB7191A575}" type="slidenum">
              <a:rPr lang="it-IT" sz="1600" b="1" smtClean="0">
                <a:solidFill>
                  <a:srgbClr val="002060"/>
                </a:solidFill>
              </a:rPr>
              <a:pPr/>
              <a:t>16</a:t>
            </a:fld>
            <a:endParaRPr lang="it-IT" sz="1600" b="1" dirty="0">
              <a:solidFill>
                <a:srgbClr val="002060"/>
              </a:solidFill>
            </a:endParaRPr>
          </a:p>
        </p:txBody>
      </p:sp>
      <p:grpSp>
        <p:nvGrpSpPr>
          <p:cNvPr id="32" name="Gruppo 31">
            <a:extLst>
              <a:ext uri="{FF2B5EF4-FFF2-40B4-BE49-F238E27FC236}">
                <a16:creationId xmlns:a16="http://schemas.microsoft.com/office/drawing/2014/main" id="{2E62AB85-3A93-A286-6E45-A75C8BBC09DC}"/>
              </a:ext>
            </a:extLst>
          </p:cNvPr>
          <p:cNvGrpSpPr/>
          <p:nvPr/>
        </p:nvGrpSpPr>
        <p:grpSpPr>
          <a:xfrm>
            <a:off x="14040" y="6251906"/>
            <a:ext cx="1906650" cy="626303"/>
            <a:chOff x="5403712" y="2704688"/>
            <a:chExt cx="2490081" cy="817950"/>
          </a:xfrm>
        </p:grpSpPr>
        <p:pic>
          <p:nvPicPr>
            <p:cNvPr id="33" name="Picture 2">
              <a:extLst>
                <a:ext uri="{FF2B5EF4-FFF2-40B4-BE49-F238E27FC236}">
                  <a16:creationId xmlns:a16="http://schemas.microsoft.com/office/drawing/2014/main" id="{567C9C09-B8D1-EC23-4AAB-A073BA2576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1602"/>
            <a:stretch/>
          </p:blipFill>
          <p:spPr bwMode="auto">
            <a:xfrm>
              <a:off x="5403712" y="2704688"/>
              <a:ext cx="1384576" cy="80856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a:extLst>
                <a:ext uri="{FF2B5EF4-FFF2-40B4-BE49-F238E27FC236}">
                  <a16:creationId xmlns:a16="http://schemas.microsoft.com/office/drawing/2014/main" id="{93869D14-1BA4-3490-7962-5A65832FA6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565"/>
            <a:stretch/>
          </p:blipFill>
          <p:spPr bwMode="auto">
            <a:xfrm>
              <a:off x="6509217" y="2907406"/>
              <a:ext cx="1384576" cy="615232"/>
            </a:xfrm>
            <a:prstGeom prst="rect">
              <a:avLst/>
            </a:prstGeom>
            <a:noFill/>
            <a:extLst>
              <a:ext uri="{909E8E84-426E-40DD-AFC4-6F175D3DCCD1}">
                <a14:hiddenFill xmlns:a14="http://schemas.microsoft.com/office/drawing/2010/main">
                  <a:solidFill>
                    <a:srgbClr val="FFFFFF"/>
                  </a:solidFill>
                </a14:hiddenFill>
              </a:ext>
            </a:extLst>
          </p:spPr>
        </p:pic>
      </p:grpSp>
      <p:sp>
        <p:nvSpPr>
          <p:cNvPr id="101" name="Text"/>
          <p:cNvSpPr txBox="1"/>
          <p:nvPr/>
        </p:nvSpPr>
        <p:spPr>
          <a:xfrm>
            <a:off x="548640" y="1234440"/>
            <a:ext cx="6035040" cy="731520"/>
          </a:xfrm>
          <a:prstGeom prst="rect">
            <a:avLst/>
          </a:prstGeom>
          <a:noFill/>
          <a:ln>
            <a:noFill/>
          </a:ln>
        </p:spPr>
        <p:txBody>
          <a:bodyPr wrap="square" lIns="73152" tIns="73152" rIns="73152" bIns="73152" rtlCol="0" anchor="t">
            <a:normAutofit/>
          </a:bodyPr>
          <a:lstStyle/>
          <a:p>
            <a:pPr algn="l">
              <a:spcAft>
                <a:spcPts val="600"/>
              </a:spcAft>
              <a:buNone/>
            </a:pPr>
            <a:r>
              <a:rPr lang="en-US" sz="1800" b="0" i="0" dirty="0">
                <a:solidFill>
                  <a:srgbClr val="002060"/>
                </a:solidFill>
                <a:latin typeface="LM Roman 10"/>
                <a:cs typeface="LM Roman 10"/>
              </a:rPr>
              <a:t>Follow the tangent line for a step h (Lebl §1.7):</a:t>
            </a:r>
            <a:endParaRPr lang="en-US" sz="1800"/>
          </a:p>
        </p:txBody>
      </p:sp>
      <mc:AlternateContent xmlns:mc="http://schemas.openxmlformats.org/markup-compatibility/2006" xmlns:a14="http://schemas.microsoft.com/office/drawing/2010/main">
        <mc:Choice Requires="a14">
          <p:sp>
            <p:nvSpPr>
              <p:cNvPr id="102" name="Equation 102"/>
              <p:cNvSpPr txBox="1"/>
              <p:nvPr/>
            </p:nvSpPr>
            <p:spPr>
              <a:xfrm>
                <a:off x="2057857" y="1682496"/>
                <a:ext cx="3016606" cy="471830"/>
              </a:xfrm>
              <a:prstGeom prst="rect">
                <a:avLst/>
              </a:prstGeom>
              <a:noFill/>
            </p:spPr>
            <p:txBody>
              <a:bodyPr wrap="none" lIns="54864" tIns="54864" rIns="54864" bIns="54864" anchor="ctr">
                <a:noAutofit/>
              </a:bodyPr>
              <a:lstStyle/>
              <a:p>
                <a:pPr algn="ctr"/>
                <a14:m>
                  <m:oMathPara xmlns:m="http://schemas.openxmlformats.org/officeDocument/2006/math">
                    <m:oMathParaPr>
                      <m:jc m:val="center"/>
                    </m:oMathParaPr>
                    <m:oMath>
                      <m:sSub>
                        <m:sSubPr>
                          <m:ctrlPr>
                            <a:rPr lang="en-US" sz="2200" b="0" i="1">
                              <a:solidFill>
                                <a:srgbClr val="BF6019"/>
                              </a:solidFill>
                              <a:latin typeface="Cambria Math"/>
                              <a:cs typeface="Cambria Math"/>
                            </a:rPr>
                          </m:ctrlPr>
                        </m:sSubPr>
                        <m:e>
                          <m:r>
                            <a:rPr lang="en-US" sz="2200" b="0" i="1">
                              <a:solidFill>
                                <a:srgbClr val="BF6019"/>
                              </a:solidFill>
                              <a:latin typeface="Cambria Math"/>
                              <a:cs typeface="Cambria Math"/>
                            </a:rPr>
                            <m:t>𝑦</m:t>
                          </m:r>
                        </m:e>
                        <m:sub>
                          <m:r>
                            <a:rPr lang="en-US" sz="2200" b="0" i="1">
                              <a:solidFill>
                                <a:srgbClr val="BF6019"/>
                              </a:solidFill>
                              <a:latin typeface="Cambria Math"/>
                              <a:cs typeface="Cambria Math"/>
                            </a:rPr>
                            <m:t>𝑛</m:t>
                          </m:r>
                          <m:r>
                            <a:rPr lang="en-US" sz="2200" b="0" i="0">
                              <a:solidFill>
                                <a:srgbClr val="BF6019"/>
                              </a:solidFill>
                              <a:latin typeface="Cambria Math"/>
                              <a:cs typeface="Cambria Math"/>
                            </a:rPr>
                            <m:t>+</m:t>
                          </m:r>
                          <m:r>
                            <a:rPr lang="en-US" sz="2200" b="0" i="1">
                              <a:solidFill>
                                <a:srgbClr val="BF6019"/>
                              </a:solidFill>
                              <a:latin typeface="Cambria Math"/>
                              <a:cs typeface="Cambria Math"/>
                            </a:rPr>
                            <m:t>1</m:t>
                          </m:r>
                        </m:sub>
                      </m:sSub>
                      <m:r>
                        <a:rPr lang="en-US" sz="2200" b="0" i="0">
                          <a:solidFill>
                            <a:srgbClr val="BF6019"/>
                          </a:solidFill>
                          <a:latin typeface="Cambria Math"/>
                          <a:cs typeface="Cambria Math"/>
                        </a:rPr>
                        <m:t>=</m:t>
                      </m:r>
                      <m:sSub>
                        <m:sSubPr>
                          <m:ctrlPr>
                            <a:rPr lang="en-US" sz="2200" b="0" i="1">
                              <a:solidFill>
                                <a:srgbClr val="BF6019"/>
                              </a:solidFill>
                              <a:latin typeface="Cambria Math"/>
                              <a:cs typeface="Cambria Math"/>
                            </a:rPr>
                          </m:ctrlPr>
                        </m:sSubPr>
                        <m:e>
                          <m:r>
                            <a:rPr lang="en-US" sz="2200" b="0" i="1">
                              <a:solidFill>
                                <a:srgbClr val="BF6019"/>
                              </a:solidFill>
                              <a:latin typeface="Cambria Math"/>
                              <a:cs typeface="Cambria Math"/>
                            </a:rPr>
                            <m:t>𝑦</m:t>
                          </m:r>
                        </m:e>
                        <m:sub>
                          <m:r>
                            <a:rPr lang="en-US" sz="2200" b="0" i="1">
                              <a:solidFill>
                                <a:srgbClr val="BF6019"/>
                              </a:solidFill>
                              <a:latin typeface="Cambria Math"/>
                              <a:cs typeface="Cambria Math"/>
                            </a:rPr>
                            <m:t>𝑛</m:t>
                          </m:r>
                        </m:sub>
                      </m:sSub>
                      <m:r>
                        <a:rPr lang="en-US" sz="2200" b="0" i="0">
                          <a:solidFill>
                            <a:srgbClr val="BF6019"/>
                          </a:solidFill>
                          <a:latin typeface="Cambria Math"/>
                          <a:cs typeface="Cambria Math"/>
                        </a:rPr>
                        <m:t>+</m:t>
                      </m:r>
                      <m:r>
                        <a:rPr lang="en-US" sz="2200" b="0" i="1">
                          <a:solidFill>
                            <a:srgbClr val="BF6019"/>
                          </a:solidFill>
                          <a:latin typeface="Cambria Math"/>
                          <a:cs typeface="Cambria Math"/>
                        </a:rPr>
                        <m:t>ℎ</m:t>
                      </m:r>
                      <m:r>
                        <a:rPr lang="en-US" sz="2200" b="0" i="1">
                          <a:solidFill>
                            <a:srgbClr val="BF6019"/>
                          </a:solidFill>
                          <a:latin typeface="Cambria Math"/>
                          <a:cs typeface="Cambria Math"/>
                        </a:rPr>
                        <m:t> </m:t>
                      </m:r>
                      <m:r>
                        <a:rPr lang="en-US" sz="2200" b="0" i="1">
                          <a:solidFill>
                            <a:srgbClr val="BF6019"/>
                          </a:solidFill>
                          <a:latin typeface="Cambria Math"/>
                          <a:cs typeface="Cambria Math"/>
                        </a:rPr>
                        <m:t>𝑓</m:t>
                      </m:r>
                      <m:d>
                        <m:dPr>
                          <m:ctrlPr>
                            <a:rPr lang="en-US" sz="2200" b="0" i="1">
                              <a:solidFill>
                                <a:srgbClr val="BF6019"/>
                              </a:solidFill>
                              <a:latin typeface="Cambria Math"/>
                              <a:cs typeface="Cambria Math"/>
                            </a:rPr>
                          </m:ctrlPr>
                        </m:dPr>
                        <m:e>
                          <m:sSub>
                            <m:sSubPr>
                              <m:ctrlPr>
                                <a:rPr lang="en-US" sz="2200" b="0" i="1">
                                  <a:solidFill>
                                    <a:srgbClr val="BF6019"/>
                                  </a:solidFill>
                                  <a:latin typeface="Cambria Math"/>
                                  <a:cs typeface="Cambria Math"/>
                                </a:rPr>
                              </m:ctrlPr>
                            </m:sSubPr>
                            <m:e>
                              <m:r>
                                <a:rPr lang="en-US" sz="2200" b="0" i="1">
                                  <a:solidFill>
                                    <a:srgbClr val="BF6019"/>
                                  </a:solidFill>
                                  <a:latin typeface="Cambria Math"/>
                                  <a:cs typeface="Cambria Math"/>
                                </a:rPr>
                                <m:t>𝑡</m:t>
                              </m:r>
                            </m:e>
                            <m:sub>
                              <m:r>
                                <a:rPr lang="en-US" sz="2200" b="0" i="1">
                                  <a:solidFill>
                                    <a:srgbClr val="BF6019"/>
                                  </a:solidFill>
                                  <a:latin typeface="Cambria Math"/>
                                  <a:cs typeface="Cambria Math"/>
                                </a:rPr>
                                <m:t>𝑛</m:t>
                              </m:r>
                            </m:sub>
                          </m:sSub>
                          <m:r>
                            <a:rPr lang="en-US" sz="2200" b="0" i="0">
                              <a:solidFill>
                                <a:srgbClr val="BF6019"/>
                              </a:solidFill>
                              <a:latin typeface="Cambria Math"/>
                              <a:cs typeface="Cambria Math"/>
                            </a:rPr>
                            <m:t>,</m:t>
                          </m:r>
                          <m:sSub>
                            <m:sSubPr>
                              <m:ctrlPr>
                                <a:rPr lang="en-US" sz="2200" b="0" i="1">
                                  <a:solidFill>
                                    <a:srgbClr val="BF6019"/>
                                  </a:solidFill>
                                  <a:latin typeface="Cambria Math"/>
                                  <a:cs typeface="Cambria Math"/>
                                </a:rPr>
                              </m:ctrlPr>
                            </m:sSubPr>
                            <m:e>
                              <m:r>
                                <a:rPr lang="en-US" sz="2200" b="0" i="1">
                                  <a:solidFill>
                                    <a:srgbClr val="BF6019"/>
                                  </a:solidFill>
                                  <a:latin typeface="Cambria Math"/>
                                  <a:cs typeface="Cambria Math"/>
                                </a:rPr>
                                <m:t>𝑦</m:t>
                              </m:r>
                            </m:e>
                            <m:sub>
                              <m:r>
                                <a:rPr lang="en-US" sz="2200" b="0" i="1">
                                  <a:solidFill>
                                    <a:srgbClr val="BF6019"/>
                                  </a:solidFill>
                                  <a:latin typeface="Cambria Math"/>
                                  <a:cs typeface="Cambria Math"/>
                                </a:rPr>
                                <m:t>𝑛</m:t>
                              </m:r>
                            </m:sub>
                          </m:sSub>
                        </m:e>
                      </m:d>
                    </m:oMath>
                  </m:oMathPara>
                </a14:m>
                <a:endParaRPr lang="en-US" sz="2200"/>
              </a:p>
            </p:txBody>
          </p:sp>
        </mc:Choice>
        <mc:Fallback xmlns="">
          <p:pic>
            <p:nvPicPr>
              <p:cNvPr id="102" name="Equation 102" descr="y_{n+1}=y_n+h\,f(t_n,y_n)"/>
              <p:cNvPicPr>
                <a:picLocks noChangeAspect="1"/>
              </p:cNvPicPr>
              <p:nvPr/>
            </p:nvPicPr>
            <p:blipFill>
              <a:blip r:embed="rId4"/>
              <a:stretch>
                <a:fillRect/>
              </a:stretch>
            </p:blipFill>
            <p:spPr>
              <a:xfrm>
                <a:off x="2112721" y="1737360"/>
                <a:ext cx="2906878" cy="362102"/>
              </a:xfrm>
              <a:prstGeom prst="rect">
                <a:avLst/>
              </a:prstGeom>
            </p:spPr>
          </p:pic>
        </mc:Fallback>
      </mc:AlternateContent>
      <p:sp>
        <p:nvSpPr>
          <p:cNvPr id="103" name="Text"/>
          <p:cNvSpPr txBox="1"/>
          <p:nvPr/>
        </p:nvSpPr>
        <p:spPr>
          <a:xfrm>
            <a:off x="548640" y="2331720"/>
            <a:ext cx="6035040" cy="777240"/>
          </a:xfrm>
          <a:prstGeom prst="rect">
            <a:avLst/>
          </a:prstGeom>
          <a:noFill/>
          <a:ln>
            <a:noFill/>
          </a:ln>
        </p:spPr>
        <p:txBody>
          <a:bodyPr wrap="square" lIns="73152" tIns="73152" rIns="73152" bIns="73152" rtlCol="0" anchor="t">
            <a:normAutofit/>
          </a:bodyPr>
          <a:lstStyle/>
          <a:p>
            <a:pPr algn="l">
              <a:spcAft>
                <a:spcPts val="600"/>
              </a:spcAft>
              <a:buNone/>
            </a:pPr>
            <a:r>
              <a:rPr lang="en-US" sz="1600" b="0" i="0" dirty="0">
                <a:solidFill>
                  <a:srgbClr val="002060"/>
                </a:solidFill>
                <a:latin typeface="LM Roman 10"/>
                <a:cs typeface="LM Roman 10"/>
              </a:rPr>
              <a:t>Error O(h²) per step × (b − a)/h steps  ⇒  global error O(h): a first-order method.</a:t>
            </a:r>
            <a:endParaRPr lang="en-US" sz="1600"/>
          </a:p>
        </p:txBody>
      </p:sp>
      <p:graphicFrame>
        <p:nvGraphicFramePr>
          <p:cNvPr id="104" name="Table"/>
          <p:cNvGraphicFramePr>
            <a:graphicFrameLocks noGrp="1"/>
          </p:cNvGraphicFramePr>
          <p:nvPr/>
        </p:nvGraphicFramePr>
        <p:xfrm>
          <a:off x="685800" y="3108960"/>
          <a:ext cx="5760720" cy="1645920"/>
        </p:xfrm>
        <a:graphic>
          <a:graphicData uri="http://schemas.openxmlformats.org/drawingml/2006/table">
            <a:tbl>
              <a:tblPr firstRow="1" bandRow="1"/>
              <a:tblGrid>
                <a:gridCol w="11887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329184">
                <a:tc>
                  <a:txBody>
                    <a:bodyPr/>
                    <a:lstStyle/>
                    <a:p>
                      <a:pPr algn="l">
                        <a:spcAft>
                          <a:spcPts val="0"/>
                        </a:spcAft>
                        <a:buNone/>
                      </a:pPr>
                      <a:r>
                        <a:rPr lang="en-US" sz="1500" b="1" i="0" dirty="0">
                          <a:solidFill>
                            <a:srgbClr val="FFFFFF"/>
                          </a:solidFill>
                          <a:latin typeface="LM Roman 10"/>
                          <a:cs typeface="LM Roman 10"/>
                        </a:rPr>
                        <a:t>h</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002060"/>
                    </a:solidFill>
                  </a:tcPr>
                </a:tc>
                <a:tc>
                  <a:txBody>
                    <a:bodyPr/>
                    <a:lstStyle/>
                    <a:p>
                      <a:pPr algn="l">
                        <a:spcAft>
                          <a:spcPts val="0"/>
                        </a:spcAft>
                        <a:buNone/>
                      </a:pPr>
                      <a:r>
                        <a:rPr lang="en-US" sz="1500" b="1" i="0" dirty="0">
                          <a:solidFill>
                            <a:srgbClr val="FFFFFF"/>
                          </a:solidFill>
                          <a:latin typeface="LM Roman 10"/>
                          <a:cs typeface="LM Roman 10"/>
                        </a:rPr>
                        <a:t>Euler y(2)</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002060"/>
                    </a:solidFill>
                  </a:tcPr>
                </a:tc>
                <a:tc>
                  <a:txBody>
                    <a:bodyPr/>
                    <a:lstStyle/>
                    <a:p>
                      <a:pPr algn="l">
                        <a:spcAft>
                          <a:spcPts val="0"/>
                        </a:spcAft>
                        <a:buNone/>
                      </a:pPr>
                      <a:r>
                        <a:rPr lang="en-US" sz="1500" b="1" i="0" dirty="0">
                          <a:solidFill>
                            <a:srgbClr val="FFFFFF"/>
                          </a:solidFill>
                          <a:latin typeface="LM Roman 10"/>
                          <a:cs typeface="LM Roman 10"/>
                        </a:rPr>
                        <a:t>error</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002060"/>
                    </a:solidFill>
                  </a:tcPr>
                </a:tc>
                <a:tc>
                  <a:txBody>
                    <a:bodyPr/>
                    <a:lstStyle/>
                    <a:p>
                      <a:pPr algn="l">
                        <a:spcAft>
                          <a:spcPts val="0"/>
                        </a:spcAft>
                        <a:buNone/>
                      </a:pPr>
                      <a:r>
                        <a:rPr lang="en-US" sz="1500" b="1" i="0" dirty="0">
                          <a:solidFill>
                            <a:srgbClr val="FFFFFF"/>
                          </a:solidFill>
                          <a:latin typeface="LM Roman 10"/>
                          <a:cs typeface="LM Roman 10"/>
                        </a:rPr>
                        <a:t>ratio</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002060"/>
                    </a:solidFill>
                  </a:tcPr>
                </a:tc>
                <a:extLst>
                  <a:ext uri="{0D108BD9-81ED-4DB2-BD59-A6C34878D82A}">
                    <a16:rowId xmlns:a16="http://schemas.microsoft.com/office/drawing/2014/main" val="10000"/>
                  </a:ext>
                </a:extLst>
              </a:tr>
              <a:tr h="329184">
                <a:tc>
                  <a:txBody>
                    <a:bodyPr/>
                    <a:lstStyle/>
                    <a:p>
                      <a:pPr algn="l">
                        <a:spcAft>
                          <a:spcPts val="0"/>
                        </a:spcAft>
                        <a:buNone/>
                      </a:pPr>
                      <a:r>
                        <a:rPr lang="en-US" sz="1500" b="0" i="0" dirty="0">
                          <a:solidFill>
                            <a:srgbClr val="002060"/>
                          </a:solidFill>
                          <a:latin typeface="LM Roman 10"/>
                          <a:cs typeface="LM Roman 10"/>
                        </a:rPr>
                        <a:t>1</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tc>
                  <a:txBody>
                    <a:bodyPr/>
                    <a:lstStyle/>
                    <a:p>
                      <a:pPr algn="l">
                        <a:spcAft>
                          <a:spcPts val="0"/>
                        </a:spcAft>
                        <a:buNone/>
                      </a:pPr>
                      <a:r>
                        <a:rPr lang="en-US" sz="1500" b="0" i="0" dirty="0">
                          <a:solidFill>
                            <a:srgbClr val="002060"/>
                          </a:solidFill>
                          <a:latin typeface="LM Roman 10"/>
                          <a:cs typeface="LM Roman 10"/>
                        </a:rPr>
                        <a:t>1.92593</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tc>
                  <a:txBody>
                    <a:bodyPr/>
                    <a:lstStyle/>
                    <a:p>
                      <a:pPr algn="l">
                        <a:spcAft>
                          <a:spcPts val="0"/>
                        </a:spcAft>
                        <a:buNone/>
                      </a:pPr>
                      <a:r>
                        <a:rPr lang="en-US" sz="1500" b="0" i="0" dirty="0">
                          <a:solidFill>
                            <a:srgbClr val="002060"/>
                          </a:solidFill>
                          <a:latin typeface="LM Roman 10"/>
                          <a:cs typeface="LM Roman 10"/>
                        </a:rPr>
                        <a:t>1.0741</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tc>
                  <a:txBody>
                    <a:bodyPr/>
                    <a:lstStyle/>
                    <a:p>
                      <a:pPr algn="l">
                        <a:spcAft>
                          <a:spcPts val="0"/>
                        </a:spcAft>
                        <a:buNone/>
                      </a:pPr>
                      <a:r>
                        <a:rPr lang="en-US" sz="1500" b="0" i="0" dirty="0">
                          <a:solidFill>
                            <a:srgbClr val="002060"/>
                          </a:solidFill>
                          <a:latin typeface="LM Roman 10"/>
                          <a:cs typeface="LM Roman 10"/>
                        </a:rPr>
                        <a:t>—</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extLst>
                  <a:ext uri="{0D108BD9-81ED-4DB2-BD59-A6C34878D82A}">
                    <a16:rowId xmlns:a16="http://schemas.microsoft.com/office/drawing/2014/main" val="10001"/>
                  </a:ext>
                </a:extLst>
              </a:tr>
              <a:tr h="329184">
                <a:tc>
                  <a:txBody>
                    <a:bodyPr/>
                    <a:lstStyle/>
                    <a:p>
                      <a:pPr algn="l">
                        <a:spcAft>
                          <a:spcPts val="0"/>
                        </a:spcAft>
                        <a:buNone/>
                      </a:pPr>
                      <a:r>
                        <a:rPr lang="en-US" sz="1500" b="0" i="0" dirty="0">
                          <a:solidFill>
                            <a:srgbClr val="002060"/>
                          </a:solidFill>
                          <a:latin typeface="LM Roman 10"/>
                          <a:cs typeface="LM Roman 10"/>
                        </a:rPr>
                        <a:t>0.5</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EAF0F8"/>
                    </a:solidFill>
                  </a:tcPr>
                </a:tc>
                <a:tc>
                  <a:txBody>
                    <a:bodyPr/>
                    <a:lstStyle/>
                    <a:p>
                      <a:pPr algn="l">
                        <a:spcAft>
                          <a:spcPts val="0"/>
                        </a:spcAft>
                        <a:buNone/>
                      </a:pPr>
                      <a:r>
                        <a:rPr lang="en-US" sz="1500" b="0" i="0" dirty="0">
                          <a:solidFill>
                            <a:srgbClr val="002060"/>
                          </a:solidFill>
                          <a:latin typeface="LM Roman 10"/>
                          <a:cs typeface="LM Roman 10"/>
                        </a:rPr>
                        <a:t>2.20861</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EAF0F8"/>
                    </a:solidFill>
                  </a:tcPr>
                </a:tc>
                <a:tc>
                  <a:txBody>
                    <a:bodyPr/>
                    <a:lstStyle/>
                    <a:p>
                      <a:pPr algn="l">
                        <a:spcAft>
                          <a:spcPts val="0"/>
                        </a:spcAft>
                        <a:buNone/>
                      </a:pPr>
                      <a:r>
                        <a:rPr lang="en-US" sz="1500" b="0" i="0" dirty="0">
                          <a:solidFill>
                            <a:srgbClr val="002060"/>
                          </a:solidFill>
                          <a:latin typeface="LM Roman 10"/>
                          <a:cs typeface="LM Roman 10"/>
                        </a:rPr>
                        <a:t>0.7914</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EAF0F8"/>
                    </a:solidFill>
                  </a:tcPr>
                </a:tc>
                <a:tc>
                  <a:txBody>
                    <a:bodyPr/>
                    <a:lstStyle/>
                    <a:p>
                      <a:pPr algn="l">
                        <a:spcAft>
                          <a:spcPts val="0"/>
                        </a:spcAft>
                        <a:buNone/>
                      </a:pPr>
                      <a:r>
                        <a:rPr lang="en-US" sz="1500" b="0" i="0" dirty="0">
                          <a:solidFill>
                            <a:srgbClr val="002060"/>
                          </a:solidFill>
                          <a:latin typeface="LM Roman 10"/>
                          <a:cs typeface="LM Roman 10"/>
                        </a:rPr>
                        <a:t>0.74</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EAF0F8"/>
                    </a:solidFill>
                  </a:tcPr>
                </a:tc>
                <a:extLst>
                  <a:ext uri="{0D108BD9-81ED-4DB2-BD59-A6C34878D82A}">
                    <a16:rowId xmlns:a16="http://schemas.microsoft.com/office/drawing/2014/main" val="10002"/>
                  </a:ext>
                </a:extLst>
              </a:tr>
              <a:tr h="329184">
                <a:tc>
                  <a:txBody>
                    <a:bodyPr/>
                    <a:lstStyle/>
                    <a:p>
                      <a:pPr algn="l">
                        <a:spcAft>
                          <a:spcPts val="0"/>
                        </a:spcAft>
                        <a:buNone/>
                      </a:pPr>
                      <a:r>
                        <a:rPr lang="en-US" sz="1500" b="0" i="0" dirty="0">
                          <a:solidFill>
                            <a:srgbClr val="002060"/>
                          </a:solidFill>
                          <a:latin typeface="LM Roman 10"/>
                          <a:cs typeface="LM Roman 10"/>
                        </a:rPr>
                        <a:t>0.25</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tc>
                  <a:txBody>
                    <a:bodyPr/>
                    <a:lstStyle/>
                    <a:p>
                      <a:pPr algn="l">
                        <a:spcAft>
                          <a:spcPts val="0"/>
                        </a:spcAft>
                        <a:buNone/>
                      </a:pPr>
                      <a:r>
                        <a:rPr lang="en-US" sz="1500" b="0" i="0" dirty="0">
                          <a:solidFill>
                            <a:srgbClr val="002060"/>
                          </a:solidFill>
                          <a:latin typeface="LM Roman 10"/>
                          <a:cs typeface="LM Roman 10"/>
                        </a:rPr>
                        <a:t>2.47249</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tc>
                  <a:txBody>
                    <a:bodyPr/>
                    <a:lstStyle/>
                    <a:p>
                      <a:pPr algn="l">
                        <a:spcAft>
                          <a:spcPts val="0"/>
                        </a:spcAft>
                        <a:buNone/>
                      </a:pPr>
                      <a:r>
                        <a:rPr lang="en-US" sz="1500" b="0" i="0" dirty="0">
                          <a:solidFill>
                            <a:srgbClr val="002060"/>
                          </a:solidFill>
                          <a:latin typeface="LM Roman 10"/>
                          <a:cs typeface="LM Roman 10"/>
                        </a:rPr>
                        <a:t>0.5275</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tc>
                  <a:txBody>
                    <a:bodyPr/>
                    <a:lstStyle/>
                    <a:p>
                      <a:pPr algn="l">
                        <a:spcAft>
                          <a:spcPts val="0"/>
                        </a:spcAft>
                        <a:buNone/>
                      </a:pPr>
                      <a:r>
                        <a:rPr lang="en-US" sz="1500" b="0" i="0" dirty="0">
                          <a:solidFill>
                            <a:srgbClr val="002060"/>
                          </a:solidFill>
                          <a:latin typeface="LM Roman 10"/>
                          <a:cs typeface="LM Roman 10"/>
                        </a:rPr>
                        <a:t>0.67</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extLst>
                  <a:ext uri="{0D108BD9-81ED-4DB2-BD59-A6C34878D82A}">
                    <a16:rowId xmlns:a16="http://schemas.microsoft.com/office/drawing/2014/main" val="10003"/>
                  </a:ext>
                </a:extLst>
              </a:tr>
              <a:tr h="329184">
                <a:tc>
                  <a:txBody>
                    <a:bodyPr/>
                    <a:lstStyle/>
                    <a:p>
                      <a:pPr algn="l">
                        <a:spcAft>
                          <a:spcPts val="0"/>
                        </a:spcAft>
                        <a:buNone/>
                      </a:pPr>
                      <a:r>
                        <a:rPr lang="en-US" sz="1500" b="0" i="0" dirty="0">
                          <a:solidFill>
                            <a:srgbClr val="002060"/>
                          </a:solidFill>
                          <a:latin typeface="LM Roman 10"/>
                          <a:cs typeface="LM Roman 10"/>
                        </a:rPr>
                        <a:t>0.125</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EAF0F8"/>
                    </a:solidFill>
                  </a:tcPr>
                </a:tc>
                <a:tc>
                  <a:txBody>
                    <a:bodyPr/>
                    <a:lstStyle/>
                    <a:p>
                      <a:pPr algn="l">
                        <a:spcAft>
                          <a:spcPts val="0"/>
                        </a:spcAft>
                        <a:buNone/>
                      </a:pPr>
                      <a:r>
                        <a:rPr lang="en-US" sz="1500" b="0" i="0" dirty="0">
                          <a:solidFill>
                            <a:srgbClr val="002060"/>
                          </a:solidFill>
                          <a:latin typeface="LM Roman 10"/>
                          <a:cs typeface="LM Roman 10"/>
                        </a:rPr>
                        <a:t>2.68034</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EAF0F8"/>
                    </a:solidFill>
                  </a:tcPr>
                </a:tc>
                <a:tc>
                  <a:txBody>
                    <a:bodyPr/>
                    <a:lstStyle/>
                    <a:p>
                      <a:pPr algn="l">
                        <a:spcAft>
                          <a:spcPts val="0"/>
                        </a:spcAft>
                        <a:buNone/>
                      </a:pPr>
                      <a:r>
                        <a:rPr lang="en-US" sz="1500" b="0" i="0" dirty="0">
                          <a:solidFill>
                            <a:srgbClr val="002060"/>
                          </a:solidFill>
                          <a:latin typeface="LM Roman 10"/>
                          <a:cs typeface="LM Roman 10"/>
                        </a:rPr>
                        <a:t>0.3197</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EAF0F8"/>
                    </a:solidFill>
                  </a:tcPr>
                </a:tc>
                <a:tc>
                  <a:txBody>
                    <a:bodyPr/>
                    <a:lstStyle/>
                    <a:p>
                      <a:pPr algn="l">
                        <a:spcAft>
                          <a:spcPts val="0"/>
                        </a:spcAft>
                        <a:buNone/>
                      </a:pPr>
                      <a:r>
                        <a:rPr lang="en-US" sz="1500" b="0" i="0" dirty="0">
                          <a:solidFill>
                            <a:srgbClr val="002060"/>
                          </a:solidFill>
                          <a:latin typeface="LM Roman 10"/>
                          <a:cs typeface="LM Roman 10"/>
                        </a:rPr>
                        <a:t>0.61</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EAF0F8"/>
                    </a:solidFill>
                  </a:tcPr>
                </a:tc>
                <a:extLst>
                  <a:ext uri="{0D108BD9-81ED-4DB2-BD59-A6C34878D82A}">
                    <a16:rowId xmlns:a16="http://schemas.microsoft.com/office/drawing/2014/main" val="10004"/>
                  </a:ext>
                </a:extLst>
              </a:tr>
            </a:tbl>
          </a:graphicData>
        </a:graphic>
      </p:graphicFrame>
      <p:sp>
        <p:nvSpPr>
          <p:cNvPr id="105" name="Text"/>
          <p:cNvSpPr txBox="1"/>
          <p:nvPr/>
        </p:nvSpPr>
        <p:spPr>
          <a:xfrm>
            <a:off x="548640" y="4800600"/>
            <a:ext cx="6035040" cy="411480"/>
          </a:xfrm>
          <a:prstGeom prst="rect">
            <a:avLst/>
          </a:prstGeom>
          <a:noFill/>
          <a:ln>
            <a:noFill/>
          </a:ln>
        </p:spPr>
        <p:txBody>
          <a:bodyPr wrap="square" lIns="73152" tIns="73152" rIns="73152" bIns="73152" rtlCol="0" anchor="t">
            <a:normAutofit/>
          </a:bodyPr>
          <a:lstStyle/>
          <a:p>
            <a:pPr algn="l">
              <a:spcAft>
                <a:spcPts val="600"/>
              </a:spcAft>
              <a:buNone/>
            </a:pPr>
            <a:r>
              <a:rPr lang="en-US" sz="1300" b="0" i="1" dirty="0">
                <a:solidFill>
                  <a:srgbClr val="5D6675"/>
                </a:solidFill>
                <a:latin typeface="LM Roman 10"/>
                <a:cs typeface="LM Roman 10"/>
              </a:rPr>
              <a:t>y′ = y²/3, y(0) = 1, exact y(2) = 3 (Lebl, Table 1.7.1)</a:t>
            </a:r>
            <a:endParaRPr lang="en-US" sz="1300"/>
          </a:p>
        </p:txBody>
      </p:sp>
      <p:sp>
        <p:nvSpPr>
          <p:cNvPr id="106" name="Text"/>
          <p:cNvSpPr txBox="1"/>
          <p:nvPr/>
        </p:nvSpPr>
        <p:spPr>
          <a:xfrm>
            <a:off x="548640" y="5212080"/>
            <a:ext cx="6035040" cy="960120"/>
          </a:xfrm>
          <a:prstGeom prst="roundRect">
            <a:avLst>
              <a:gd name="adj" fmla="val 8000"/>
            </a:avLst>
          </a:prstGeom>
          <a:solidFill>
            <a:srgbClr val="FDF0E6"/>
          </a:solidFill>
          <a:ln>
            <a:noFill/>
          </a:ln>
        </p:spPr>
        <p:txBody>
          <a:bodyPr wrap="square" lIns="109728" tIns="109728" rIns="109728" bIns="109728" rtlCol="0" anchor="t">
            <a:normAutofit/>
          </a:bodyPr>
          <a:lstStyle/>
          <a:p>
            <a:pPr algn="l">
              <a:spcAft>
                <a:spcPts val="0"/>
              </a:spcAft>
              <a:buNone/>
            </a:pPr>
            <a:r>
              <a:rPr lang="en-US" sz="1500" b="1" i="0" dirty="0">
                <a:solidFill>
                  <a:srgbClr val="BF6019"/>
                </a:solidFill>
                <a:latin typeface="LM Roman 10"/>
                <a:cs typeface="LM Roman 10"/>
              </a:rPr>
              <a:t>Pitfall (Lebl, Table 1.7.2): </a:t>
            </a:r>
            <a:r>
              <a:rPr lang="en-US" sz="1500" b="0" i="0" dirty="0">
                <a:solidFill>
                  <a:srgbClr val="002060"/>
                </a:solidFill>
                <a:latin typeface="LM Roman 10"/>
                <a:cs typeface="LM Roman 10"/>
              </a:rPr>
              <a:t>the solution blows up at x = 3, yet Euler returns y(3) ≈ 3.16, 4.54, 6.86, 10.80 as h halves.</a:t>
            </a:r>
            <a:endParaRPr lang="en-US" sz="1500"/>
          </a:p>
        </p:txBody>
      </p:sp>
      <p:pic>
        <p:nvPicPr>
          <p:cNvPr id="107" name="Figure euler" descr="Euler polygons for three step sizes and the exact solution"/>
          <p:cNvPicPr>
            <a:picLocks noChangeAspect="1"/>
          </p:cNvPicPr>
          <p:nvPr/>
        </p:nvPicPr>
        <p:blipFill>
          <a:blip r:embed="rId5"/>
          <a:stretch>
            <a:fillRect/>
          </a:stretch>
        </p:blipFill>
        <p:spPr>
          <a:xfrm>
            <a:off x="6766560" y="1814436"/>
            <a:ext cx="4937760" cy="3686328"/>
          </a:xfrm>
          <a:prstGeom prst="rect">
            <a:avLst/>
          </a:prstGeom>
        </p:spPr>
      </p:pic>
    </p:spTree>
    <p:extLst>
      <p:ext uri="{BB962C8B-B14F-4D97-AF65-F5344CB8AC3E}">
        <p14:creationId xmlns:p14="http://schemas.microsoft.com/office/powerpoint/2010/main" val="2916294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sellaDiTesto 8">
            <a:extLst>
              <a:ext uri="{FF2B5EF4-FFF2-40B4-BE49-F238E27FC236}">
                <a16:creationId xmlns:a16="http://schemas.microsoft.com/office/drawing/2014/main" id="{DCBD4D79-28C1-B4DA-B365-AA192D69F1BD}"/>
              </a:ext>
            </a:extLst>
          </p:cNvPr>
          <p:cNvSpPr txBox="1"/>
          <p:nvPr/>
        </p:nvSpPr>
        <p:spPr>
          <a:xfrm>
            <a:off x="682172" y="583364"/>
            <a:ext cx="10827657" cy="1631216"/>
          </a:xfrm>
          <a:prstGeom prst="rect">
            <a:avLst/>
          </a:prstGeom>
          <a:noFill/>
        </p:spPr>
        <p:txBody>
          <a:bodyPr wrap="square" rtlCol="0" anchor="ctr" anchorCtr="0">
            <a:spAutoFit/>
          </a:bodyPr>
          <a:lstStyle/>
          <a:p>
            <a:pPr algn="ctr">
              <a:lnSpc>
                <a:spcPct val="150000"/>
              </a:lnSpc>
            </a:pPr>
            <a:r>
              <a:rPr lang="en-US" sz="4000" b="1" dirty="0">
                <a:solidFill>
                  <a:schemeClr val="accent5">
                    <a:lumMod val="75000"/>
                  </a:schemeClr>
                </a:solidFill>
                <a:latin typeface="LM Roman 10" panose="00000500000000000000" pitchFamily="2" charset="0"/>
              </a:rPr>
              <a:t>Section IV</a:t>
            </a:r>
          </a:p>
          <a:p>
            <a:pPr algn="ctr"/>
            <a:r>
              <a:rPr lang="en-US" sz="4000" b="1" dirty="0">
                <a:solidFill>
                  <a:srgbClr val="002060"/>
                </a:solidFill>
                <a:latin typeface="LM Roman 10" panose="00000500000000000000" pitchFamily="2" charset="0"/>
              </a:rPr>
              <a:t>Second-order linear equations</a:t>
            </a:r>
            <a:endParaRPr lang="it-IT" sz="4000" b="1" dirty="0">
              <a:solidFill>
                <a:srgbClr val="002060"/>
              </a:solidFill>
              <a:latin typeface="LM Roman 10" panose="00000500000000000000" pitchFamily="2" charset="0"/>
            </a:endParaRPr>
          </a:p>
        </p:txBody>
      </p:sp>
      <p:sp>
        <p:nvSpPr>
          <p:cNvPr id="10" name="CasellaDiTesto 9">
            <a:extLst>
              <a:ext uri="{FF2B5EF4-FFF2-40B4-BE49-F238E27FC236}">
                <a16:creationId xmlns:a16="http://schemas.microsoft.com/office/drawing/2014/main" id="{4D17C72F-D4A5-42BD-B7F1-702121C5C12E}"/>
              </a:ext>
            </a:extLst>
          </p:cNvPr>
          <p:cNvSpPr txBox="1"/>
          <p:nvPr/>
        </p:nvSpPr>
        <p:spPr>
          <a:xfrm>
            <a:off x="682172" y="3530784"/>
            <a:ext cx="10827657" cy="1169551"/>
          </a:xfrm>
          <a:prstGeom prst="rect">
            <a:avLst/>
          </a:prstGeom>
          <a:noFill/>
        </p:spPr>
        <p:txBody>
          <a:bodyPr wrap="square" rtlCol="0" anchor="ctr" anchorCtr="0">
            <a:spAutoFit/>
          </a:bodyPr>
          <a:lstStyle/>
          <a:p>
            <a:pPr algn="ctr">
              <a:lnSpc>
                <a:spcPct val="150000"/>
              </a:lnSpc>
            </a:pPr>
            <a:r>
              <a:rPr lang="en-US" sz="2600" b="1" dirty="0">
                <a:solidFill>
                  <a:schemeClr val="accent5">
                    <a:lumMod val="75000"/>
                  </a:schemeClr>
                </a:solidFill>
                <a:latin typeface="LM Roman 10" panose="00000500000000000000" pitchFamily="2" charset="0"/>
              </a:rPr>
              <a:t>Two solutions are enough, if they are independent.</a:t>
            </a:r>
          </a:p>
          <a:p>
            <a:pPr algn="ctr"/>
            <a:r>
              <a:rPr lang="en-US" sz="2600" b="1" dirty="0">
                <a:solidFill>
                  <a:srgbClr val="002060"/>
                </a:solidFill>
                <a:latin typeface="LM Roman 10" panose="00000500000000000000" pitchFamily="2" charset="0"/>
              </a:rPr>
              <a:t>Wronskian · Abel · characteristic equation · vibrations</a:t>
            </a:r>
            <a:endParaRPr lang="it-IT" sz="2600" b="1" dirty="0">
              <a:solidFill>
                <a:srgbClr val="002060"/>
              </a:solidFill>
              <a:latin typeface="LM Roman 10" panose="00000500000000000000" pitchFamily="2" charset="0"/>
            </a:endParaRPr>
          </a:p>
        </p:txBody>
      </p:sp>
      <p:sp>
        <p:nvSpPr>
          <p:cNvPr id="12" name="CasellaDiTesto 11">
            <a:extLst>
              <a:ext uri="{FF2B5EF4-FFF2-40B4-BE49-F238E27FC236}">
                <a16:creationId xmlns:a16="http://schemas.microsoft.com/office/drawing/2014/main" id="{B0026313-E14F-1CA4-25A7-055ED2064021}"/>
              </a:ext>
            </a:extLst>
          </p:cNvPr>
          <p:cNvSpPr txBox="1"/>
          <p:nvPr/>
        </p:nvSpPr>
        <p:spPr>
          <a:xfrm>
            <a:off x="0" y="6016539"/>
            <a:ext cx="7145867" cy="669927"/>
          </a:xfrm>
          <a:prstGeom prst="rect">
            <a:avLst/>
          </a:prstGeom>
          <a:noFill/>
        </p:spPr>
        <p:txBody>
          <a:bodyPr wrap="square">
            <a:spAutoFit/>
          </a:bodyPr>
          <a:lstStyle/>
          <a:p>
            <a:pPr>
              <a:lnSpc>
                <a:spcPct val="150000"/>
              </a:lnSpc>
            </a:pPr>
            <a:r>
              <a:rPr lang="en-US" sz="2800" b="1" dirty="0">
                <a:solidFill>
                  <a:schemeClr val="accent5">
                    <a:lumMod val="75000"/>
                  </a:schemeClr>
                </a:solidFill>
                <a:latin typeface="LM Roman 10" panose="00000500000000000000" pitchFamily="2" charset="0"/>
              </a:rPr>
              <a:t>01. Modelling with ODEs</a:t>
            </a:r>
            <a:endParaRPr lang="en-US" sz="2400" b="1" dirty="0">
              <a:solidFill>
                <a:schemeClr val="accent5">
                  <a:lumMod val="75000"/>
                </a:schemeClr>
              </a:solidFill>
              <a:latin typeface="LM Roman 10" panose="00000500000000000000" pitchFamily="2" charset="0"/>
            </a:endParaRPr>
          </a:p>
        </p:txBody>
      </p:sp>
      <p:pic>
        <p:nvPicPr>
          <p:cNvPr id="15" name="Picture 2">
            <a:extLst>
              <a:ext uri="{FF2B5EF4-FFF2-40B4-BE49-F238E27FC236}">
                <a16:creationId xmlns:a16="http://schemas.microsoft.com/office/drawing/2014/main" id="{6453012C-8DDA-BD47-032A-B1F0D7AE4F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02397" y="4649527"/>
            <a:ext cx="2215935" cy="22159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67038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B7FC9-7303-2DDF-22D9-A375F9FCBA42}"/>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2C760A3E-FF45-F647-68B2-6F941F0FE03D}"/>
              </a:ext>
            </a:extLst>
          </p:cNvPr>
          <p:cNvSpPr/>
          <p:nvPr/>
        </p:nvSpPr>
        <p:spPr>
          <a:xfrm>
            <a:off x="0" y="6309106"/>
            <a:ext cx="12192000" cy="549124"/>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piè di pagina 1">
            <a:extLst>
              <a:ext uri="{FF2B5EF4-FFF2-40B4-BE49-F238E27FC236}">
                <a16:creationId xmlns:a16="http://schemas.microsoft.com/office/drawing/2014/main" id="{D93F69B5-A372-36E1-C0D1-892D9A6B88D5}"/>
              </a:ext>
            </a:extLst>
          </p:cNvPr>
          <p:cNvSpPr>
            <a:spLocks noGrp="1"/>
          </p:cNvSpPr>
          <p:nvPr>
            <p:ph type="ftr" sz="quarter" idx="11"/>
          </p:nvPr>
        </p:nvSpPr>
        <p:spPr>
          <a:xfrm>
            <a:off x="4038600" y="6448272"/>
            <a:ext cx="4114800" cy="365125"/>
          </a:xfrm>
        </p:spPr>
        <p:txBody>
          <a:bodyPr/>
          <a:lstStyle/>
          <a:p>
            <a:r>
              <a:rPr lang="en-US" sz="1600" dirty="0">
                <a:solidFill>
                  <a:srgbClr val="002060"/>
                </a:solidFill>
              </a:rPr>
              <a:t>MATH 331: Differential Equations</a:t>
            </a:r>
          </a:p>
        </p:txBody>
      </p:sp>
      <p:sp>
        <p:nvSpPr>
          <p:cNvPr id="6" name="CasellaDiTesto 5">
            <a:extLst>
              <a:ext uri="{FF2B5EF4-FFF2-40B4-BE49-F238E27FC236}">
                <a16:creationId xmlns:a16="http://schemas.microsoft.com/office/drawing/2014/main" id="{8495B6C3-1F7A-7299-D7B8-F42087CCE23B}"/>
              </a:ext>
            </a:extLst>
          </p:cNvPr>
          <p:cNvSpPr txBox="1"/>
          <p:nvPr/>
        </p:nvSpPr>
        <p:spPr>
          <a:xfrm>
            <a:off x="981880" y="330553"/>
            <a:ext cx="10424160" cy="707886"/>
          </a:xfrm>
          <a:prstGeom prst="rect">
            <a:avLst/>
          </a:prstGeom>
          <a:noFill/>
        </p:spPr>
        <p:txBody>
          <a:bodyPr wrap="square" rtlCol="0" anchor="ctr" anchorCtr="0">
            <a:spAutoFit/>
          </a:bodyPr>
          <a:lstStyle/>
          <a:p>
            <a:r>
              <a:rPr lang="en-US" sz="4000" b="1" dirty="0">
                <a:solidFill>
                  <a:srgbClr val="002060"/>
                </a:solidFill>
                <a:latin typeface="LM Roman 10" panose="00000500000000000000" pitchFamily="2" charset="0"/>
              </a:rPr>
              <a:t>Second order: the Wronskian</a:t>
            </a:r>
            <a:endParaRPr lang="it-IT" sz="4000" b="1" dirty="0">
              <a:solidFill>
                <a:srgbClr val="002060"/>
              </a:solidFill>
              <a:latin typeface="LM Roman 10" panose="00000500000000000000" pitchFamily="2" charset="0"/>
            </a:endParaRPr>
          </a:p>
        </p:txBody>
      </p:sp>
      <p:sp>
        <p:nvSpPr>
          <p:cNvPr id="13" name="Segnaposto numero diapositiva 14">
            <a:extLst>
              <a:ext uri="{FF2B5EF4-FFF2-40B4-BE49-F238E27FC236}">
                <a16:creationId xmlns:a16="http://schemas.microsoft.com/office/drawing/2014/main" id="{309AE5C9-EEDD-A311-4493-9CAABB78FFA5}"/>
              </a:ext>
            </a:extLst>
          </p:cNvPr>
          <p:cNvSpPr txBox="1">
            <a:spLocks/>
          </p:cNvSpPr>
          <p:nvPr/>
        </p:nvSpPr>
        <p:spPr>
          <a:xfrm>
            <a:off x="9072638" y="6401105"/>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06BB8CB-C112-4AF1-992B-2BAB7191A575}" type="slidenum">
              <a:rPr lang="it-IT" sz="1600" b="1" smtClean="0">
                <a:solidFill>
                  <a:srgbClr val="002060"/>
                </a:solidFill>
              </a:rPr>
              <a:pPr/>
              <a:t>18</a:t>
            </a:fld>
            <a:endParaRPr lang="it-IT" sz="1600" b="1" dirty="0">
              <a:solidFill>
                <a:srgbClr val="002060"/>
              </a:solidFill>
            </a:endParaRPr>
          </a:p>
        </p:txBody>
      </p:sp>
      <p:grpSp>
        <p:nvGrpSpPr>
          <p:cNvPr id="32" name="Gruppo 31">
            <a:extLst>
              <a:ext uri="{FF2B5EF4-FFF2-40B4-BE49-F238E27FC236}">
                <a16:creationId xmlns:a16="http://schemas.microsoft.com/office/drawing/2014/main" id="{2E62AB85-3A93-A286-6E45-A75C8BBC09DC}"/>
              </a:ext>
            </a:extLst>
          </p:cNvPr>
          <p:cNvGrpSpPr/>
          <p:nvPr/>
        </p:nvGrpSpPr>
        <p:grpSpPr>
          <a:xfrm>
            <a:off x="14040" y="6251906"/>
            <a:ext cx="1906650" cy="626303"/>
            <a:chOff x="5403712" y="2704688"/>
            <a:chExt cx="2490081" cy="817950"/>
          </a:xfrm>
        </p:grpSpPr>
        <p:pic>
          <p:nvPicPr>
            <p:cNvPr id="33" name="Picture 2">
              <a:extLst>
                <a:ext uri="{FF2B5EF4-FFF2-40B4-BE49-F238E27FC236}">
                  <a16:creationId xmlns:a16="http://schemas.microsoft.com/office/drawing/2014/main" id="{567C9C09-B8D1-EC23-4AAB-A073BA2576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1602"/>
            <a:stretch/>
          </p:blipFill>
          <p:spPr bwMode="auto">
            <a:xfrm>
              <a:off x="5403712" y="2704688"/>
              <a:ext cx="1384576" cy="80856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a:extLst>
                <a:ext uri="{FF2B5EF4-FFF2-40B4-BE49-F238E27FC236}">
                  <a16:creationId xmlns:a16="http://schemas.microsoft.com/office/drawing/2014/main" id="{93869D14-1BA4-3490-7962-5A65832FA6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565"/>
            <a:stretch/>
          </p:blipFill>
          <p:spPr bwMode="auto">
            <a:xfrm>
              <a:off x="6509217" y="2907406"/>
              <a:ext cx="1384576" cy="615232"/>
            </a:xfrm>
            <a:prstGeom prst="rect">
              <a:avLst/>
            </a:prstGeom>
            <a:noFill/>
            <a:extLst>
              <a:ext uri="{909E8E84-426E-40DD-AFC4-6F175D3DCCD1}">
                <a14:hiddenFill xmlns:a14="http://schemas.microsoft.com/office/drawing/2010/main">
                  <a:solidFill>
                    <a:srgbClr val="FFFFFF"/>
                  </a:solidFill>
                </a14:hiddenFill>
              </a:ext>
            </a:extLst>
          </p:spPr>
        </p:pic>
      </p:grpSp>
      <mc:AlternateContent xmlns:mc="http://schemas.openxmlformats.org/markup-compatibility/2006" xmlns:a14="http://schemas.microsoft.com/office/drawing/2010/main">
        <mc:Choice Requires="a14">
          <p:sp>
            <p:nvSpPr>
              <p:cNvPr id="101" name="Equation 101"/>
              <p:cNvSpPr txBox="1"/>
              <p:nvPr/>
            </p:nvSpPr>
            <p:spPr>
              <a:xfrm>
                <a:off x="493776" y="1225296"/>
                <a:ext cx="3046781" cy="488594"/>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r>
                        <a:rPr lang="en-US" sz="2200" b="0" i="1">
                          <a:solidFill>
                            <a:srgbClr val="BF6019"/>
                          </a:solidFill>
                          <a:latin typeface="Cambria Math"/>
                          <a:cs typeface="Cambria Math"/>
                        </a:rPr>
                        <m:t>𝑦</m:t>
                      </m:r>
                      <m:r>
                        <a:rPr lang="en-US" sz="2200" b="0" i="0">
                          <a:solidFill>
                            <a:srgbClr val="BF6019"/>
                          </a:solidFill>
                          <a:latin typeface="Cambria Math"/>
                          <a:cs typeface="Cambria Math"/>
                        </a:rPr>
                        <m:t>″+</m:t>
                      </m:r>
                      <m:r>
                        <a:rPr lang="en-US" sz="2200" b="0" i="1">
                          <a:solidFill>
                            <a:srgbClr val="BF6019"/>
                          </a:solidFill>
                          <a:latin typeface="Cambria Math"/>
                          <a:cs typeface="Cambria Math"/>
                        </a:rPr>
                        <m:t>𝑝</m:t>
                      </m:r>
                      <m:d>
                        <m:dPr>
                          <m:ctrlPr>
                            <a:rPr lang="en-US" sz="2200" b="0" i="1">
                              <a:solidFill>
                                <a:srgbClr val="BF6019"/>
                              </a:solidFill>
                              <a:latin typeface="Cambria Math"/>
                              <a:cs typeface="Cambria Math"/>
                            </a:rPr>
                          </m:ctrlPr>
                        </m:dPr>
                        <m:e>
                          <m:r>
                            <a:rPr lang="en-US" sz="2200" b="0" i="1">
                              <a:solidFill>
                                <a:srgbClr val="BF6019"/>
                              </a:solidFill>
                              <a:latin typeface="Cambria Math"/>
                              <a:cs typeface="Cambria Math"/>
                            </a:rPr>
                            <m:t>𝑡</m:t>
                          </m:r>
                        </m:e>
                      </m:d>
                      <m:r>
                        <a:rPr lang="en-US" sz="2200" b="0" i="1">
                          <a:solidFill>
                            <a:srgbClr val="BF6019"/>
                          </a:solidFill>
                          <a:latin typeface="Cambria Math"/>
                          <a:cs typeface="Cambria Math"/>
                        </a:rPr>
                        <m:t> </m:t>
                      </m:r>
                      <m:r>
                        <a:rPr lang="en-US" sz="2200" b="0" i="1">
                          <a:solidFill>
                            <a:srgbClr val="BF6019"/>
                          </a:solidFill>
                          <a:latin typeface="Cambria Math"/>
                          <a:cs typeface="Cambria Math"/>
                        </a:rPr>
                        <m:t>𝑦</m:t>
                      </m:r>
                      <m:r>
                        <a:rPr lang="en-US" sz="2200" b="0" i="0">
                          <a:solidFill>
                            <a:srgbClr val="BF6019"/>
                          </a:solidFill>
                          <a:latin typeface="Cambria Math"/>
                          <a:cs typeface="Cambria Math"/>
                        </a:rPr>
                        <m:t>′+</m:t>
                      </m:r>
                      <m:r>
                        <a:rPr lang="en-US" sz="2200" b="0" i="1">
                          <a:solidFill>
                            <a:srgbClr val="BF6019"/>
                          </a:solidFill>
                          <a:latin typeface="Cambria Math"/>
                          <a:cs typeface="Cambria Math"/>
                        </a:rPr>
                        <m:t>𝑞</m:t>
                      </m:r>
                      <m:d>
                        <m:dPr>
                          <m:ctrlPr>
                            <a:rPr lang="en-US" sz="2200" b="0" i="1">
                              <a:solidFill>
                                <a:srgbClr val="BF6019"/>
                              </a:solidFill>
                              <a:latin typeface="Cambria Math"/>
                              <a:cs typeface="Cambria Math"/>
                            </a:rPr>
                          </m:ctrlPr>
                        </m:dPr>
                        <m:e>
                          <m:r>
                            <a:rPr lang="en-US" sz="2200" b="0" i="1">
                              <a:solidFill>
                                <a:srgbClr val="BF6019"/>
                              </a:solidFill>
                              <a:latin typeface="Cambria Math"/>
                              <a:cs typeface="Cambria Math"/>
                            </a:rPr>
                            <m:t>𝑡</m:t>
                          </m:r>
                        </m:e>
                      </m:d>
                      <m:r>
                        <a:rPr lang="en-US" sz="2200" b="0" i="1">
                          <a:solidFill>
                            <a:srgbClr val="BF6019"/>
                          </a:solidFill>
                          <a:latin typeface="Cambria Math"/>
                          <a:cs typeface="Cambria Math"/>
                        </a:rPr>
                        <m:t> </m:t>
                      </m:r>
                      <m:r>
                        <a:rPr lang="en-US" sz="2200" b="0" i="1">
                          <a:solidFill>
                            <a:srgbClr val="BF6019"/>
                          </a:solidFill>
                          <a:latin typeface="Cambria Math"/>
                          <a:cs typeface="Cambria Math"/>
                        </a:rPr>
                        <m:t>𝑦</m:t>
                      </m:r>
                      <m:r>
                        <a:rPr lang="en-US" sz="2200" b="0" i="0">
                          <a:solidFill>
                            <a:srgbClr val="BF6019"/>
                          </a:solidFill>
                          <a:latin typeface="Cambria Math"/>
                          <a:cs typeface="Cambria Math"/>
                        </a:rPr>
                        <m:t>=</m:t>
                      </m:r>
                      <m:r>
                        <a:rPr lang="en-US" sz="2200" b="0" i="1">
                          <a:solidFill>
                            <a:srgbClr val="BF6019"/>
                          </a:solidFill>
                          <a:latin typeface="Cambria Math"/>
                          <a:cs typeface="Cambria Math"/>
                        </a:rPr>
                        <m:t>0</m:t>
                      </m:r>
                    </m:oMath>
                  </m:oMathPara>
                </a14:m>
                <a:endParaRPr lang="en-US" sz="2200"/>
              </a:p>
            </p:txBody>
          </p:sp>
        </mc:Choice>
        <mc:Fallback xmlns="">
          <p:pic>
            <p:nvPicPr>
              <p:cNvPr id="101" name="Equation 101" descr="y''+p(t)\,y'+q(t)\,y=0"/>
              <p:cNvPicPr>
                <a:picLocks noChangeAspect="1"/>
              </p:cNvPicPr>
              <p:nvPr/>
            </p:nvPicPr>
            <p:blipFill>
              <a:blip r:embed="rId4"/>
              <a:stretch>
                <a:fillRect/>
              </a:stretch>
            </p:blipFill>
            <p:spPr>
              <a:xfrm>
                <a:off x="548640" y="1280160"/>
                <a:ext cx="2937053" cy="378866"/>
              </a:xfrm>
              <a:prstGeom prst="rect">
                <a:avLst/>
              </a:prstGeom>
            </p:spPr>
          </p:pic>
        </mc:Fallback>
      </mc:AlternateContent>
      <p:sp>
        <p:nvSpPr>
          <p:cNvPr id="102" name="Text"/>
          <p:cNvSpPr txBox="1"/>
          <p:nvPr/>
        </p:nvSpPr>
        <p:spPr>
          <a:xfrm>
            <a:off x="548640" y="1828800"/>
            <a:ext cx="5943600" cy="914400"/>
          </a:xfrm>
          <a:prstGeom prst="rect">
            <a:avLst/>
          </a:prstGeom>
          <a:noFill/>
          <a:ln>
            <a:noFill/>
          </a:ln>
        </p:spPr>
        <p:txBody>
          <a:bodyPr wrap="square" lIns="73152" tIns="73152" rIns="73152" bIns="73152" rtlCol="0" anchor="t">
            <a:normAutofit/>
          </a:bodyPr>
          <a:lstStyle/>
          <a:p>
            <a:pPr algn="l">
              <a:spcAft>
                <a:spcPts val="600"/>
              </a:spcAft>
              <a:buNone/>
            </a:pPr>
            <a:r>
              <a:rPr lang="en-US" sz="1700" b="1" i="0" dirty="0">
                <a:solidFill>
                  <a:srgbClr val="002060"/>
                </a:solidFill>
                <a:latin typeface="LM Roman 10"/>
                <a:cs typeface="LM Roman 10"/>
              </a:rPr>
              <a:t>Superposition: </a:t>
            </a:r>
            <a:r>
              <a:rPr lang="en-US" sz="1700" b="0" i="0" dirty="0">
                <a:solidFill>
                  <a:srgbClr val="002060"/>
                </a:solidFill>
                <a:latin typeface="LM Roman 10"/>
                <a:cs typeface="LM Roman 10"/>
              </a:rPr>
              <a:t>if y</a:t>
            </a:r>
            <a:r>
              <a:rPr lang="en-US" sz="1700" b="0" i="0" baseline="-25000" dirty="0">
                <a:solidFill>
                  <a:srgbClr val="002060"/>
                </a:solidFill>
                <a:latin typeface="LM Roman 10"/>
                <a:cs typeface="LM Roman 10"/>
              </a:rPr>
              <a:t>1</a:t>
            </a:r>
            <a:r>
              <a:rPr lang="en-US" sz="1700" b="0" i="0" dirty="0">
                <a:solidFill>
                  <a:srgbClr val="002060"/>
                </a:solidFill>
                <a:latin typeface="LM Roman 10"/>
                <a:cs typeface="LM Roman 10"/>
              </a:rPr>
              <a:t>, y</a:t>
            </a:r>
            <a:r>
              <a:rPr lang="en-US" sz="1700" b="0" i="0" baseline="-25000" dirty="0">
                <a:solidFill>
                  <a:srgbClr val="002060"/>
                </a:solidFill>
                <a:latin typeface="LM Roman 10"/>
                <a:cs typeface="LM Roman 10"/>
              </a:rPr>
              <a:t>2</a:t>
            </a:r>
            <a:r>
              <a:rPr lang="en-US" sz="1700" b="0" i="0" dirty="0">
                <a:solidFill>
                  <a:srgbClr val="002060"/>
                </a:solidFill>
                <a:latin typeface="LM Roman 10"/>
                <a:cs typeface="LM Roman 10"/>
              </a:rPr>
              <a:t> are solutions, so is C</a:t>
            </a:r>
            <a:r>
              <a:rPr lang="en-US" sz="1700" b="0" i="0" baseline="-25000" dirty="0">
                <a:solidFill>
                  <a:srgbClr val="002060"/>
                </a:solidFill>
                <a:latin typeface="LM Roman 10"/>
                <a:cs typeface="LM Roman 10"/>
              </a:rPr>
              <a:t>1</a:t>
            </a:r>
            <a:r>
              <a:rPr lang="en-US" sz="1700" b="0" i="0" dirty="0">
                <a:solidFill>
                  <a:srgbClr val="002060"/>
                </a:solidFill>
                <a:latin typeface="LM Roman 10"/>
                <a:cs typeface="LM Roman 10"/>
              </a:rPr>
              <a:t>y</a:t>
            </a:r>
            <a:r>
              <a:rPr lang="en-US" sz="1700" b="0" i="0" baseline="-25000" dirty="0">
                <a:solidFill>
                  <a:srgbClr val="002060"/>
                </a:solidFill>
                <a:latin typeface="LM Roman 10"/>
                <a:cs typeface="LM Roman 10"/>
              </a:rPr>
              <a:t>1</a:t>
            </a:r>
            <a:r>
              <a:rPr lang="en-US" sz="1700" b="0" i="0" dirty="0">
                <a:solidFill>
                  <a:srgbClr val="002060"/>
                </a:solidFill>
                <a:latin typeface="LM Roman 10"/>
                <a:cs typeface="LM Roman 10"/>
              </a:rPr>
              <a:t> + C</a:t>
            </a:r>
            <a:r>
              <a:rPr lang="en-US" sz="1700" b="0" i="0" baseline="-25000" dirty="0">
                <a:solidFill>
                  <a:srgbClr val="002060"/>
                </a:solidFill>
                <a:latin typeface="LM Roman 10"/>
                <a:cs typeface="LM Roman 10"/>
              </a:rPr>
              <a:t>2</a:t>
            </a:r>
            <a:r>
              <a:rPr lang="en-US" sz="1700" b="0" i="0" dirty="0">
                <a:solidFill>
                  <a:srgbClr val="002060"/>
                </a:solidFill>
                <a:latin typeface="LM Roman 10"/>
                <a:cs typeface="LM Roman 10"/>
              </a:rPr>
              <a:t>y</a:t>
            </a:r>
            <a:r>
              <a:rPr lang="en-US" sz="1700" b="0" i="0" baseline="-25000" dirty="0">
                <a:solidFill>
                  <a:srgbClr val="002060"/>
                </a:solidFill>
                <a:latin typeface="LM Roman 10"/>
                <a:cs typeface="LM Roman 10"/>
              </a:rPr>
              <a:t>2</a:t>
            </a:r>
            <a:r>
              <a:rPr lang="en-US" sz="1700" b="0" i="0" dirty="0">
                <a:solidFill>
                  <a:srgbClr val="002060"/>
                </a:solidFill>
                <a:latin typeface="LM Roman 10"/>
                <a:cs typeface="LM Roman 10"/>
              </a:rPr>
              <a:t>. Are these all the solutions?</a:t>
            </a:r>
            <a:endParaRPr lang="en-US" sz="1700"/>
          </a:p>
        </p:txBody>
      </p:sp>
      <p:sp>
        <p:nvSpPr>
          <p:cNvPr id="103" name="Text"/>
          <p:cNvSpPr txBox="1"/>
          <p:nvPr/>
        </p:nvSpPr>
        <p:spPr>
          <a:xfrm>
            <a:off x="548640" y="2697480"/>
            <a:ext cx="5943600" cy="457200"/>
          </a:xfrm>
          <a:prstGeom prst="rect">
            <a:avLst/>
          </a:prstGeom>
          <a:noFill/>
          <a:ln>
            <a:noFill/>
          </a:ln>
        </p:spPr>
        <p:txBody>
          <a:bodyPr wrap="square" lIns="73152" tIns="73152" rIns="73152" bIns="73152" rtlCol="0" anchor="t">
            <a:normAutofit/>
          </a:bodyPr>
          <a:lstStyle/>
          <a:p>
            <a:pPr algn="l">
              <a:spcAft>
                <a:spcPts val="600"/>
              </a:spcAft>
              <a:buNone/>
            </a:pPr>
            <a:r>
              <a:rPr lang="en-US" sz="1700" b="0" i="0" dirty="0">
                <a:solidFill>
                  <a:srgbClr val="002060"/>
                </a:solidFill>
                <a:latin typeface="LM Roman 10"/>
                <a:cs typeface="LM Roman 10"/>
              </a:rPr>
              <a:t>Impose y(t</a:t>
            </a:r>
            <a:r>
              <a:rPr lang="en-US" sz="1700" b="0" i="0" baseline="-25000" dirty="0">
                <a:solidFill>
                  <a:srgbClr val="002060"/>
                </a:solidFill>
                <a:latin typeface="LM Roman 10"/>
                <a:cs typeface="LM Roman 10"/>
              </a:rPr>
              <a:t>0</a:t>
            </a:r>
            <a:r>
              <a:rPr lang="en-US" sz="1700" b="0" i="0" dirty="0">
                <a:solidFill>
                  <a:srgbClr val="002060"/>
                </a:solidFill>
                <a:latin typeface="LM Roman 10"/>
                <a:cs typeface="LM Roman 10"/>
              </a:rPr>
              <a:t>) = b</a:t>
            </a:r>
            <a:r>
              <a:rPr lang="en-US" sz="1700" b="0" i="0" baseline="-25000" dirty="0">
                <a:solidFill>
                  <a:srgbClr val="002060"/>
                </a:solidFill>
                <a:latin typeface="LM Roman 10"/>
                <a:cs typeface="LM Roman 10"/>
              </a:rPr>
              <a:t>0</a:t>
            </a:r>
            <a:r>
              <a:rPr lang="en-US" sz="1700" b="0" i="0" dirty="0">
                <a:solidFill>
                  <a:srgbClr val="002060"/>
                </a:solidFill>
                <a:latin typeface="LM Roman 10"/>
                <a:cs typeface="LM Roman 10"/>
              </a:rPr>
              <a:t>, y′(t</a:t>
            </a:r>
            <a:r>
              <a:rPr lang="en-US" sz="1700" b="0" i="0" baseline="-25000" dirty="0">
                <a:solidFill>
                  <a:srgbClr val="002060"/>
                </a:solidFill>
                <a:latin typeface="LM Roman 10"/>
                <a:cs typeface="LM Roman 10"/>
              </a:rPr>
              <a:t>0</a:t>
            </a:r>
            <a:r>
              <a:rPr lang="en-US" sz="1700" b="0" i="0" dirty="0">
                <a:solidFill>
                  <a:srgbClr val="002060"/>
                </a:solidFill>
                <a:latin typeface="LM Roman 10"/>
                <a:cs typeface="LM Roman 10"/>
              </a:rPr>
              <a:t>) = b</a:t>
            </a:r>
            <a:r>
              <a:rPr lang="en-US" sz="1700" b="0" i="0" baseline="-25000" dirty="0">
                <a:solidFill>
                  <a:srgbClr val="002060"/>
                </a:solidFill>
                <a:latin typeface="LM Roman 10"/>
                <a:cs typeface="LM Roman 10"/>
              </a:rPr>
              <a:t>1</a:t>
            </a:r>
            <a:r>
              <a:rPr lang="en-US" sz="1700" b="0" i="0" dirty="0">
                <a:solidFill>
                  <a:srgbClr val="002060"/>
                </a:solidFill>
                <a:latin typeface="LM Roman 10"/>
                <a:cs typeface="LM Roman 10"/>
              </a:rPr>
              <a:t>:</a:t>
            </a:r>
            <a:endParaRPr lang="en-US" sz="1700"/>
          </a:p>
        </p:txBody>
      </p:sp>
      <mc:AlternateContent xmlns:mc="http://schemas.openxmlformats.org/markup-compatibility/2006" xmlns:a14="http://schemas.microsoft.com/office/drawing/2010/main">
        <mc:Choice Requires="a14">
          <p:sp>
            <p:nvSpPr>
              <p:cNvPr id="104" name="Equation 104"/>
              <p:cNvSpPr txBox="1"/>
              <p:nvPr/>
            </p:nvSpPr>
            <p:spPr>
              <a:xfrm>
                <a:off x="768096" y="3099816"/>
                <a:ext cx="2647188" cy="726948"/>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d>
                        <m:dPr>
                          <m:ctrlPr>
                            <a:rPr lang="en-US" sz="1800" b="0">
                              <a:solidFill>
                                <a:srgbClr val="002060"/>
                              </a:solidFill>
                              <a:latin typeface="Cambria Math"/>
                              <a:cs typeface="Cambria Math"/>
                            </a:rPr>
                          </m:ctrlPr>
                        </m:dPr>
                        <m:e>
                          <m:m>
                            <m:mPr>
                              <m:plcHide m:val="on"/>
                              <m:mcs>
                                <m:mc>
                                  <m:mcPr>
                                    <m:count m:val="2"/>
                                    <m:mcJc m:val="center"/>
                                  </m:mcPr>
                                </m:mc>
                              </m:mcs>
                              <m:ctrlPr>
                                <a:rPr lang="en-US" sz="1800" b="0">
                                  <a:solidFill>
                                    <a:srgbClr val="002060"/>
                                  </a:solidFill>
                                  <a:latin typeface="Cambria Math"/>
                                  <a:cs typeface="Cambria Math"/>
                                </a:rPr>
                              </m:ctrlPr>
                            </m:mPr>
                            <m:mr>
                              <m:e>
                                <m:sSub>
                                  <m:sSubPr>
                                    <m:ctrlPr>
                                      <a:rPr lang="en-US" sz="1800" b="0" i="1">
                                        <a:solidFill>
                                          <a:srgbClr val="002060"/>
                                        </a:solidFill>
                                        <a:latin typeface="Cambria Math"/>
                                        <a:cs typeface="Cambria Math"/>
                                      </a:rPr>
                                    </m:ctrlPr>
                                  </m:sSubPr>
                                  <m:e>
                                    <m:r>
                                      <a:rPr lang="en-US" sz="1800" b="0" i="1">
                                        <a:solidFill>
                                          <a:srgbClr val="002060"/>
                                        </a:solidFill>
                                        <a:latin typeface="Cambria Math"/>
                                        <a:cs typeface="Cambria Math"/>
                                      </a:rPr>
                                      <m:t>𝑦</m:t>
                                    </m:r>
                                  </m:e>
                                  <m:sub>
                                    <m:r>
                                      <a:rPr lang="en-US" sz="1800" b="0" i="1">
                                        <a:solidFill>
                                          <a:srgbClr val="002060"/>
                                        </a:solidFill>
                                        <a:latin typeface="Cambria Math"/>
                                        <a:cs typeface="Cambria Math"/>
                                      </a:rPr>
                                      <m:t>1</m:t>
                                    </m:r>
                                  </m:sub>
                                </m:sSub>
                              </m:e>
                              <m:e>
                                <m:sSub>
                                  <m:sSubPr>
                                    <m:ctrlPr>
                                      <a:rPr lang="en-US" sz="1800" b="0" i="1">
                                        <a:solidFill>
                                          <a:srgbClr val="002060"/>
                                        </a:solidFill>
                                        <a:latin typeface="Cambria Math"/>
                                        <a:cs typeface="Cambria Math"/>
                                      </a:rPr>
                                    </m:ctrlPr>
                                  </m:sSubPr>
                                  <m:e>
                                    <m:r>
                                      <a:rPr lang="en-US" sz="1800" b="0" i="1">
                                        <a:solidFill>
                                          <a:srgbClr val="002060"/>
                                        </a:solidFill>
                                        <a:latin typeface="Cambria Math"/>
                                        <a:cs typeface="Cambria Math"/>
                                      </a:rPr>
                                      <m:t>𝑦</m:t>
                                    </m:r>
                                  </m:e>
                                  <m:sub>
                                    <m:r>
                                      <a:rPr lang="en-US" sz="1800" b="0" i="1">
                                        <a:solidFill>
                                          <a:srgbClr val="002060"/>
                                        </a:solidFill>
                                        <a:latin typeface="Cambria Math"/>
                                        <a:cs typeface="Cambria Math"/>
                                      </a:rPr>
                                      <m:t>2</m:t>
                                    </m:r>
                                  </m:sub>
                                </m:sSub>
                              </m:e>
                            </m:mr>
                            <m:mr>
                              <m:e>
                                <m:sSub>
                                  <m:sSubPr>
                                    <m:ctrlPr>
                                      <a:rPr lang="en-US" sz="1800" b="0" i="1">
                                        <a:solidFill>
                                          <a:srgbClr val="002060"/>
                                        </a:solidFill>
                                        <a:latin typeface="Cambria Math"/>
                                        <a:cs typeface="Cambria Math"/>
                                      </a:rPr>
                                    </m:ctrlPr>
                                  </m:sSubPr>
                                  <m:e>
                                    <m:r>
                                      <a:rPr lang="en-US" sz="1800" b="0" i="1">
                                        <a:solidFill>
                                          <a:srgbClr val="002060"/>
                                        </a:solidFill>
                                        <a:latin typeface="Cambria Math"/>
                                        <a:cs typeface="Cambria Math"/>
                                      </a:rPr>
                                      <m:t>𝑦</m:t>
                                    </m:r>
                                  </m:e>
                                  <m:sub>
                                    <m:r>
                                      <a:rPr lang="en-US" sz="1800" b="0" i="1">
                                        <a:solidFill>
                                          <a:srgbClr val="002060"/>
                                        </a:solidFill>
                                        <a:latin typeface="Cambria Math"/>
                                        <a:cs typeface="Cambria Math"/>
                                      </a:rPr>
                                      <m:t>1</m:t>
                                    </m:r>
                                  </m:sub>
                                </m:sSub>
                                <m:r>
                                  <a:rPr lang="en-US" sz="1800" b="0" i="0">
                                    <a:solidFill>
                                      <a:srgbClr val="002060"/>
                                    </a:solidFill>
                                    <a:latin typeface="Cambria Math"/>
                                    <a:cs typeface="Cambria Math"/>
                                  </a:rPr>
                                  <m:t>′</m:t>
                                </m:r>
                              </m:e>
                              <m:e>
                                <m:sSub>
                                  <m:sSubPr>
                                    <m:ctrlPr>
                                      <a:rPr lang="en-US" sz="1800" b="0" i="1">
                                        <a:solidFill>
                                          <a:srgbClr val="002060"/>
                                        </a:solidFill>
                                        <a:latin typeface="Cambria Math"/>
                                        <a:cs typeface="Cambria Math"/>
                                      </a:rPr>
                                    </m:ctrlPr>
                                  </m:sSubPr>
                                  <m:e>
                                    <m:r>
                                      <a:rPr lang="en-US" sz="1800" b="0" i="1">
                                        <a:solidFill>
                                          <a:srgbClr val="002060"/>
                                        </a:solidFill>
                                        <a:latin typeface="Cambria Math"/>
                                        <a:cs typeface="Cambria Math"/>
                                      </a:rPr>
                                      <m:t>𝑦</m:t>
                                    </m:r>
                                  </m:e>
                                  <m:sub>
                                    <m:r>
                                      <a:rPr lang="en-US" sz="1800" b="0" i="1">
                                        <a:solidFill>
                                          <a:srgbClr val="002060"/>
                                        </a:solidFill>
                                        <a:latin typeface="Cambria Math"/>
                                        <a:cs typeface="Cambria Math"/>
                                      </a:rPr>
                                      <m:t>2</m:t>
                                    </m:r>
                                  </m:sub>
                                </m:sSub>
                                <m:r>
                                  <a:rPr lang="en-US" sz="1800" b="0" i="0">
                                    <a:solidFill>
                                      <a:srgbClr val="002060"/>
                                    </a:solidFill>
                                    <a:latin typeface="Cambria Math"/>
                                    <a:cs typeface="Cambria Math"/>
                                  </a:rPr>
                                  <m:t>′</m:t>
                                </m:r>
                              </m:e>
                            </m:mr>
                          </m:m>
                        </m:e>
                      </m:d>
                      <m:d>
                        <m:dPr>
                          <m:ctrlPr>
                            <a:rPr lang="en-US" sz="1800" b="0" i="1">
                              <a:solidFill>
                                <a:srgbClr val="002060"/>
                              </a:solidFill>
                              <a:latin typeface="Cambria Math"/>
                              <a:cs typeface="Cambria Math"/>
                            </a:rPr>
                          </m:ctrlPr>
                        </m:dPr>
                        <m:e>
                          <m:m>
                            <m:mPr>
                              <m:plcHide m:val="on"/>
                              <m:mcs>
                                <m:mc>
                                  <m:mcPr>
                                    <m:count m:val="1"/>
                                    <m:mcJc m:val="center"/>
                                  </m:mcPr>
                                </m:mc>
                              </m:mcs>
                              <m:ctrlPr>
                                <a:rPr lang="en-US" sz="1800" b="0" i="1">
                                  <a:solidFill>
                                    <a:srgbClr val="002060"/>
                                  </a:solidFill>
                                  <a:latin typeface="Cambria Math"/>
                                  <a:cs typeface="Cambria Math"/>
                                </a:rPr>
                              </m:ctrlPr>
                            </m:mPr>
                            <m:mr>
                              <m:e>
                                <m:sSub>
                                  <m:sSubPr>
                                    <m:ctrlPr>
                                      <a:rPr lang="en-US" sz="1800" b="0" i="1">
                                        <a:solidFill>
                                          <a:srgbClr val="002060"/>
                                        </a:solidFill>
                                        <a:latin typeface="Cambria Math"/>
                                        <a:cs typeface="Cambria Math"/>
                                      </a:rPr>
                                    </m:ctrlPr>
                                  </m:sSubPr>
                                  <m:e>
                                    <m:r>
                                      <a:rPr lang="en-US" sz="1800" b="0" i="1">
                                        <a:solidFill>
                                          <a:srgbClr val="002060"/>
                                        </a:solidFill>
                                        <a:latin typeface="Cambria Math"/>
                                        <a:cs typeface="Cambria Math"/>
                                      </a:rPr>
                                      <m:t>𝐶</m:t>
                                    </m:r>
                                  </m:e>
                                  <m:sub>
                                    <m:r>
                                      <a:rPr lang="en-US" sz="1800" b="0" i="1">
                                        <a:solidFill>
                                          <a:srgbClr val="002060"/>
                                        </a:solidFill>
                                        <a:latin typeface="Cambria Math"/>
                                        <a:cs typeface="Cambria Math"/>
                                      </a:rPr>
                                      <m:t>1</m:t>
                                    </m:r>
                                  </m:sub>
                                </m:sSub>
                              </m:e>
                            </m:mr>
                            <m:mr>
                              <m:e>
                                <m:sSub>
                                  <m:sSubPr>
                                    <m:ctrlPr>
                                      <a:rPr lang="en-US" sz="1800" b="0" i="1">
                                        <a:solidFill>
                                          <a:srgbClr val="002060"/>
                                        </a:solidFill>
                                        <a:latin typeface="Cambria Math"/>
                                        <a:cs typeface="Cambria Math"/>
                                      </a:rPr>
                                    </m:ctrlPr>
                                  </m:sSubPr>
                                  <m:e>
                                    <m:r>
                                      <a:rPr lang="en-US" sz="1800" b="0" i="1">
                                        <a:solidFill>
                                          <a:srgbClr val="002060"/>
                                        </a:solidFill>
                                        <a:latin typeface="Cambria Math"/>
                                        <a:cs typeface="Cambria Math"/>
                                      </a:rPr>
                                      <m:t>𝐶</m:t>
                                    </m:r>
                                  </m:e>
                                  <m:sub>
                                    <m:r>
                                      <a:rPr lang="en-US" sz="1800" b="0" i="1">
                                        <a:solidFill>
                                          <a:srgbClr val="002060"/>
                                        </a:solidFill>
                                        <a:latin typeface="Cambria Math"/>
                                        <a:cs typeface="Cambria Math"/>
                                      </a:rPr>
                                      <m:t>2</m:t>
                                    </m:r>
                                  </m:sub>
                                </m:sSub>
                              </m:e>
                            </m:mr>
                          </m:m>
                        </m:e>
                      </m:d>
                      <m:r>
                        <a:rPr lang="en-US" sz="1800" b="0" i="0">
                          <a:solidFill>
                            <a:srgbClr val="002060"/>
                          </a:solidFill>
                          <a:latin typeface="Cambria Math"/>
                          <a:cs typeface="Cambria Math"/>
                        </a:rPr>
                        <m:t>=</m:t>
                      </m:r>
                      <m:d>
                        <m:dPr>
                          <m:ctrlPr>
                            <a:rPr lang="en-US" sz="1800" b="0" i="1">
                              <a:solidFill>
                                <a:srgbClr val="002060"/>
                              </a:solidFill>
                              <a:latin typeface="Cambria Math"/>
                              <a:cs typeface="Cambria Math"/>
                            </a:rPr>
                          </m:ctrlPr>
                        </m:dPr>
                        <m:e>
                          <m:m>
                            <m:mPr>
                              <m:plcHide m:val="on"/>
                              <m:mcs>
                                <m:mc>
                                  <m:mcPr>
                                    <m:count m:val="1"/>
                                    <m:mcJc m:val="center"/>
                                  </m:mcPr>
                                </m:mc>
                              </m:mcs>
                              <m:ctrlPr>
                                <a:rPr lang="en-US" sz="1800" b="0" i="1">
                                  <a:solidFill>
                                    <a:srgbClr val="002060"/>
                                  </a:solidFill>
                                  <a:latin typeface="Cambria Math"/>
                                  <a:cs typeface="Cambria Math"/>
                                </a:rPr>
                              </m:ctrlPr>
                            </m:mPr>
                            <m:mr>
                              <m:e>
                                <m:sSub>
                                  <m:sSubPr>
                                    <m:ctrlPr>
                                      <a:rPr lang="en-US" sz="1800" b="0" i="1">
                                        <a:solidFill>
                                          <a:srgbClr val="002060"/>
                                        </a:solidFill>
                                        <a:latin typeface="Cambria Math"/>
                                        <a:cs typeface="Cambria Math"/>
                                      </a:rPr>
                                    </m:ctrlPr>
                                  </m:sSubPr>
                                  <m:e>
                                    <m:r>
                                      <a:rPr lang="en-US" sz="1800" b="0" i="1">
                                        <a:solidFill>
                                          <a:srgbClr val="002060"/>
                                        </a:solidFill>
                                        <a:latin typeface="Cambria Math"/>
                                        <a:cs typeface="Cambria Math"/>
                                      </a:rPr>
                                      <m:t>𝑏</m:t>
                                    </m:r>
                                  </m:e>
                                  <m:sub>
                                    <m:r>
                                      <a:rPr lang="en-US" sz="1800" b="0" i="1">
                                        <a:solidFill>
                                          <a:srgbClr val="002060"/>
                                        </a:solidFill>
                                        <a:latin typeface="Cambria Math"/>
                                        <a:cs typeface="Cambria Math"/>
                                      </a:rPr>
                                      <m:t>0</m:t>
                                    </m:r>
                                  </m:sub>
                                </m:sSub>
                              </m:e>
                            </m:mr>
                            <m:mr>
                              <m:e>
                                <m:sSub>
                                  <m:sSubPr>
                                    <m:ctrlPr>
                                      <a:rPr lang="en-US" sz="1800" b="0" i="1">
                                        <a:solidFill>
                                          <a:srgbClr val="002060"/>
                                        </a:solidFill>
                                        <a:latin typeface="Cambria Math"/>
                                        <a:cs typeface="Cambria Math"/>
                                      </a:rPr>
                                    </m:ctrlPr>
                                  </m:sSubPr>
                                  <m:e>
                                    <m:r>
                                      <a:rPr lang="en-US" sz="1800" b="0" i="1">
                                        <a:solidFill>
                                          <a:srgbClr val="002060"/>
                                        </a:solidFill>
                                        <a:latin typeface="Cambria Math"/>
                                        <a:cs typeface="Cambria Math"/>
                                      </a:rPr>
                                      <m:t>𝑏</m:t>
                                    </m:r>
                                  </m:e>
                                  <m:sub>
                                    <m:r>
                                      <a:rPr lang="en-US" sz="1800" b="0" i="1">
                                        <a:solidFill>
                                          <a:srgbClr val="002060"/>
                                        </a:solidFill>
                                        <a:latin typeface="Cambria Math"/>
                                        <a:cs typeface="Cambria Math"/>
                                      </a:rPr>
                                      <m:t>1</m:t>
                                    </m:r>
                                  </m:sub>
                                </m:sSub>
                              </m:e>
                            </m:mr>
                          </m:m>
                        </m:e>
                      </m:d>
                    </m:oMath>
                  </m:oMathPara>
                </a14:m>
                <a:endParaRPr lang="en-US" sz="1800"/>
              </a:p>
            </p:txBody>
          </p:sp>
        </mc:Choice>
        <mc:Fallback xmlns="">
          <p:pic>
            <p:nvPicPr>
              <p:cNvPr id="104" name="Equation 104" descr="\begin{pmatrix}y_1&amp;y_2\\ y_1'&amp;y_2'\end{pmatrix}\begin{pmatrix}C_1\\ C_2\end{pmatrix}=\begin{pmatrix}b_0\\ b_1\end{pmatrix}"/>
              <p:cNvPicPr>
                <a:picLocks noChangeAspect="1"/>
              </p:cNvPicPr>
              <p:nvPr/>
            </p:nvPicPr>
            <p:blipFill>
              <a:blip r:embed="rId5"/>
              <a:stretch>
                <a:fillRect/>
              </a:stretch>
            </p:blipFill>
            <p:spPr>
              <a:xfrm>
                <a:off x="822960" y="3154680"/>
                <a:ext cx="2537460" cy="617220"/>
              </a:xfrm>
              <a:prstGeom prst="rect">
                <a:avLst/>
              </a:prstGeom>
            </p:spPr>
          </p:pic>
        </mc:Fallback>
      </mc:AlternateContent>
      <p:pic>
        <p:nvPicPr>
          <p:cNvPr id="105" name="Figure wronskian_area" descr="Phase-plane parallelograms whose area is the Wronskian"/>
          <p:cNvPicPr>
            <a:picLocks noChangeAspect="1"/>
          </p:cNvPicPr>
          <p:nvPr/>
        </p:nvPicPr>
        <p:blipFill>
          <a:blip r:embed="rId6"/>
          <a:stretch>
            <a:fillRect/>
          </a:stretch>
        </p:blipFill>
        <p:spPr>
          <a:xfrm>
            <a:off x="829215" y="4114800"/>
            <a:ext cx="5382450" cy="2057400"/>
          </a:xfrm>
          <a:prstGeom prst="rect">
            <a:avLst/>
          </a:prstGeom>
        </p:spPr>
      </p:pic>
      <mc:AlternateContent xmlns:mc="http://schemas.openxmlformats.org/markup-compatibility/2006" xmlns:a14="http://schemas.microsoft.com/office/drawing/2010/main">
        <mc:Choice Requires="a14">
          <p:sp>
            <p:nvSpPr>
              <p:cNvPr id="106" name="Equation 106"/>
              <p:cNvSpPr txBox="1"/>
              <p:nvPr/>
            </p:nvSpPr>
            <p:spPr>
              <a:xfrm>
                <a:off x="6803136" y="1271016"/>
                <a:ext cx="3889248" cy="795528"/>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r>
                        <a:rPr lang="en-US" sz="2000" b="0" i="1">
                          <a:solidFill>
                            <a:srgbClr val="BF6019"/>
                          </a:solidFill>
                          <a:latin typeface="Cambria Math"/>
                          <a:cs typeface="Cambria Math"/>
                        </a:rPr>
                        <m:t>𝑊</m:t>
                      </m:r>
                      <m:r>
                        <a:rPr lang="en-US" sz="2000" b="0" i="0">
                          <a:solidFill>
                            <a:srgbClr val="BF6019"/>
                          </a:solidFill>
                          <a:latin typeface="Cambria Math"/>
                          <a:cs typeface="Cambria Math"/>
                        </a:rPr>
                        <m:t>=</m:t>
                      </m:r>
                      <m:r>
                        <m:rPr>
                          <m:sty m:val="p"/>
                        </m:rPr>
                        <a:rPr lang="en-US" sz="2000" b="0" i="0">
                          <a:solidFill>
                            <a:srgbClr val="BF6019"/>
                          </a:solidFill>
                          <a:latin typeface="Cambria Math"/>
                          <a:cs typeface="Cambria Math"/>
                        </a:rPr>
                        <m:t>det</m:t>
                      </m:r>
                      <m:d>
                        <m:dPr>
                          <m:ctrlPr>
                            <a:rPr lang="en-US" sz="2000" b="0" i="1">
                              <a:solidFill>
                                <a:srgbClr val="BF6019"/>
                              </a:solidFill>
                              <a:latin typeface="Cambria Math"/>
                              <a:cs typeface="Cambria Math"/>
                            </a:rPr>
                          </m:ctrlPr>
                        </m:dPr>
                        <m:e>
                          <m:m>
                            <m:mPr>
                              <m:plcHide m:val="on"/>
                              <m:mcs>
                                <m:mc>
                                  <m:mcPr>
                                    <m:count m:val="2"/>
                                    <m:mcJc m:val="center"/>
                                  </m:mcPr>
                                </m:mc>
                              </m:mcs>
                              <m:ctrlPr>
                                <a:rPr lang="en-US" sz="2000" b="0" i="1">
                                  <a:solidFill>
                                    <a:srgbClr val="BF6019"/>
                                  </a:solidFill>
                                  <a:latin typeface="Cambria Math"/>
                                  <a:cs typeface="Cambria Math"/>
                                </a:rPr>
                              </m:ctrlPr>
                            </m:mPr>
                            <m:mr>
                              <m:e>
                                <m:sSub>
                                  <m:sSubPr>
                                    <m:ctrlPr>
                                      <a:rPr lang="en-US" sz="2000" b="0" i="1">
                                        <a:solidFill>
                                          <a:srgbClr val="BF6019"/>
                                        </a:solidFill>
                                        <a:latin typeface="Cambria Math"/>
                                        <a:cs typeface="Cambria Math"/>
                                      </a:rPr>
                                    </m:ctrlPr>
                                  </m:sSubPr>
                                  <m:e>
                                    <m:r>
                                      <a:rPr lang="en-US" sz="2000" b="0" i="1">
                                        <a:solidFill>
                                          <a:srgbClr val="BF6019"/>
                                        </a:solidFill>
                                        <a:latin typeface="Cambria Math"/>
                                        <a:cs typeface="Cambria Math"/>
                                      </a:rPr>
                                      <m:t>𝑦</m:t>
                                    </m:r>
                                  </m:e>
                                  <m:sub>
                                    <m:r>
                                      <a:rPr lang="en-US" sz="2000" b="0" i="1">
                                        <a:solidFill>
                                          <a:srgbClr val="BF6019"/>
                                        </a:solidFill>
                                        <a:latin typeface="Cambria Math"/>
                                        <a:cs typeface="Cambria Math"/>
                                      </a:rPr>
                                      <m:t>1</m:t>
                                    </m:r>
                                  </m:sub>
                                </m:sSub>
                              </m:e>
                              <m:e>
                                <m:sSub>
                                  <m:sSubPr>
                                    <m:ctrlPr>
                                      <a:rPr lang="en-US" sz="2000" b="0" i="1">
                                        <a:solidFill>
                                          <a:srgbClr val="BF6019"/>
                                        </a:solidFill>
                                        <a:latin typeface="Cambria Math"/>
                                        <a:cs typeface="Cambria Math"/>
                                      </a:rPr>
                                    </m:ctrlPr>
                                  </m:sSubPr>
                                  <m:e>
                                    <m:r>
                                      <a:rPr lang="en-US" sz="2000" b="0" i="1">
                                        <a:solidFill>
                                          <a:srgbClr val="BF6019"/>
                                        </a:solidFill>
                                        <a:latin typeface="Cambria Math"/>
                                        <a:cs typeface="Cambria Math"/>
                                      </a:rPr>
                                      <m:t>𝑦</m:t>
                                    </m:r>
                                  </m:e>
                                  <m:sub>
                                    <m:r>
                                      <a:rPr lang="en-US" sz="2000" b="0" i="1">
                                        <a:solidFill>
                                          <a:srgbClr val="BF6019"/>
                                        </a:solidFill>
                                        <a:latin typeface="Cambria Math"/>
                                        <a:cs typeface="Cambria Math"/>
                                      </a:rPr>
                                      <m:t>2</m:t>
                                    </m:r>
                                  </m:sub>
                                </m:sSub>
                              </m:e>
                            </m:mr>
                            <m:mr>
                              <m:e>
                                <m:sSub>
                                  <m:sSubPr>
                                    <m:ctrlPr>
                                      <a:rPr lang="en-US" sz="2000" b="0" i="1">
                                        <a:solidFill>
                                          <a:srgbClr val="BF6019"/>
                                        </a:solidFill>
                                        <a:latin typeface="Cambria Math"/>
                                        <a:cs typeface="Cambria Math"/>
                                      </a:rPr>
                                    </m:ctrlPr>
                                  </m:sSubPr>
                                  <m:e>
                                    <m:r>
                                      <a:rPr lang="en-US" sz="2000" b="0" i="1">
                                        <a:solidFill>
                                          <a:srgbClr val="BF6019"/>
                                        </a:solidFill>
                                        <a:latin typeface="Cambria Math"/>
                                        <a:cs typeface="Cambria Math"/>
                                      </a:rPr>
                                      <m:t>𝑦</m:t>
                                    </m:r>
                                  </m:e>
                                  <m:sub>
                                    <m:r>
                                      <a:rPr lang="en-US" sz="2000" b="0" i="1">
                                        <a:solidFill>
                                          <a:srgbClr val="BF6019"/>
                                        </a:solidFill>
                                        <a:latin typeface="Cambria Math"/>
                                        <a:cs typeface="Cambria Math"/>
                                      </a:rPr>
                                      <m:t>1</m:t>
                                    </m:r>
                                  </m:sub>
                                </m:sSub>
                                <m:r>
                                  <a:rPr lang="en-US" sz="2000" b="0" i="0">
                                    <a:solidFill>
                                      <a:srgbClr val="BF6019"/>
                                    </a:solidFill>
                                    <a:latin typeface="Cambria Math"/>
                                    <a:cs typeface="Cambria Math"/>
                                  </a:rPr>
                                  <m:t>′</m:t>
                                </m:r>
                              </m:e>
                              <m:e>
                                <m:sSub>
                                  <m:sSubPr>
                                    <m:ctrlPr>
                                      <a:rPr lang="en-US" sz="2000" b="0" i="1">
                                        <a:solidFill>
                                          <a:srgbClr val="BF6019"/>
                                        </a:solidFill>
                                        <a:latin typeface="Cambria Math"/>
                                        <a:cs typeface="Cambria Math"/>
                                      </a:rPr>
                                    </m:ctrlPr>
                                  </m:sSubPr>
                                  <m:e>
                                    <m:r>
                                      <a:rPr lang="en-US" sz="2000" b="0" i="1">
                                        <a:solidFill>
                                          <a:srgbClr val="BF6019"/>
                                        </a:solidFill>
                                        <a:latin typeface="Cambria Math"/>
                                        <a:cs typeface="Cambria Math"/>
                                      </a:rPr>
                                      <m:t>𝑦</m:t>
                                    </m:r>
                                  </m:e>
                                  <m:sub>
                                    <m:r>
                                      <a:rPr lang="en-US" sz="2000" b="0" i="1">
                                        <a:solidFill>
                                          <a:srgbClr val="BF6019"/>
                                        </a:solidFill>
                                        <a:latin typeface="Cambria Math"/>
                                        <a:cs typeface="Cambria Math"/>
                                      </a:rPr>
                                      <m:t>2</m:t>
                                    </m:r>
                                  </m:sub>
                                </m:sSub>
                                <m:r>
                                  <a:rPr lang="en-US" sz="2000" b="0" i="0">
                                    <a:solidFill>
                                      <a:srgbClr val="BF6019"/>
                                    </a:solidFill>
                                    <a:latin typeface="Cambria Math"/>
                                    <a:cs typeface="Cambria Math"/>
                                  </a:rPr>
                                  <m:t>′</m:t>
                                </m:r>
                              </m:e>
                            </m:mr>
                          </m:m>
                        </m:e>
                      </m:d>
                      <m:r>
                        <a:rPr lang="en-US" sz="2000" b="0" i="0">
                          <a:solidFill>
                            <a:srgbClr val="BF6019"/>
                          </a:solidFill>
                          <a:latin typeface="Cambria Math"/>
                          <a:cs typeface="Cambria Math"/>
                        </a:rPr>
                        <m:t>=</m:t>
                      </m:r>
                      <m:sSub>
                        <m:sSubPr>
                          <m:ctrlPr>
                            <a:rPr lang="en-US" sz="2000" b="0" i="1">
                              <a:solidFill>
                                <a:srgbClr val="BF6019"/>
                              </a:solidFill>
                              <a:latin typeface="Cambria Math"/>
                              <a:cs typeface="Cambria Math"/>
                            </a:rPr>
                          </m:ctrlPr>
                        </m:sSubPr>
                        <m:e>
                          <m:r>
                            <a:rPr lang="en-US" sz="2000" b="0" i="1">
                              <a:solidFill>
                                <a:srgbClr val="BF6019"/>
                              </a:solidFill>
                              <a:latin typeface="Cambria Math"/>
                              <a:cs typeface="Cambria Math"/>
                            </a:rPr>
                            <m:t>𝑦</m:t>
                          </m:r>
                        </m:e>
                        <m:sub>
                          <m:r>
                            <a:rPr lang="en-US" sz="2000" b="0" i="1">
                              <a:solidFill>
                                <a:srgbClr val="BF6019"/>
                              </a:solidFill>
                              <a:latin typeface="Cambria Math"/>
                              <a:cs typeface="Cambria Math"/>
                            </a:rPr>
                            <m:t>1</m:t>
                          </m:r>
                        </m:sub>
                      </m:sSub>
                      <m:sSub>
                        <m:sSubPr>
                          <m:ctrlPr>
                            <a:rPr lang="en-US" sz="2000" b="0" i="1">
                              <a:solidFill>
                                <a:srgbClr val="BF6019"/>
                              </a:solidFill>
                              <a:latin typeface="Cambria Math"/>
                              <a:cs typeface="Cambria Math"/>
                            </a:rPr>
                          </m:ctrlPr>
                        </m:sSubPr>
                        <m:e>
                          <m:r>
                            <a:rPr lang="en-US" sz="2000" b="0" i="1">
                              <a:solidFill>
                                <a:srgbClr val="BF6019"/>
                              </a:solidFill>
                              <a:latin typeface="Cambria Math"/>
                              <a:cs typeface="Cambria Math"/>
                            </a:rPr>
                            <m:t>𝑦</m:t>
                          </m:r>
                        </m:e>
                        <m:sub>
                          <m:r>
                            <a:rPr lang="en-US" sz="2000" b="0" i="1">
                              <a:solidFill>
                                <a:srgbClr val="BF6019"/>
                              </a:solidFill>
                              <a:latin typeface="Cambria Math"/>
                              <a:cs typeface="Cambria Math"/>
                            </a:rPr>
                            <m:t>2</m:t>
                          </m:r>
                        </m:sub>
                      </m:sSub>
                      <m:r>
                        <a:rPr lang="en-US" sz="2000" b="0" i="0">
                          <a:solidFill>
                            <a:srgbClr val="BF6019"/>
                          </a:solidFill>
                          <a:latin typeface="Cambria Math"/>
                          <a:cs typeface="Cambria Math"/>
                        </a:rPr>
                        <m:t>′−</m:t>
                      </m:r>
                      <m:sSub>
                        <m:sSubPr>
                          <m:ctrlPr>
                            <a:rPr lang="en-US" sz="2000" b="0" i="1">
                              <a:solidFill>
                                <a:srgbClr val="BF6019"/>
                              </a:solidFill>
                              <a:latin typeface="Cambria Math"/>
                              <a:cs typeface="Cambria Math"/>
                            </a:rPr>
                          </m:ctrlPr>
                        </m:sSubPr>
                        <m:e>
                          <m:r>
                            <a:rPr lang="en-US" sz="2000" b="0" i="1">
                              <a:solidFill>
                                <a:srgbClr val="BF6019"/>
                              </a:solidFill>
                              <a:latin typeface="Cambria Math"/>
                              <a:cs typeface="Cambria Math"/>
                            </a:rPr>
                            <m:t>𝑦</m:t>
                          </m:r>
                        </m:e>
                        <m:sub>
                          <m:r>
                            <a:rPr lang="en-US" sz="2000" b="0" i="1">
                              <a:solidFill>
                                <a:srgbClr val="BF6019"/>
                              </a:solidFill>
                              <a:latin typeface="Cambria Math"/>
                              <a:cs typeface="Cambria Math"/>
                            </a:rPr>
                            <m:t>1</m:t>
                          </m:r>
                        </m:sub>
                      </m:sSub>
                      <m:r>
                        <a:rPr lang="en-US" sz="2000" b="0" i="0">
                          <a:solidFill>
                            <a:srgbClr val="BF6019"/>
                          </a:solidFill>
                          <a:latin typeface="Cambria Math"/>
                          <a:cs typeface="Cambria Math"/>
                        </a:rPr>
                        <m:t>′</m:t>
                      </m:r>
                      <m:sSub>
                        <m:sSubPr>
                          <m:ctrlPr>
                            <a:rPr lang="en-US" sz="2000" b="0" i="1">
                              <a:solidFill>
                                <a:srgbClr val="BF6019"/>
                              </a:solidFill>
                              <a:latin typeface="Cambria Math"/>
                              <a:cs typeface="Cambria Math"/>
                            </a:rPr>
                          </m:ctrlPr>
                        </m:sSubPr>
                        <m:e>
                          <m:r>
                            <a:rPr lang="en-US" sz="2000" b="0" i="1">
                              <a:solidFill>
                                <a:srgbClr val="BF6019"/>
                              </a:solidFill>
                              <a:latin typeface="Cambria Math"/>
                              <a:cs typeface="Cambria Math"/>
                            </a:rPr>
                            <m:t>𝑦</m:t>
                          </m:r>
                        </m:e>
                        <m:sub>
                          <m:r>
                            <a:rPr lang="en-US" sz="2000" b="0" i="1">
                              <a:solidFill>
                                <a:srgbClr val="BF6019"/>
                              </a:solidFill>
                              <a:latin typeface="Cambria Math"/>
                              <a:cs typeface="Cambria Math"/>
                            </a:rPr>
                            <m:t>2</m:t>
                          </m:r>
                        </m:sub>
                      </m:sSub>
                    </m:oMath>
                  </m:oMathPara>
                </a14:m>
                <a:endParaRPr lang="en-US" sz="2000"/>
              </a:p>
            </p:txBody>
          </p:sp>
        </mc:Choice>
        <mc:Fallback xmlns="">
          <p:pic>
            <p:nvPicPr>
              <p:cNvPr id="106" name="Equation 106" descr="W=\det\begin{pmatrix}y_1&amp;y_2\\ y_1'&amp;y_2'\end{pmatrix}=y_1y_2'-y_1'y_2"/>
              <p:cNvPicPr>
                <a:picLocks noChangeAspect="1"/>
              </p:cNvPicPr>
              <p:nvPr/>
            </p:nvPicPr>
            <p:blipFill>
              <a:blip r:embed="rId7"/>
              <a:stretch>
                <a:fillRect/>
              </a:stretch>
            </p:blipFill>
            <p:spPr>
              <a:xfrm>
                <a:off x="6858000" y="1325880"/>
                <a:ext cx="3779520" cy="685800"/>
              </a:xfrm>
              <a:prstGeom prst="rect">
                <a:avLst/>
              </a:prstGeom>
            </p:spPr>
          </p:pic>
        </mc:Fallback>
      </mc:AlternateContent>
      <p:sp>
        <p:nvSpPr>
          <p:cNvPr id="107" name="Text"/>
          <p:cNvSpPr txBox="1"/>
          <p:nvPr/>
        </p:nvSpPr>
        <p:spPr>
          <a:xfrm>
            <a:off x="6766560" y="2240280"/>
            <a:ext cx="4937760" cy="3931920"/>
          </a:xfrm>
          <a:prstGeom prst="rect">
            <a:avLst/>
          </a:prstGeom>
          <a:noFill/>
          <a:ln>
            <a:noFill/>
          </a:ln>
        </p:spPr>
        <p:txBody>
          <a:bodyPr wrap="square" lIns="73152" tIns="73152" rIns="73152" bIns="73152" rtlCol="0" anchor="t">
            <a:normAutofit/>
          </a:bodyPr>
          <a:lstStyle/>
          <a:p>
            <a:pPr marL="274320" indent="-274320" algn="l">
              <a:spcAft>
                <a:spcPts val="1000"/>
              </a:spcAft>
              <a:buClr>
                <a:srgbClr val="BF6019"/>
              </a:buClr>
              <a:buSzPct val="100000"/>
              <a:buFont typeface="Arial"/>
              <a:buChar char="•"/>
            </a:pPr>
            <a:r>
              <a:rPr lang="en-US" sz="1600" b="1" i="0" dirty="0">
                <a:solidFill>
                  <a:srgbClr val="002060"/>
                </a:solidFill>
                <a:latin typeface="LM Roman 10"/>
                <a:cs typeface="LM Roman 10"/>
              </a:rPr>
              <a:t>Global existence (Lebl, Thm 2.1.2): </a:t>
            </a:r>
            <a:r>
              <a:rPr lang="en-US" sz="1600" b="0" i="0" dirty="0">
                <a:solidFill>
                  <a:srgbClr val="002060"/>
                </a:solidFill>
                <a:latin typeface="LM Roman 10"/>
                <a:cs typeface="LM Roman 10"/>
              </a:rPr>
              <a:t>if p, q are continuous on I, every IVP has exactly one solution on all of I.</a:t>
            </a:r>
            <a:endParaRPr lang="en-US" sz="1600"/>
          </a:p>
          <a:p>
            <a:pPr marL="274320" indent="-274320" algn="l">
              <a:spcAft>
                <a:spcPts val="1000"/>
              </a:spcAft>
              <a:buClr>
                <a:srgbClr val="BF6019"/>
              </a:buClr>
              <a:buSzPct val="100000"/>
              <a:buFont typeface="Arial"/>
              <a:buChar char="•"/>
            </a:pPr>
            <a:r>
              <a:rPr lang="en-US" sz="1600" b="1" i="0" dirty="0">
                <a:solidFill>
                  <a:srgbClr val="002060"/>
                </a:solidFill>
                <a:latin typeface="LM Roman 10"/>
                <a:cs typeface="LM Roman 10"/>
              </a:rPr>
              <a:t>Algebra: </a:t>
            </a:r>
            <a:r>
              <a:rPr lang="en-US" sz="1600" b="0" i="0" dirty="0">
                <a:solidFill>
                  <a:srgbClr val="002060"/>
                </a:solidFill>
                <a:latin typeface="LM Roman 10"/>
                <a:cs typeface="LM Roman 10"/>
              </a:rPr>
              <a:t>W(t</a:t>
            </a:r>
            <a:r>
              <a:rPr lang="en-US" sz="1600" b="0" i="0" baseline="-25000" dirty="0">
                <a:solidFill>
                  <a:srgbClr val="002060"/>
                </a:solidFill>
                <a:latin typeface="LM Roman 10"/>
                <a:cs typeface="LM Roman 10"/>
              </a:rPr>
              <a:t>0</a:t>
            </a:r>
            <a:r>
              <a:rPr lang="en-US" sz="1600" b="0" i="0" dirty="0">
                <a:solidFill>
                  <a:srgbClr val="002060"/>
                </a:solidFill>
                <a:latin typeface="LM Roman 10"/>
                <a:cs typeface="LM Roman 10"/>
              </a:rPr>
              <a:t>) ≠ 0 ⇔ every initial condition can be met ⇔ y = C</a:t>
            </a:r>
            <a:r>
              <a:rPr lang="en-US" sz="1600" b="0" i="0" baseline="-25000" dirty="0">
                <a:solidFill>
                  <a:srgbClr val="002060"/>
                </a:solidFill>
                <a:latin typeface="LM Roman 10"/>
                <a:cs typeface="LM Roman 10"/>
              </a:rPr>
              <a:t>1</a:t>
            </a:r>
            <a:r>
              <a:rPr lang="en-US" sz="1600" b="0" i="0" dirty="0">
                <a:solidFill>
                  <a:srgbClr val="002060"/>
                </a:solidFill>
                <a:latin typeface="LM Roman 10"/>
                <a:cs typeface="LM Roman 10"/>
              </a:rPr>
              <a:t>y</a:t>
            </a:r>
            <a:r>
              <a:rPr lang="en-US" sz="1600" b="0" i="0" baseline="-25000" dirty="0">
                <a:solidFill>
                  <a:srgbClr val="002060"/>
                </a:solidFill>
                <a:latin typeface="LM Roman 10"/>
                <a:cs typeface="LM Roman 10"/>
              </a:rPr>
              <a:t>1</a:t>
            </a:r>
            <a:r>
              <a:rPr lang="en-US" sz="1600" b="0" i="0" dirty="0">
                <a:solidFill>
                  <a:srgbClr val="002060"/>
                </a:solidFill>
                <a:latin typeface="LM Roman 10"/>
                <a:cs typeface="LM Roman 10"/>
              </a:rPr>
              <a:t> + C</a:t>
            </a:r>
            <a:r>
              <a:rPr lang="en-US" sz="1600" b="0" i="0" baseline="-25000" dirty="0">
                <a:solidFill>
                  <a:srgbClr val="002060"/>
                </a:solidFill>
                <a:latin typeface="LM Roman 10"/>
                <a:cs typeface="LM Roman 10"/>
              </a:rPr>
              <a:t>2</a:t>
            </a:r>
            <a:r>
              <a:rPr lang="en-US" sz="1600" b="0" i="0" dirty="0">
                <a:solidFill>
                  <a:srgbClr val="002060"/>
                </a:solidFill>
                <a:latin typeface="LM Roman 10"/>
                <a:cs typeface="LM Roman 10"/>
              </a:rPr>
              <a:t>y</a:t>
            </a:r>
            <a:r>
              <a:rPr lang="en-US" sz="1600" b="0" i="0" baseline="-25000" dirty="0">
                <a:solidFill>
                  <a:srgbClr val="002060"/>
                </a:solidFill>
                <a:latin typeface="LM Roman 10"/>
                <a:cs typeface="LM Roman 10"/>
              </a:rPr>
              <a:t>2</a:t>
            </a:r>
            <a:r>
              <a:rPr lang="en-US" sz="1600" b="0" i="0" dirty="0">
                <a:solidFill>
                  <a:srgbClr val="002060"/>
                </a:solidFill>
                <a:latin typeface="LM Roman 10"/>
                <a:cs typeface="LM Roman 10"/>
              </a:rPr>
              <a:t> is the general solution.</a:t>
            </a:r>
            <a:endParaRPr lang="en-US" sz="1600"/>
          </a:p>
          <a:p>
            <a:pPr marL="274320" indent="-274320" algn="l">
              <a:spcAft>
                <a:spcPts val="600"/>
              </a:spcAft>
              <a:buClr>
                <a:srgbClr val="BF6019"/>
              </a:buClr>
              <a:buSzPct val="100000"/>
              <a:buFont typeface="Arial"/>
              <a:buChar char="•"/>
            </a:pPr>
            <a:r>
              <a:rPr lang="en-US" sz="1600" b="1" i="0" dirty="0">
                <a:solidFill>
                  <a:srgbClr val="002060"/>
                </a:solidFill>
                <a:latin typeface="LM Roman 10"/>
                <a:cs typeface="LM Roman 10"/>
              </a:rPr>
              <a:t>Geometry: </a:t>
            </a:r>
            <a:r>
              <a:rPr lang="en-US" sz="1600" b="0" i="0" dirty="0">
                <a:solidFill>
                  <a:srgbClr val="002060"/>
                </a:solidFill>
                <a:latin typeface="LM Roman 10"/>
                <a:cs typeface="LM Roman 10"/>
              </a:rPr>
              <a:t>W is the signed area spanned by the states (y</a:t>
            </a:r>
            <a:r>
              <a:rPr lang="en-US" sz="1600" b="0" i="0" baseline="-25000" dirty="0">
                <a:solidFill>
                  <a:srgbClr val="002060"/>
                </a:solidFill>
                <a:latin typeface="LM Roman 10"/>
                <a:cs typeface="LM Roman 10"/>
              </a:rPr>
              <a:t>1</a:t>
            </a:r>
            <a:r>
              <a:rPr lang="en-US" sz="1600" b="0" i="0" dirty="0">
                <a:solidFill>
                  <a:srgbClr val="002060"/>
                </a:solidFill>
                <a:latin typeface="LM Roman 10"/>
                <a:cs typeface="LM Roman 10"/>
              </a:rPr>
              <a:t>, y</a:t>
            </a:r>
            <a:r>
              <a:rPr lang="en-US" sz="1600" b="0" i="0" baseline="-25000" dirty="0">
                <a:solidFill>
                  <a:srgbClr val="002060"/>
                </a:solidFill>
                <a:latin typeface="LM Roman 10"/>
                <a:cs typeface="LM Roman 10"/>
              </a:rPr>
              <a:t>1</a:t>
            </a:r>
            <a:r>
              <a:rPr lang="en-US" sz="1600" b="0" i="0" dirty="0">
                <a:solidFill>
                  <a:srgbClr val="002060"/>
                </a:solidFill>
                <a:latin typeface="LM Roman 10"/>
                <a:cs typeface="LM Roman 10"/>
              </a:rPr>
              <a:t>′) and (y</a:t>
            </a:r>
            <a:r>
              <a:rPr lang="en-US" sz="1600" b="0" i="0" baseline="-25000" dirty="0">
                <a:solidFill>
                  <a:srgbClr val="002060"/>
                </a:solidFill>
                <a:latin typeface="LM Roman 10"/>
                <a:cs typeface="LM Roman 10"/>
              </a:rPr>
              <a:t>2</a:t>
            </a:r>
            <a:r>
              <a:rPr lang="en-US" sz="1600" b="0" i="0" dirty="0">
                <a:solidFill>
                  <a:srgbClr val="002060"/>
                </a:solidFill>
                <a:latin typeface="LM Roman 10"/>
                <a:cs typeface="LM Roman 10"/>
              </a:rPr>
              <a:t>, y</a:t>
            </a:r>
            <a:r>
              <a:rPr lang="en-US" sz="1600" b="0" i="0" baseline="-25000" dirty="0">
                <a:solidFill>
                  <a:srgbClr val="002060"/>
                </a:solidFill>
                <a:latin typeface="LM Roman 10"/>
                <a:cs typeface="LM Roman 10"/>
              </a:rPr>
              <a:t>2</a:t>
            </a:r>
            <a:r>
              <a:rPr lang="en-US" sz="1600" b="0" i="0" dirty="0">
                <a:solidFill>
                  <a:srgbClr val="002060"/>
                </a:solidFill>
                <a:latin typeface="LM Roman 10"/>
                <a:cs typeface="LM Roman 10"/>
              </a:rPr>
              <a:t>′) in the phase plane.</a:t>
            </a:r>
            <a:endParaRPr lang="en-US" sz="1600"/>
          </a:p>
        </p:txBody>
      </p:sp>
    </p:spTree>
    <p:extLst>
      <p:ext uri="{BB962C8B-B14F-4D97-AF65-F5344CB8AC3E}">
        <p14:creationId xmlns:p14="http://schemas.microsoft.com/office/powerpoint/2010/main" val="2916294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B7FC9-7303-2DDF-22D9-A375F9FCBA42}"/>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2C760A3E-FF45-F647-68B2-6F941F0FE03D}"/>
              </a:ext>
            </a:extLst>
          </p:cNvPr>
          <p:cNvSpPr/>
          <p:nvPr/>
        </p:nvSpPr>
        <p:spPr>
          <a:xfrm>
            <a:off x="0" y="6309106"/>
            <a:ext cx="12192000" cy="549124"/>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piè di pagina 1">
            <a:extLst>
              <a:ext uri="{FF2B5EF4-FFF2-40B4-BE49-F238E27FC236}">
                <a16:creationId xmlns:a16="http://schemas.microsoft.com/office/drawing/2014/main" id="{D93F69B5-A372-36E1-C0D1-892D9A6B88D5}"/>
              </a:ext>
            </a:extLst>
          </p:cNvPr>
          <p:cNvSpPr>
            <a:spLocks noGrp="1"/>
          </p:cNvSpPr>
          <p:nvPr>
            <p:ph type="ftr" sz="quarter" idx="11"/>
          </p:nvPr>
        </p:nvSpPr>
        <p:spPr>
          <a:xfrm>
            <a:off x="4038600" y="6448272"/>
            <a:ext cx="4114800" cy="365125"/>
          </a:xfrm>
        </p:spPr>
        <p:txBody>
          <a:bodyPr/>
          <a:lstStyle/>
          <a:p>
            <a:r>
              <a:rPr lang="en-US" sz="1600" dirty="0">
                <a:solidFill>
                  <a:srgbClr val="002060"/>
                </a:solidFill>
              </a:rPr>
              <a:t>MATH 331: Differential Equations</a:t>
            </a:r>
          </a:p>
        </p:txBody>
      </p:sp>
      <p:sp>
        <p:nvSpPr>
          <p:cNvPr id="6" name="CasellaDiTesto 5">
            <a:extLst>
              <a:ext uri="{FF2B5EF4-FFF2-40B4-BE49-F238E27FC236}">
                <a16:creationId xmlns:a16="http://schemas.microsoft.com/office/drawing/2014/main" id="{8495B6C3-1F7A-7299-D7B8-F42087CCE23B}"/>
              </a:ext>
            </a:extLst>
          </p:cNvPr>
          <p:cNvSpPr txBox="1"/>
          <p:nvPr/>
        </p:nvSpPr>
        <p:spPr>
          <a:xfrm>
            <a:off x="981880" y="330553"/>
            <a:ext cx="10424160" cy="707886"/>
          </a:xfrm>
          <a:prstGeom prst="rect">
            <a:avLst/>
          </a:prstGeom>
          <a:noFill/>
        </p:spPr>
        <p:txBody>
          <a:bodyPr wrap="square" rtlCol="0" anchor="ctr" anchorCtr="0">
            <a:spAutoFit/>
          </a:bodyPr>
          <a:lstStyle/>
          <a:p>
            <a:r>
              <a:rPr lang="en-US" sz="4000" b="1" dirty="0">
                <a:solidFill>
                  <a:srgbClr val="002060"/>
                </a:solidFill>
                <a:latin typeface="LM Roman 10" panose="00000500000000000000" pitchFamily="2" charset="0"/>
              </a:rPr>
              <a:t>Abel’s theorem</a:t>
            </a:r>
            <a:endParaRPr lang="it-IT" sz="4000" b="1" dirty="0">
              <a:solidFill>
                <a:srgbClr val="002060"/>
              </a:solidFill>
              <a:latin typeface="LM Roman 10" panose="00000500000000000000" pitchFamily="2" charset="0"/>
            </a:endParaRPr>
          </a:p>
        </p:txBody>
      </p:sp>
      <p:sp>
        <p:nvSpPr>
          <p:cNvPr id="13" name="Segnaposto numero diapositiva 14">
            <a:extLst>
              <a:ext uri="{FF2B5EF4-FFF2-40B4-BE49-F238E27FC236}">
                <a16:creationId xmlns:a16="http://schemas.microsoft.com/office/drawing/2014/main" id="{309AE5C9-EEDD-A311-4493-9CAABB78FFA5}"/>
              </a:ext>
            </a:extLst>
          </p:cNvPr>
          <p:cNvSpPr txBox="1">
            <a:spLocks/>
          </p:cNvSpPr>
          <p:nvPr/>
        </p:nvSpPr>
        <p:spPr>
          <a:xfrm>
            <a:off x="9072638" y="6401105"/>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06BB8CB-C112-4AF1-992B-2BAB7191A575}" type="slidenum">
              <a:rPr lang="it-IT" sz="1600" b="1" smtClean="0">
                <a:solidFill>
                  <a:srgbClr val="002060"/>
                </a:solidFill>
              </a:rPr>
              <a:pPr/>
              <a:t>19</a:t>
            </a:fld>
            <a:endParaRPr lang="it-IT" sz="1600" b="1" dirty="0">
              <a:solidFill>
                <a:srgbClr val="002060"/>
              </a:solidFill>
            </a:endParaRPr>
          </a:p>
        </p:txBody>
      </p:sp>
      <p:grpSp>
        <p:nvGrpSpPr>
          <p:cNvPr id="32" name="Gruppo 31">
            <a:extLst>
              <a:ext uri="{FF2B5EF4-FFF2-40B4-BE49-F238E27FC236}">
                <a16:creationId xmlns:a16="http://schemas.microsoft.com/office/drawing/2014/main" id="{2E62AB85-3A93-A286-6E45-A75C8BBC09DC}"/>
              </a:ext>
            </a:extLst>
          </p:cNvPr>
          <p:cNvGrpSpPr/>
          <p:nvPr/>
        </p:nvGrpSpPr>
        <p:grpSpPr>
          <a:xfrm>
            <a:off x="14040" y="6251906"/>
            <a:ext cx="1906650" cy="626303"/>
            <a:chOff x="5403712" y="2704688"/>
            <a:chExt cx="2490081" cy="817950"/>
          </a:xfrm>
        </p:grpSpPr>
        <p:pic>
          <p:nvPicPr>
            <p:cNvPr id="33" name="Picture 2">
              <a:extLst>
                <a:ext uri="{FF2B5EF4-FFF2-40B4-BE49-F238E27FC236}">
                  <a16:creationId xmlns:a16="http://schemas.microsoft.com/office/drawing/2014/main" id="{567C9C09-B8D1-EC23-4AAB-A073BA2576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1602"/>
            <a:stretch/>
          </p:blipFill>
          <p:spPr bwMode="auto">
            <a:xfrm>
              <a:off x="5403712" y="2704688"/>
              <a:ext cx="1384576" cy="80856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a:extLst>
                <a:ext uri="{FF2B5EF4-FFF2-40B4-BE49-F238E27FC236}">
                  <a16:creationId xmlns:a16="http://schemas.microsoft.com/office/drawing/2014/main" id="{93869D14-1BA4-3490-7962-5A65832FA6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565"/>
            <a:stretch/>
          </p:blipFill>
          <p:spPr bwMode="auto">
            <a:xfrm>
              <a:off x="6509217" y="2907406"/>
              <a:ext cx="1384576" cy="615232"/>
            </a:xfrm>
            <a:prstGeom prst="rect">
              <a:avLst/>
            </a:prstGeom>
            <a:noFill/>
            <a:extLst>
              <a:ext uri="{909E8E84-426E-40DD-AFC4-6F175D3DCCD1}">
                <a14:hiddenFill xmlns:a14="http://schemas.microsoft.com/office/drawing/2010/main">
                  <a:solidFill>
                    <a:srgbClr val="FFFFFF"/>
                  </a:solidFill>
                </a14:hiddenFill>
              </a:ext>
            </a:extLst>
          </p:spPr>
        </p:pic>
      </p:grpSp>
      <p:sp>
        <p:nvSpPr>
          <p:cNvPr id="101" name="Text"/>
          <p:cNvSpPr txBox="1"/>
          <p:nvPr/>
        </p:nvSpPr>
        <p:spPr>
          <a:xfrm>
            <a:off x="548640" y="1234440"/>
            <a:ext cx="6035040" cy="1143000"/>
          </a:xfrm>
          <a:prstGeom prst="roundRect">
            <a:avLst>
              <a:gd name="adj" fmla="val 8000"/>
            </a:avLst>
          </a:prstGeom>
          <a:solidFill>
            <a:srgbClr val="EAF0F8"/>
          </a:solidFill>
          <a:ln>
            <a:noFill/>
          </a:ln>
        </p:spPr>
        <p:txBody>
          <a:bodyPr wrap="square" lIns="137160" tIns="137160" rIns="137160" bIns="137160" rtlCol="0" anchor="t">
            <a:normAutofit/>
          </a:bodyPr>
          <a:lstStyle/>
          <a:p>
            <a:pPr algn="l">
              <a:spcAft>
                <a:spcPts val="600"/>
              </a:spcAft>
              <a:buNone/>
            </a:pPr>
            <a:r>
              <a:rPr lang="en-US" sz="1700" b="1" i="0" dirty="0">
                <a:solidFill>
                  <a:srgbClr val="002060"/>
                </a:solidFill>
                <a:latin typeface="LM Roman 10"/>
                <a:cs typeface="LM Roman 10"/>
              </a:rPr>
              <a:t>Theorem (Abel). </a:t>
            </a:r>
            <a:r>
              <a:rPr lang="en-US" sz="1700" b="0" i="0" dirty="0">
                <a:solidFill>
                  <a:srgbClr val="002060"/>
                </a:solidFill>
                <a:latin typeface="LM Roman 10"/>
                <a:cs typeface="LM Roman 10"/>
              </a:rPr>
              <a:t>If y</a:t>
            </a:r>
            <a:r>
              <a:rPr lang="en-US" sz="1700" b="0" i="0" baseline="-25000" dirty="0">
                <a:solidFill>
                  <a:srgbClr val="002060"/>
                </a:solidFill>
                <a:latin typeface="LM Roman 10"/>
                <a:cs typeface="LM Roman 10"/>
              </a:rPr>
              <a:t>1</a:t>
            </a:r>
            <a:r>
              <a:rPr lang="en-US" sz="1700" b="0" i="0" dirty="0">
                <a:solidFill>
                  <a:srgbClr val="002060"/>
                </a:solidFill>
                <a:latin typeface="LM Roman 10"/>
                <a:cs typeface="LM Roman 10"/>
              </a:rPr>
              <a:t>, y</a:t>
            </a:r>
            <a:r>
              <a:rPr lang="en-US" sz="1700" b="0" i="0" baseline="-25000" dirty="0">
                <a:solidFill>
                  <a:srgbClr val="002060"/>
                </a:solidFill>
                <a:latin typeface="LM Roman 10"/>
                <a:cs typeface="LM Roman 10"/>
              </a:rPr>
              <a:t>2</a:t>
            </a:r>
            <a:r>
              <a:rPr lang="en-US" sz="1700" b="0" i="0" dirty="0">
                <a:solidFill>
                  <a:srgbClr val="002060"/>
                </a:solidFill>
                <a:latin typeface="LM Roman 10"/>
                <a:cs typeface="LM Roman 10"/>
              </a:rPr>
              <a:t> solve y″ + p y′ + q y = 0 with p, q continuous, then</a:t>
            </a:r>
            <a:endParaRPr lang="en-US" sz="1700"/>
          </a:p>
        </p:txBody>
      </p:sp>
      <mc:AlternateContent xmlns:mc="http://schemas.openxmlformats.org/markup-compatibility/2006" xmlns:a14="http://schemas.microsoft.com/office/drawing/2010/main">
        <mc:Choice Requires="a14">
          <p:sp>
            <p:nvSpPr>
              <p:cNvPr id="102" name="Equation 102"/>
              <p:cNvSpPr txBox="1"/>
              <p:nvPr/>
            </p:nvSpPr>
            <p:spPr>
              <a:xfrm>
                <a:off x="1487043" y="2414016"/>
                <a:ext cx="4158234" cy="871423"/>
              </a:xfrm>
              <a:prstGeom prst="rect">
                <a:avLst/>
              </a:prstGeom>
              <a:noFill/>
            </p:spPr>
            <p:txBody>
              <a:bodyPr wrap="none" lIns="54864" tIns="54864" rIns="54864" bIns="54864" anchor="ctr">
                <a:noAutofit/>
              </a:bodyPr>
              <a:lstStyle/>
              <a:p>
                <a:pPr algn="ctr"/>
                <a14:m>
                  <m:oMathPara xmlns:m="http://schemas.openxmlformats.org/officeDocument/2006/math">
                    <m:oMathParaPr>
                      <m:jc m:val="center"/>
                    </m:oMathParaPr>
                    <m:oMath>
                      <m:r>
                        <a:rPr lang="en-US" sz="2100" b="0" i="1">
                          <a:solidFill>
                            <a:srgbClr val="BF6019"/>
                          </a:solidFill>
                          <a:latin typeface="Cambria Math"/>
                          <a:cs typeface="Cambria Math"/>
                        </a:rPr>
                        <m:t>𝑊</m:t>
                      </m:r>
                      <m:d>
                        <m:dPr>
                          <m:ctrlPr>
                            <a:rPr lang="en-US" sz="2100" b="0" i="1">
                              <a:solidFill>
                                <a:srgbClr val="BF6019"/>
                              </a:solidFill>
                              <a:latin typeface="Cambria Math"/>
                              <a:cs typeface="Cambria Math"/>
                            </a:rPr>
                          </m:ctrlPr>
                        </m:dPr>
                        <m:e>
                          <m:r>
                            <a:rPr lang="en-US" sz="2100" b="0" i="1">
                              <a:solidFill>
                                <a:srgbClr val="BF6019"/>
                              </a:solidFill>
                              <a:latin typeface="Cambria Math"/>
                              <a:cs typeface="Cambria Math"/>
                            </a:rPr>
                            <m:t>𝑡</m:t>
                          </m:r>
                        </m:e>
                      </m:d>
                      <m:r>
                        <a:rPr lang="en-US" sz="2100" b="0" i="0">
                          <a:solidFill>
                            <a:srgbClr val="BF6019"/>
                          </a:solidFill>
                          <a:latin typeface="Cambria Math"/>
                          <a:cs typeface="Cambria Math"/>
                        </a:rPr>
                        <m:t>=</m:t>
                      </m:r>
                      <m:r>
                        <a:rPr lang="en-US" sz="2100" b="0" i="1">
                          <a:solidFill>
                            <a:srgbClr val="BF6019"/>
                          </a:solidFill>
                          <a:latin typeface="Cambria Math"/>
                          <a:cs typeface="Cambria Math"/>
                        </a:rPr>
                        <m:t>𝑊</m:t>
                      </m:r>
                      <m:d>
                        <m:dPr>
                          <m:ctrlPr>
                            <a:rPr lang="en-US" sz="2100" b="0" i="1">
                              <a:solidFill>
                                <a:srgbClr val="BF6019"/>
                              </a:solidFill>
                              <a:latin typeface="Cambria Math"/>
                              <a:cs typeface="Cambria Math"/>
                            </a:rPr>
                          </m:ctrlPr>
                        </m:dPr>
                        <m:e>
                          <m:sSub>
                            <m:sSubPr>
                              <m:ctrlPr>
                                <a:rPr lang="en-US" sz="2100" b="0" i="1">
                                  <a:solidFill>
                                    <a:srgbClr val="BF6019"/>
                                  </a:solidFill>
                                  <a:latin typeface="Cambria Math"/>
                                  <a:cs typeface="Cambria Math"/>
                                </a:rPr>
                              </m:ctrlPr>
                            </m:sSubPr>
                            <m:e>
                              <m:r>
                                <a:rPr lang="en-US" sz="2100" b="0" i="1">
                                  <a:solidFill>
                                    <a:srgbClr val="BF6019"/>
                                  </a:solidFill>
                                  <a:latin typeface="Cambria Math"/>
                                  <a:cs typeface="Cambria Math"/>
                                </a:rPr>
                                <m:t>𝑡</m:t>
                              </m:r>
                            </m:e>
                            <m:sub>
                              <m:r>
                                <a:rPr lang="en-US" sz="2100" b="0" i="1">
                                  <a:solidFill>
                                    <a:srgbClr val="BF6019"/>
                                  </a:solidFill>
                                  <a:latin typeface="Cambria Math"/>
                                  <a:cs typeface="Cambria Math"/>
                                </a:rPr>
                                <m:t>0</m:t>
                              </m:r>
                            </m:sub>
                          </m:sSub>
                        </m:e>
                      </m:d>
                      <m:r>
                        <a:rPr lang="en-US" sz="2100" b="0" i="1">
                          <a:solidFill>
                            <a:srgbClr val="BF6019"/>
                          </a:solidFill>
                          <a:latin typeface="Cambria Math"/>
                          <a:cs typeface="Cambria Math"/>
                        </a:rPr>
                        <m:t> </m:t>
                      </m:r>
                      <m:r>
                        <m:rPr>
                          <m:sty m:val="p"/>
                        </m:rPr>
                        <a:rPr lang="en-US" sz="2100" b="0" i="0">
                          <a:solidFill>
                            <a:srgbClr val="BF6019"/>
                          </a:solidFill>
                          <a:latin typeface="Cambria Math"/>
                          <a:cs typeface="Cambria Math"/>
                        </a:rPr>
                        <m:t>exp</m:t>
                      </m:r>
                      <m:r>
                        <a:rPr lang="en-US" sz="2100" b="0" i="1">
                          <a:solidFill>
                            <a:srgbClr val="BF6019"/>
                          </a:solidFill>
                          <a:latin typeface="Cambria Math"/>
                          <a:cs typeface="Cambria Math"/>
                        </a:rPr>
                        <m:t>​</m:t>
                      </m:r>
                      <m:d>
                        <m:dPr>
                          <m:ctrlPr>
                            <a:rPr lang="en-US" sz="2100" b="0" i="0">
                              <a:solidFill>
                                <a:srgbClr val="BF6019"/>
                              </a:solidFill>
                              <a:latin typeface="Cambria Math"/>
                              <a:cs typeface="Cambria Math"/>
                            </a:rPr>
                          </m:ctrlPr>
                        </m:dPr>
                        <m:e>
                          <m:r>
                            <a:rPr lang="en-US" sz="2100" b="0" i="0">
                              <a:solidFill>
                                <a:srgbClr val="BF6019"/>
                              </a:solidFill>
                              <a:latin typeface="Cambria Math"/>
                              <a:cs typeface="Cambria Math"/>
                            </a:rPr>
                            <m:t>−</m:t>
                          </m:r>
                          <m:nary>
                            <m:naryPr>
                              <m:limLoc m:val="subSup"/>
                              <m:ctrlPr>
                                <a:rPr lang="en-US" sz="2100" b="0" i="1">
                                  <a:solidFill>
                                    <a:srgbClr val="BF6019"/>
                                  </a:solidFill>
                                  <a:latin typeface="Cambria Math"/>
                                  <a:cs typeface="Cambria Math"/>
                                </a:rPr>
                              </m:ctrlPr>
                            </m:naryPr>
                            <m:sub>
                              <m:sSub>
                                <m:sSubPr>
                                  <m:ctrlPr>
                                    <a:rPr lang="en-US" sz="2100" b="0" i="1">
                                      <a:solidFill>
                                        <a:srgbClr val="BF6019"/>
                                      </a:solidFill>
                                      <a:latin typeface="Cambria Math"/>
                                      <a:cs typeface="Cambria Math"/>
                                    </a:rPr>
                                  </m:ctrlPr>
                                </m:sSubPr>
                                <m:e>
                                  <m:r>
                                    <a:rPr lang="en-US" sz="2100" b="0" i="1">
                                      <a:solidFill>
                                        <a:srgbClr val="BF6019"/>
                                      </a:solidFill>
                                      <a:latin typeface="Cambria Math"/>
                                      <a:cs typeface="Cambria Math"/>
                                    </a:rPr>
                                    <m:t>𝑡</m:t>
                                  </m:r>
                                </m:e>
                                <m:sub>
                                  <m:r>
                                    <a:rPr lang="en-US" sz="2100" b="0" i="1">
                                      <a:solidFill>
                                        <a:srgbClr val="BF6019"/>
                                      </a:solidFill>
                                      <a:latin typeface="Cambria Math"/>
                                      <a:cs typeface="Cambria Math"/>
                                    </a:rPr>
                                    <m:t>0</m:t>
                                  </m:r>
                                </m:sub>
                              </m:sSub>
                            </m:sub>
                            <m:sup>
                              <m:r>
                                <a:rPr lang="en-US" sz="2100" b="0" i="1">
                                  <a:solidFill>
                                    <a:srgbClr val="BF6019"/>
                                  </a:solidFill>
                                  <a:latin typeface="Cambria Math"/>
                                  <a:cs typeface="Cambria Math"/>
                                </a:rPr>
                                <m:t>𝑡</m:t>
                              </m:r>
                            </m:sup>
                            <m:e>
                              <m:r>
                                <a:rPr lang="en-US" sz="2100" b="0" i="1">
                                  <a:solidFill>
                                    <a:srgbClr val="BF6019"/>
                                  </a:solidFill>
                                  <a:latin typeface="Cambria Math"/>
                                  <a:cs typeface="Cambria Math"/>
                                </a:rPr>
                                <m:t>𝑝</m:t>
                              </m:r>
                            </m:e>
                          </m:nary>
                          <m:d>
                            <m:dPr>
                              <m:ctrlPr>
                                <a:rPr lang="en-US" sz="2100" b="0" i="1">
                                  <a:solidFill>
                                    <a:srgbClr val="BF6019"/>
                                  </a:solidFill>
                                  <a:latin typeface="Cambria Math"/>
                                  <a:cs typeface="Cambria Math"/>
                                </a:rPr>
                              </m:ctrlPr>
                            </m:dPr>
                            <m:e>
                              <m:r>
                                <a:rPr lang="en-US" sz="2100" b="0" i="1">
                                  <a:solidFill>
                                    <a:srgbClr val="BF6019"/>
                                  </a:solidFill>
                                  <a:latin typeface="Cambria Math"/>
                                  <a:cs typeface="Cambria Math"/>
                                </a:rPr>
                                <m:t>𝑠</m:t>
                              </m:r>
                            </m:e>
                          </m:d>
                          <m:r>
                            <a:rPr lang="en-US" sz="2100" b="0" i="1">
                              <a:solidFill>
                                <a:srgbClr val="BF6019"/>
                              </a:solidFill>
                              <a:latin typeface="Cambria Math"/>
                              <a:cs typeface="Cambria Math"/>
                            </a:rPr>
                            <m:t> </m:t>
                          </m:r>
                          <m:r>
                            <a:rPr lang="en-US" sz="2100" b="0" i="1">
                              <a:solidFill>
                                <a:srgbClr val="BF6019"/>
                              </a:solidFill>
                              <a:latin typeface="Cambria Math"/>
                              <a:cs typeface="Cambria Math"/>
                            </a:rPr>
                            <m:t>𝑑𝑠</m:t>
                          </m:r>
                        </m:e>
                      </m:d>
                    </m:oMath>
                  </m:oMathPara>
                </a14:m>
                <a:endParaRPr lang="en-US" sz="2100"/>
              </a:p>
            </p:txBody>
          </p:sp>
        </mc:Choice>
        <mc:Fallback xmlns="">
          <p:pic>
            <p:nvPicPr>
              <p:cNvPr id="102" name="Equation 102" descr="W(t)=W(t_0)\,\exp\!\left(-\int_{t_0}^{t}p(s)\,ds\right)"/>
              <p:cNvPicPr>
                <a:picLocks noChangeAspect="1"/>
              </p:cNvPicPr>
              <p:nvPr/>
            </p:nvPicPr>
            <p:blipFill>
              <a:blip r:embed="rId4"/>
              <a:stretch>
                <a:fillRect/>
              </a:stretch>
            </p:blipFill>
            <p:spPr>
              <a:xfrm>
                <a:off x="1541907" y="2468880"/>
                <a:ext cx="4048506" cy="761695"/>
              </a:xfrm>
              <a:prstGeom prst="rect">
                <a:avLst/>
              </a:prstGeom>
            </p:spPr>
          </p:pic>
        </mc:Fallback>
      </mc:AlternateContent>
      <p:sp>
        <p:nvSpPr>
          <p:cNvPr id="103" name="Text"/>
          <p:cNvSpPr txBox="1"/>
          <p:nvPr/>
        </p:nvSpPr>
        <p:spPr>
          <a:xfrm>
            <a:off x="548640" y="3337560"/>
            <a:ext cx="6035040" cy="457200"/>
          </a:xfrm>
          <a:prstGeom prst="rect">
            <a:avLst/>
          </a:prstGeom>
          <a:noFill/>
          <a:ln>
            <a:noFill/>
          </a:ln>
        </p:spPr>
        <p:txBody>
          <a:bodyPr wrap="square" lIns="73152" tIns="73152" rIns="73152" bIns="73152" rtlCol="0" anchor="t">
            <a:normAutofit/>
          </a:bodyPr>
          <a:lstStyle/>
          <a:p>
            <a:pPr algn="l">
              <a:spcAft>
                <a:spcPts val="600"/>
              </a:spcAft>
              <a:buNone/>
            </a:pPr>
            <a:r>
              <a:rPr lang="en-US" sz="1800" b="1" i="0" dirty="0">
                <a:solidFill>
                  <a:srgbClr val="BF6019"/>
                </a:solidFill>
                <a:latin typeface="LM Roman 10"/>
                <a:cs typeface="LM Roman 10"/>
              </a:rPr>
              <a:t>Proof in three lines</a:t>
            </a:r>
            <a:endParaRPr lang="en-US" sz="1800"/>
          </a:p>
        </p:txBody>
      </p:sp>
      <mc:AlternateContent xmlns:mc="http://schemas.openxmlformats.org/markup-compatibility/2006" xmlns:a14="http://schemas.microsoft.com/office/drawing/2010/main">
        <mc:Choice Requires="a14">
          <p:sp>
            <p:nvSpPr>
              <p:cNvPr id="104" name="Equation 104"/>
              <p:cNvSpPr txBox="1"/>
              <p:nvPr/>
            </p:nvSpPr>
            <p:spPr>
              <a:xfrm>
                <a:off x="630936" y="3739896"/>
                <a:ext cx="4602175" cy="399898"/>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r>
                        <a:rPr lang="en-US" sz="1700" b="0" i="1">
                          <a:solidFill>
                            <a:srgbClr val="002060"/>
                          </a:solidFill>
                          <a:latin typeface="Cambria Math"/>
                          <a:cs typeface="Cambria Math"/>
                        </a:rPr>
                        <m:t>𝑊</m:t>
                      </m:r>
                      <m:r>
                        <a:rPr lang="en-US" sz="1700" b="0" i="0">
                          <a:solidFill>
                            <a:srgbClr val="002060"/>
                          </a:solidFill>
                          <a:latin typeface="Cambria Math"/>
                          <a:cs typeface="Cambria Math"/>
                        </a:rPr>
                        <m:t>′=</m:t>
                      </m:r>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𝑦</m:t>
                          </m:r>
                        </m:e>
                        <m:sub>
                          <m:r>
                            <a:rPr lang="en-US" sz="1700" b="0" i="1">
                              <a:solidFill>
                                <a:srgbClr val="002060"/>
                              </a:solidFill>
                              <a:latin typeface="Cambria Math"/>
                              <a:cs typeface="Cambria Math"/>
                            </a:rPr>
                            <m:t>1</m:t>
                          </m:r>
                        </m:sub>
                      </m:sSub>
                      <m:r>
                        <a:rPr lang="en-US" sz="1700" b="0" i="0">
                          <a:solidFill>
                            <a:srgbClr val="002060"/>
                          </a:solidFill>
                          <a:latin typeface="Cambria Math"/>
                          <a:cs typeface="Cambria Math"/>
                        </a:rPr>
                        <m:t>′</m:t>
                      </m:r>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𝑦</m:t>
                          </m:r>
                        </m:e>
                        <m:sub>
                          <m:r>
                            <a:rPr lang="en-US" sz="1700" b="0" i="1">
                              <a:solidFill>
                                <a:srgbClr val="002060"/>
                              </a:solidFill>
                              <a:latin typeface="Cambria Math"/>
                              <a:cs typeface="Cambria Math"/>
                            </a:rPr>
                            <m:t>2</m:t>
                          </m:r>
                        </m:sub>
                      </m:sSub>
                      <m:r>
                        <a:rPr lang="en-US" sz="1700" b="0" i="0">
                          <a:solidFill>
                            <a:srgbClr val="002060"/>
                          </a:solidFill>
                          <a:latin typeface="Cambria Math"/>
                          <a:cs typeface="Cambria Math"/>
                        </a:rPr>
                        <m:t>′+</m:t>
                      </m:r>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𝑦</m:t>
                          </m:r>
                        </m:e>
                        <m:sub>
                          <m:r>
                            <a:rPr lang="en-US" sz="1700" b="0" i="1">
                              <a:solidFill>
                                <a:srgbClr val="002060"/>
                              </a:solidFill>
                              <a:latin typeface="Cambria Math"/>
                              <a:cs typeface="Cambria Math"/>
                            </a:rPr>
                            <m:t>1</m:t>
                          </m:r>
                        </m:sub>
                      </m:sSub>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𝑦</m:t>
                          </m:r>
                        </m:e>
                        <m:sub>
                          <m:r>
                            <a:rPr lang="en-US" sz="1700" b="0" i="1">
                              <a:solidFill>
                                <a:srgbClr val="002060"/>
                              </a:solidFill>
                              <a:latin typeface="Cambria Math"/>
                              <a:cs typeface="Cambria Math"/>
                            </a:rPr>
                            <m:t>2</m:t>
                          </m:r>
                        </m:sub>
                      </m:sSub>
                      <m:r>
                        <a:rPr lang="en-US" sz="1700" b="0" i="0">
                          <a:solidFill>
                            <a:srgbClr val="002060"/>
                          </a:solidFill>
                          <a:latin typeface="Cambria Math"/>
                          <a:cs typeface="Cambria Math"/>
                        </a:rPr>
                        <m:t>″−</m:t>
                      </m:r>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𝑦</m:t>
                          </m:r>
                        </m:e>
                        <m:sub>
                          <m:r>
                            <a:rPr lang="en-US" sz="1700" b="0" i="1">
                              <a:solidFill>
                                <a:srgbClr val="002060"/>
                              </a:solidFill>
                              <a:latin typeface="Cambria Math"/>
                              <a:cs typeface="Cambria Math"/>
                            </a:rPr>
                            <m:t>1</m:t>
                          </m:r>
                        </m:sub>
                      </m:sSub>
                      <m:r>
                        <a:rPr lang="en-US" sz="1700" b="0" i="0">
                          <a:solidFill>
                            <a:srgbClr val="002060"/>
                          </a:solidFill>
                          <a:latin typeface="Cambria Math"/>
                          <a:cs typeface="Cambria Math"/>
                        </a:rPr>
                        <m:t>″</m:t>
                      </m:r>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𝑦</m:t>
                          </m:r>
                        </m:e>
                        <m:sub>
                          <m:r>
                            <a:rPr lang="en-US" sz="1700" b="0" i="1">
                              <a:solidFill>
                                <a:srgbClr val="002060"/>
                              </a:solidFill>
                              <a:latin typeface="Cambria Math"/>
                              <a:cs typeface="Cambria Math"/>
                            </a:rPr>
                            <m:t>2</m:t>
                          </m:r>
                        </m:sub>
                      </m:sSub>
                      <m:r>
                        <a:rPr lang="en-US" sz="1700" b="0" i="0">
                          <a:solidFill>
                            <a:srgbClr val="002060"/>
                          </a:solidFill>
                          <a:latin typeface="Cambria Math"/>
                          <a:cs typeface="Cambria Math"/>
                        </a:rPr>
                        <m:t>−</m:t>
                      </m:r>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𝑦</m:t>
                          </m:r>
                        </m:e>
                        <m:sub>
                          <m:r>
                            <a:rPr lang="en-US" sz="1700" b="0" i="1">
                              <a:solidFill>
                                <a:srgbClr val="002060"/>
                              </a:solidFill>
                              <a:latin typeface="Cambria Math"/>
                              <a:cs typeface="Cambria Math"/>
                            </a:rPr>
                            <m:t>1</m:t>
                          </m:r>
                        </m:sub>
                      </m:sSub>
                      <m:r>
                        <a:rPr lang="en-US" sz="1700" b="0" i="0">
                          <a:solidFill>
                            <a:srgbClr val="002060"/>
                          </a:solidFill>
                          <a:latin typeface="Cambria Math"/>
                          <a:cs typeface="Cambria Math"/>
                        </a:rPr>
                        <m:t>′</m:t>
                      </m:r>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𝑦</m:t>
                          </m:r>
                        </m:e>
                        <m:sub>
                          <m:r>
                            <a:rPr lang="en-US" sz="1700" b="0" i="1">
                              <a:solidFill>
                                <a:srgbClr val="002060"/>
                              </a:solidFill>
                              <a:latin typeface="Cambria Math"/>
                              <a:cs typeface="Cambria Math"/>
                            </a:rPr>
                            <m:t>2</m:t>
                          </m:r>
                        </m:sub>
                      </m:sSub>
                      <m:r>
                        <a:rPr lang="en-US" sz="1700" b="0" i="0">
                          <a:solidFill>
                            <a:srgbClr val="002060"/>
                          </a:solidFill>
                          <a:latin typeface="Cambria Math"/>
                          <a:cs typeface="Cambria Math"/>
                        </a:rPr>
                        <m:t>′=</m:t>
                      </m:r>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𝑦</m:t>
                          </m:r>
                        </m:e>
                        <m:sub>
                          <m:r>
                            <a:rPr lang="en-US" sz="1700" b="0" i="1">
                              <a:solidFill>
                                <a:srgbClr val="002060"/>
                              </a:solidFill>
                              <a:latin typeface="Cambria Math"/>
                              <a:cs typeface="Cambria Math"/>
                            </a:rPr>
                            <m:t>1</m:t>
                          </m:r>
                        </m:sub>
                      </m:sSub>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𝑦</m:t>
                          </m:r>
                        </m:e>
                        <m:sub>
                          <m:r>
                            <a:rPr lang="en-US" sz="1700" b="0" i="1">
                              <a:solidFill>
                                <a:srgbClr val="002060"/>
                              </a:solidFill>
                              <a:latin typeface="Cambria Math"/>
                              <a:cs typeface="Cambria Math"/>
                            </a:rPr>
                            <m:t>2</m:t>
                          </m:r>
                        </m:sub>
                      </m:sSub>
                      <m:r>
                        <a:rPr lang="en-US" sz="1700" b="0" i="0">
                          <a:solidFill>
                            <a:srgbClr val="002060"/>
                          </a:solidFill>
                          <a:latin typeface="Cambria Math"/>
                          <a:cs typeface="Cambria Math"/>
                        </a:rPr>
                        <m:t>″−</m:t>
                      </m:r>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𝑦</m:t>
                          </m:r>
                        </m:e>
                        <m:sub>
                          <m:r>
                            <a:rPr lang="en-US" sz="1700" b="0" i="1">
                              <a:solidFill>
                                <a:srgbClr val="002060"/>
                              </a:solidFill>
                              <a:latin typeface="Cambria Math"/>
                              <a:cs typeface="Cambria Math"/>
                            </a:rPr>
                            <m:t>1</m:t>
                          </m:r>
                        </m:sub>
                      </m:sSub>
                      <m:r>
                        <a:rPr lang="en-US" sz="1700" b="0" i="0">
                          <a:solidFill>
                            <a:srgbClr val="002060"/>
                          </a:solidFill>
                          <a:latin typeface="Cambria Math"/>
                          <a:cs typeface="Cambria Math"/>
                        </a:rPr>
                        <m:t>″</m:t>
                      </m:r>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𝑦</m:t>
                          </m:r>
                        </m:e>
                        <m:sub>
                          <m:r>
                            <a:rPr lang="en-US" sz="1700" b="0" i="1">
                              <a:solidFill>
                                <a:srgbClr val="002060"/>
                              </a:solidFill>
                              <a:latin typeface="Cambria Math"/>
                              <a:cs typeface="Cambria Math"/>
                            </a:rPr>
                            <m:t>2</m:t>
                          </m:r>
                        </m:sub>
                      </m:sSub>
                    </m:oMath>
                  </m:oMathPara>
                </a14:m>
                <a:endParaRPr lang="en-US" sz="1700"/>
              </a:p>
            </p:txBody>
          </p:sp>
        </mc:Choice>
        <mc:Fallback xmlns="">
          <p:pic>
            <p:nvPicPr>
              <p:cNvPr id="104" name="Equation 104" descr="W'=y_1'y_2'+y_1y_2''-y_1''y_2-y_1'y_2'=y_1y_2''-y_1''y_2"/>
              <p:cNvPicPr>
                <a:picLocks noChangeAspect="1"/>
              </p:cNvPicPr>
              <p:nvPr/>
            </p:nvPicPr>
            <p:blipFill>
              <a:blip r:embed="rId5"/>
              <a:stretch>
                <a:fillRect/>
              </a:stretch>
            </p:blipFill>
            <p:spPr>
              <a:xfrm>
                <a:off x="685800" y="3794760"/>
                <a:ext cx="4492447" cy="290170"/>
              </a:xfrm>
              <a:prstGeom prst="rect">
                <a:avLst/>
              </a:prstGeom>
            </p:spPr>
          </p:pic>
        </mc:Fallback>
      </mc:AlternateContent>
      <mc:AlternateContent xmlns:mc="http://schemas.openxmlformats.org/markup-compatibility/2006" xmlns:a14="http://schemas.microsoft.com/office/drawing/2010/main">
        <mc:Choice Requires="a14">
          <p:sp>
            <p:nvSpPr>
              <p:cNvPr id="105" name="Equation 105"/>
              <p:cNvSpPr txBox="1"/>
              <p:nvPr/>
            </p:nvSpPr>
            <p:spPr>
              <a:xfrm>
                <a:off x="630936" y="4288536"/>
                <a:ext cx="3400044" cy="399898"/>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𝑦</m:t>
                          </m:r>
                        </m:e>
                        <m:sub>
                          <m:r>
                            <a:rPr lang="en-US" sz="1700" b="0" i="1">
                              <a:solidFill>
                                <a:srgbClr val="002060"/>
                              </a:solidFill>
                              <a:latin typeface="Cambria Math"/>
                              <a:cs typeface="Cambria Math"/>
                            </a:rPr>
                            <m:t>𝑘</m:t>
                          </m:r>
                        </m:sub>
                      </m:sSub>
                      <m:r>
                        <a:rPr lang="en-US" sz="1700" b="0" i="0">
                          <a:solidFill>
                            <a:srgbClr val="002060"/>
                          </a:solidFill>
                          <a:latin typeface="Cambria Math"/>
                          <a:cs typeface="Cambria Math"/>
                        </a:rPr>
                        <m:t>″=−</m:t>
                      </m:r>
                      <m:r>
                        <a:rPr lang="en-US" sz="1700" b="0" i="1">
                          <a:solidFill>
                            <a:srgbClr val="002060"/>
                          </a:solidFill>
                          <a:latin typeface="Cambria Math"/>
                          <a:cs typeface="Cambria Math"/>
                        </a:rPr>
                        <m:t>𝑝</m:t>
                      </m:r>
                      <m:r>
                        <a:rPr lang="en-US" sz="1700" b="0" i="1">
                          <a:solidFill>
                            <a:srgbClr val="002060"/>
                          </a:solidFill>
                          <a:latin typeface="Cambria Math"/>
                          <a:cs typeface="Cambria Math"/>
                        </a:rPr>
                        <m:t> </m:t>
                      </m:r>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𝑦</m:t>
                          </m:r>
                        </m:e>
                        <m:sub>
                          <m:r>
                            <a:rPr lang="en-US" sz="1700" b="0" i="1">
                              <a:solidFill>
                                <a:srgbClr val="002060"/>
                              </a:solidFill>
                              <a:latin typeface="Cambria Math"/>
                              <a:cs typeface="Cambria Math"/>
                            </a:rPr>
                            <m:t>𝑘</m:t>
                          </m:r>
                        </m:sub>
                      </m:sSub>
                      <m:r>
                        <a:rPr lang="en-US" sz="1700" b="0" i="0">
                          <a:solidFill>
                            <a:srgbClr val="002060"/>
                          </a:solidFill>
                          <a:latin typeface="Cambria Math"/>
                          <a:cs typeface="Cambria Math"/>
                        </a:rPr>
                        <m:t>′−</m:t>
                      </m:r>
                      <m:r>
                        <a:rPr lang="en-US" sz="1700" b="0" i="1">
                          <a:solidFill>
                            <a:srgbClr val="002060"/>
                          </a:solidFill>
                          <a:latin typeface="Cambria Math"/>
                          <a:cs typeface="Cambria Math"/>
                        </a:rPr>
                        <m:t>𝑞</m:t>
                      </m:r>
                      <m:r>
                        <a:rPr lang="en-US" sz="1700" b="0" i="1">
                          <a:solidFill>
                            <a:srgbClr val="002060"/>
                          </a:solidFill>
                          <a:latin typeface="Cambria Math"/>
                          <a:cs typeface="Cambria Math"/>
                        </a:rPr>
                        <m:t> </m:t>
                      </m:r>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𝑦</m:t>
                          </m:r>
                        </m:e>
                        <m:sub>
                          <m:r>
                            <a:rPr lang="en-US" sz="1700" b="0" i="1">
                              <a:solidFill>
                                <a:srgbClr val="002060"/>
                              </a:solidFill>
                              <a:latin typeface="Cambria Math"/>
                              <a:cs typeface="Cambria Math"/>
                            </a:rPr>
                            <m:t>𝑘</m:t>
                          </m:r>
                        </m:sub>
                      </m:sSub>
                      <m:r>
                        <a:rPr lang="en-US" sz="1700" b="0" i="1">
                          <a:solidFill>
                            <a:srgbClr val="002060"/>
                          </a:solidFill>
                          <a:latin typeface="Cambria Math"/>
                          <a:cs typeface="Cambria Math"/>
                        </a:rPr>
                        <m:t> </m:t>
                      </m:r>
                      <m:r>
                        <a:rPr lang="en-US" sz="1700" b="0" i="0">
                          <a:solidFill>
                            <a:srgbClr val="002060"/>
                          </a:solidFill>
                          <a:latin typeface="Cambria Math"/>
                          <a:cs typeface="Cambria Math"/>
                        </a:rPr>
                        <m:t>⇒</m:t>
                      </m:r>
                      <m:r>
                        <a:rPr lang="en-US" sz="1700" b="0" i="1">
                          <a:solidFill>
                            <a:srgbClr val="002060"/>
                          </a:solidFill>
                          <a:latin typeface="Cambria Math"/>
                          <a:cs typeface="Cambria Math"/>
                        </a:rPr>
                        <m:t> </m:t>
                      </m:r>
                      <m:r>
                        <a:rPr lang="en-US" sz="1700" b="0" i="1">
                          <a:solidFill>
                            <a:srgbClr val="002060"/>
                          </a:solidFill>
                          <a:latin typeface="Cambria Math"/>
                          <a:cs typeface="Cambria Math"/>
                        </a:rPr>
                        <m:t>𝑊</m:t>
                      </m:r>
                      <m:r>
                        <a:rPr lang="en-US" sz="1700" b="0" i="0">
                          <a:solidFill>
                            <a:srgbClr val="002060"/>
                          </a:solidFill>
                          <a:latin typeface="Cambria Math"/>
                          <a:cs typeface="Cambria Math"/>
                        </a:rPr>
                        <m:t>′=−</m:t>
                      </m:r>
                      <m:r>
                        <a:rPr lang="en-US" sz="1700" b="0" i="1">
                          <a:solidFill>
                            <a:srgbClr val="002060"/>
                          </a:solidFill>
                          <a:latin typeface="Cambria Math"/>
                          <a:cs typeface="Cambria Math"/>
                        </a:rPr>
                        <m:t>𝑝</m:t>
                      </m:r>
                      <m:r>
                        <a:rPr lang="en-US" sz="1700" b="0" i="1">
                          <a:solidFill>
                            <a:srgbClr val="002060"/>
                          </a:solidFill>
                          <a:latin typeface="Cambria Math"/>
                          <a:cs typeface="Cambria Math"/>
                        </a:rPr>
                        <m:t> </m:t>
                      </m:r>
                      <m:r>
                        <a:rPr lang="en-US" sz="1700" b="0" i="1">
                          <a:solidFill>
                            <a:srgbClr val="002060"/>
                          </a:solidFill>
                          <a:latin typeface="Cambria Math"/>
                          <a:cs typeface="Cambria Math"/>
                        </a:rPr>
                        <m:t>𝑊</m:t>
                      </m:r>
                    </m:oMath>
                  </m:oMathPara>
                </a14:m>
                <a:endParaRPr lang="en-US" sz="1700"/>
              </a:p>
            </p:txBody>
          </p:sp>
        </mc:Choice>
        <mc:Fallback xmlns="">
          <p:pic>
            <p:nvPicPr>
              <p:cNvPr id="105" name="Equation 105" descr="y_k''=-p\,y_k'-q\,y_k\;\Rightarrow\;W'=-p\,W"/>
              <p:cNvPicPr>
                <a:picLocks noChangeAspect="1"/>
              </p:cNvPicPr>
              <p:nvPr/>
            </p:nvPicPr>
            <p:blipFill>
              <a:blip r:embed="rId6"/>
              <a:stretch>
                <a:fillRect/>
              </a:stretch>
            </p:blipFill>
            <p:spPr>
              <a:xfrm>
                <a:off x="685800" y="4343400"/>
                <a:ext cx="3290316" cy="290170"/>
              </a:xfrm>
              <a:prstGeom prst="rect">
                <a:avLst/>
              </a:prstGeom>
            </p:spPr>
          </p:pic>
        </mc:Fallback>
      </mc:AlternateContent>
      <p:sp>
        <p:nvSpPr>
          <p:cNvPr id="106" name="Text"/>
          <p:cNvSpPr txBox="1"/>
          <p:nvPr/>
        </p:nvSpPr>
        <p:spPr>
          <a:xfrm>
            <a:off x="548640" y="4892040"/>
            <a:ext cx="6035040" cy="1280160"/>
          </a:xfrm>
          <a:prstGeom prst="rect">
            <a:avLst/>
          </a:prstGeom>
          <a:noFill/>
          <a:ln>
            <a:noFill/>
          </a:ln>
        </p:spPr>
        <p:txBody>
          <a:bodyPr wrap="square" lIns="73152" tIns="73152" rIns="73152" bIns="73152" rtlCol="0" anchor="t">
            <a:normAutofit/>
          </a:bodyPr>
          <a:lstStyle/>
          <a:p>
            <a:pPr marL="274320" indent="-274320" algn="l">
              <a:spcAft>
                <a:spcPts val="400"/>
              </a:spcAft>
              <a:buClr>
                <a:srgbClr val="BF6019"/>
              </a:buClr>
              <a:buSzPct val="100000"/>
              <a:buFont typeface="Arial"/>
              <a:buChar char="•"/>
            </a:pPr>
            <a:r>
              <a:rPr lang="en-US" sz="1600" b="0" i="0" dirty="0">
                <a:solidFill>
                  <a:srgbClr val="002060"/>
                </a:solidFill>
                <a:latin typeface="LM Roman 10"/>
                <a:cs typeface="LM Roman 10"/>
              </a:rPr>
              <a:t>W is never zero or identically zero; it is known without solving the equation.</a:t>
            </a:r>
            <a:endParaRPr lang="en-US" sz="1600"/>
          </a:p>
          <a:p>
            <a:pPr marL="274320" indent="-274320" algn="l">
              <a:spcAft>
                <a:spcPts val="600"/>
              </a:spcAft>
              <a:buClr>
                <a:srgbClr val="BF6019"/>
              </a:buClr>
              <a:buSzPct val="100000"/>
              <a:buFont typeface="Arial"/>
              <a:buChar char="•"/>
            </a:pPr>
            <a:r>
              <a:rPr lang="en-US" sz="1600" b="0" i="0" dirty="0">
                <a:solidFill>
                  <a:srgbClr val="002060"/>
                </a:solidFill>
                <a:latin typeface="LM Roman 10"/>
                <a:cs typeface="LM Roman 10"/>
              </a:rPr>
              <a:t>With damping, phase-plane areas shrink as e</a:t>
            </a:r>
            <a:r>
              <a:rPr lang="en-US" sz="1600" b="0" i="0" baseline="30000" dirty="0">
                <a:solidFill>
                  <a:srgbClr val="002060"/>
                </a:solidFill>
                <a:latin typeface="LM Roman 10"/>
                <a:cs typeface="LM Roman 10"/>
              </a:rPr>
              <a:t>−(c/m)t</a:t>
            </a:r>
            <a:r>
              <a:rPr lang="en-US" sz="1600" b="0" i="0" dirty="0">
                <a:solidFill>
                  <a:srgbClr val="002060"/>
                </a:solidFill>
                <a:latin typeface="LM Roman 10"/>
                <a:cs typeface="LM Roman 10"/>
              </a:rPr>
              <a:t>.</a:t>
            </a:r>
            <a:endParaRPr lang="en-US" sz="1600"/>
          </a:p>
        </p:txBody>
      </p:sp>
      <p:pic>
        <p:nvPicPr>
          <p:cNvPr id="107" name="Figure airy" descr="Airy functions and their constant Wronskian 1/pi"/>
          <p:cNvPicPr>
            <a:picLocks noChangeAspect="1"/>
          </p:cNvPicPr>
          <p:nvPr/>
        </p:nvPicPr>
        <p:blipFill>
          <a:blip r:embed="rId7"/>
          <a:stretch>
            <a:fillRect/>
          </a:stretch>
        </p:blipFill>
        <p:spPr>
          <a:xfrm>
            <a:off x="6766560" y="1517248"/>
            <a:ext cx="4937760" cy="3366304"/>
          </a:xfrm>
          <a:prstGeom prst="rect">
            <a:avLst/>
          </a:prstGeom>
        </p:spPr>
      </p:pic>
      <p:sp>
        <p:nvSpPr>
          <p:cNvPr id="108" name="Text"/>
          <p:cNvSpPr txBox="1"/>
          <p:nvPr/>
        </p:nvSpPr>
        <p:spPr>
          <a:xfrm>
            <a:off x="6766560" y="5120640"/>
            <a:ext cx="4937760" cy="914400"/>
          </a:xfrm>
          <a:prstGeom prst="rect">
            <a:avLst/>
          </a:prstGeom>
          <a:noFill/>
          <a:ln>
            <a:noFill/>
          </a:ln>
        </p:spPr>
        <p:txBody>
          <a:bodyPr wrap="square" lIns="73152" tIns="73152" rIns="73152" bIns="73152" rtlCol="0" anchor="t">
            <a:normAutofit/>
          </a:bodyPr>
          <a:lstStyle/>
          <a:p>
            <a:pPr algn="l">
              <a:spcAft>
                <a:spcPts val="600"/>
              </a:spcAft>
              <a:buNone/>
            </a:pPr>
            <a:r>
              <a:rPr lang="en-US" sz="1400" b="0" i="1" dirty="0">
                <a:solidFill>
                  <a:srgbClr val="5D6675"/>
                </a:solidFill>
                <a:latin typeface="LM Roman 10"/>
                <a:cs typeface="LM Roman 10"/>
              </a:rPr>
              <a:t>No formula for Ai and Bi, yet W = 1/π exactly, since p = 0 (DLMF 9.2.7).</a:t>
            </a:r>
            <a:endParaRPr lang="en-US" sz="1400"/>
          </a:p>
        </p:txBody>
      </p:sp>
    </p:spTree>
    <p:extLst>
      <p:ext uri="{BB962C8B-B14F-4D97-AF65-F5344CB8AC3E}">
        <p14:creationId xmlns:p14="http://schemas.microsoft.com/office/powerpoint/2010/main" val="2916294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B7FC9-7303-2DDF-22D9-A375F9FCBA42}"/>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2C760A3E-FF45-F647-68B2-6F941F0FE03D}"/>
              </a:ext>
            </a:extLst>
          </p:cNvPr>
          <p:cNvSpPr/>
          <p:nvPr/>
        </p:nvSpPr>
        <p:spPr>
          <a:xfrm>
            <a:off x="0" y="6309106"/>
            <a:ext cx="12192000" cy="549124"/>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piè di pagina 1">
            <a:extLst>
              <a:ext uri="{FF2B5EF4-FFF2-40B4-BE49-F238E27FC236}">
                <a16:creationId xmlns:a16="http://schemas.microsoft.com/office/drawing/2014/main" id="{D93F69B5-A372-36E1-C0D1-892D9A6B88D5}"/>
              </a:ext>
            </a:extLst>
          </p:cNvPr>
          <p:cNvSpPr>
            <a:spLocks noGrp="1"/>
          </p:cNvSpPr>
          <p:nvPr>
            <p:ph type="ftr" sz="quarter" idx="11"/>
          </p:nvPr>
        </p:nvSpPr>
        <p:spPr>
          <a:xfrm>
            <a:off x="4038600" y="6448272"/>
            <a:ext cx="4114800" cy="365125"/>
          </a:xfrm>
        </p:spPr>
        <p:txBody>
          <a:bodyPr/>
          <a:lstStyle/>
          <a:p>
            <a:r>
              <a:rPr lang="en-US" sz="1600" dirty="0">
                <a:solidFill>
                  <a:srgbClr val="002060"/>
                </a:solidFill>
              </a:rPr>
              <a:t>MATH 331: Differential Equations</a:t>
            </a:r>
          </a:p>
        </p:txBody>
      </p:sp>
      <p:sp>
        <p:nvSpPr>
          <p:cNvPr id="6" name="CasellaDiTesto 5">
            <a:extLst>
              <a:ext uri="{FF2B5EF4-FFF2-40B4-BE49-F238E27FC236}">
                <a16:creationId xmlns:a16="http://schemas.microsoft.com/office/drawing/2014/main" id="{8495B6C3-1F7A-7299-D7B8-F42087CCE23B}"/>
              </a:ext>
            </a:extLst>
          </p:cNvPr>
          <p:cNvSpPr txBox="1"/>
          <p:nvPr/>
        </p:nvSpPr>
        <p:spPr>
          <a:xfrm>
            <a:off x="981880" y="330553"/>
            <a:ext cx="10424160" cy="707886"/>
          </a:xfrm>
          <a:prstGeom prst="rect">
            <a:avLst/>
          </a:prstGeom>
          <a:noFill/>
        </p:spPr>
        <p:txBody>
          <a:bodyPr wrap="square" rtlCol="0" anchor="ctr" anchorCtr="0">
            <a:spAutoFit/>
          </a:bodyPr>
          <a:lstStyle/>
          <a:p>
            <a:r>
              <a:rPr lang="en-US" sz="4000" b="1" dirty="0">
                <a:solidFill>
                  <a:srgbClr val="002060"/>
                </a:solidFill>
                <a:latin typeface="LM Roman 10" panose="00000500000000000000" pitchFamily="2" charset="0"/>
              </a:rPr>
              <a:t>The characteristic equation</a:t>
            </a:r>
            <a:endParaRPr lang="it-IT" sz="4000" b="1" dirty="0">
              <a:solidFill>
                <a:srgbClr val="002060"/>
              </a:solidFill>
              <a:latin typeface="LM Roman 10" panose="00000500000000000000" pitchFamily="2" charset="0"/>
            </a:endParaRPr>
          </a:p>
        </p:txBody>
      </p:sp>
      <p:sp>
        <p:nvSpPr>
          <p:cNvPr id="13" name="Segnaposto numero diapositiva 14">
            <a:extLst>
              <a:ext uri="{FF2B5EF4-FFF2-40B4-BE49-F238E27FC236}">
                <a16:creationId xmlns:a16="http://schemas.microsoft.com/office/drawing/2014/main" id="{309AE5C9-EEDD-A311-4493-9CAABB78FFA5}"/>
              </a:ext>
            </a:extLst>
          </p:cNvPr>
          <p:cNvSpPr txBox="1">
            <a:spLocks/>
          </p:cNvSpPr>
          <p:nvPr/>
        </p:nvSpPr>
        <p:spPr>
          <a:xfrm>
            <a:off x="9072638" y="6401105"/>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06BB8CB-C112-4AF1-992B-2BAB7191A575}" type="slidenum">
              <a:rPr lang="it-IT" sz="1600" b="1" smtClean="0">
                <a:solidFill>
                  <a:srgbClr val="002060"/>
                </a:solidFill>
              </a:rPr>
              <a:pPr/>
              <a:t>20</a:t>
            </a:fld>
            <a:endParaRPr lang="it-IT" sz="1600" b="1" dirty="0">
              <a:solidFill>
                <a:srgbClr val="002060"/>
              </a:solidFill>
            </a:endParaRPr>
          </a:p>
        </p:txBody>
      </p:sp>
      <p:grpSp>
        <p:nvGrpSpPr>
          <p:cNvPr id="32" name="Gruppo 31">
            <a:extLst>
              <a:ext uri="{FF2B5EF4-FFF2-40B4-BE49-F238E27FC236}">
                <a16:creationId xmlns:a16="http://schemas.microsoft.com/office/drawing/2014/main" id="{2E62AB85-3A93-A286-6E45-A75C8BBC09DC}"/>
              </a:ext>
            </a:extLst>
          </p:cNvPr>
          <p:cNvGrpSpPr/>
          <p:nvPr/>
        </p:nvGrpSpPr>
        <p:grpSpPr>
          <a:xfrm>
            <a:off x="14040" y="6251906"/>
            <a:ext cx="1906650" cy="626303"/>
            <a:chOff x="5403712" y="2704688"/>
            <a:chExt cx="2490081" cy="817950"/>
          </a:xfrm>
        </p:grpSpPr>
        <p:pic>
          <p:nvPicPr>
            <p:cNvPr id="33" name="Picture 2">
              <a:extLst>
                <a:ext uri="{FF2B5EF4-FFF2-40B4-BE49-F238E27FC236}">
                  <a16:creationId xmlns:a16="http://schemas.microsoft.com/office/drawing/2014/main" id="{567C9C09-B8D1-EC23-4AAB-A073BA2576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1602"/>
            <a:stretch/>
          </p:blipFill>
          <p:spPr bwMode="auto">
            <a:xfrm>
              <a:off x="5403712" y="2704688"/>
              <a:ext cx="1384576" cy="80856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a:extLst>
                <a:ext uri="{FF2B5EF4-FFF2-40B4-BE49-F238E27FC236}">
                  <a16:creationId xmlns:a16="http://schemas.microsoft.com/office/drawing/2014/main" id="{93869D14-1BA4-3490-7962-5A65832FA6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565"/>
            <a:stretch/>
          </p:blipFill>
          <p:spPr bwMode="auto">
            <a:xfrm>
              <a:off x="6509217" y="2907406"/>
              <a:ext cx="1384576" cy="615232"/>
            </a:xfrm>
            <a:prstGeom prst="rect">
              <a:avLst/>
            </a:prstGeom>
            <a:noFill/>
            <a:extLst>
              <a:ext uri="{909E8E84-426E-40DD-AFC4-6F175D3DCCD1}">
                <a14:hiddenFill xmlns:a14="http://schemas.microsoft.com/office/drawing/2010/main">
                  <a:solidFill>
                    <a:srgbClr val="FFFFFF"/>
                  </a:solidFill>
                </a14:hiddenFill>
              </a:ext>
            </a:extLst>
          </p:spPr>
        </p:pic>
      </p:grpSp>
      <mc:AlternateContent xmlns:mc="http://schemas.openxmlformats.org/markup-compatibility/2006" xmlns:a14="http://schemas.microsoft.com/office/drawing/2010/main">
        <mc:Choice Requires="a14">
          <p:sp>
            <p:nvSpPr>
              <p:cNvPr id="101" name="Equation 101"/>
              <p:cNvSpPr txBox="1"/>
              <p:nvPr/>
            </p:nvSpPr>
            <p:spPr>
              <a:xfrm>
                <a:off x="2639187" y="1179576"/>
                <a:ext cx="6974586" cy="512978"/>
              </a:xfrm>
              <a:prstGeom prst="rect">
                <a:avLst/>
              </a:prstGeom>
              <a:noFill/>
            </p:spPr>
            <p:txBody>
              <a:bodyPr wrap="none" lIns="54864" tIns="54864" rIns="54864" bIns="54864" anchor="ctr">
                <a:noAutofit/>
              </a:bodyPr>
              <a:lstStyle/>
              <a:p>
                <a:pPr algn="ctr"/>
                <a14:m>
                  <m:oMathPara xmlns:m="http://schemas.openxmlformats.org/officeDocument/2006/math">
                    <m:oMathParaPr>
                      <m:jc m:val="center"/>
                    </m:oMathParaPr>
                    <m:oMath>
                      <m:r>
                        <a:rPr lang="en-US" sz="2100" b="0" i="1">
                          <a:solidFill>
                            <a:srgbClr val="002060"/>
                          </a:solidFill>
                          <a:latin typeface="Cambria Math"/>
                          <a:cs typeface="Cambria Math"/>
                        </a:rPr>
                        <m:t>𝑎</m:t>
                      </m:r>
                      <m:r>
                        <a:rPr lang="en-US" sz="2100" b="0" i="1">
                          <a:solidFill>
                            <a:srgbClr val="002060"/>
                          </a:solidFill>
                          <a:latin typeface="Cambria Math"/>
                          <a:cs typeface="Cambria Math"/>
                        </a:rPr>
                        <m:t> </m:t>
                      </m:r>
                      <m:r>
                        <a:rPr lang="en-US" sz="2100" b="0" i="1">
                          <a:solidFill>
                            <a:srgbClr val="002060"/>
                          </a:solidFill>
                          <a:latin typeface="Cambria Math"/>
                          <a:cs typeface="Cambria Math"/>
                        </a:rPr>
                        <m:t>𝑦</m:t>
                      </m:r>
                      <m:r>
                        <a:rPr lang="en-US" sz="2100" b="0" i="0">
                          <a:solidFill>
                            <a:srgbClr val="002060"/>
                          </a:solidFill>
                          <a:latin typeface="Cambria Math"/>
                          <a:cs typeface="Cambria Math"/>
                        </a:rPr>
                        <m:t>″+</m:t>
                      </m:r>
                      <m:r>
                        <a:rPr lang="en-US" sz="2100" b="0" i="1">
                          <a:solidFill>
                            <a:srgbClr val="002060"/>
                          </a:solidFill>
                          <a:latin typeface="Cambria Math"/>
                          <a:cs typeface="Cambria Math"/>
                        </a:rPr>
                        <m:t>𝑏</m:t>
                      </m:r>
                      <m:r>
                        <a:rPr lang="en-US" sz="2100" b="0" i="1">
                          <a:solidFill>
                            <a:srgbClr val="002060"/>
                          </a:solidFill>
                          <a:latin typeface="Cambria Math"/>
                          <a:cs typeface="Cambria Math"/>
                        </a:rPr>
                        <m:t> </m:t>
                      </m:r>
                      <m:r>
                        <a:rPr lang="en-US" sz="2100" b="0" i="1">
                          <a:solidFill>
                            <a:srgbClr val="002060"/>
                          </a:solidFill>
                          <a:latin typeface="Cambria Math"/>
                          <a:cs typeface="Cambria Math"/>
                        </a:rPr>
                        <m:t>𝑦</m:t>
                      </m:r>
                      <m:r>
                        <a:rPr lang="en-US" sz="2100" b="0" i="0">
                          <a:solidFill>
                            <a:srgbClr val="002060"/>
                          </a:solidFill>
                          <a:latin typeface="Cambria Math"/>
                          <a:cs typeface="Cambria Math"/>
                        </a:rPr>
                        <m:t>′+</m:t>
                      </m:r>
                      <m:r>
                        <a:rPr lang="en-US" sz="2100" b="0" i="1">
                          <a:solidFill>
                            <a:srgbClr val="002060"/>
                          </a:solidFill>
                          <a:latin typeface="Cambria Math"/>
                          <a:cs typeface="Cambria Math"/>
                        </a:rPr>
                        <m:t>𝑐</m:t>
                      </m:r>
                      <m:r>
                        <a:rPr lang="en-US" sz="2100" b="0" i="1">
                          <a:solidFill>
                            <a:srgbClr val="002060"/>
                          </a:solidFill>
                          <a:latin typeface="Cambria Math"/>
                          <a:cs typeface="Cambria Math"/>
                        </a:rPr>
                        <m:t> </m:t>
                      </m:r>
                      <m:r>
                        <a:rPr lang="en-US" sz="2100" b="0" i="1">
                          <a:solidFill>
                            <a:srgbClr val="002060"/>
                          </a:solidFill>
                          <a:latin typeface="Cambria Math"/>
                          <a:cs typeface="Cambria Math"/>
                        </a:rPr>
                        <m:t>𝑦</m:t>
                      </m:r>
                      <m:r>
                        <a:rPr lang="en-US" sz="2100" b="0" i="0">
                          <a:solidFill>
                            <a:srgbClr val="002060"/>
                          </a:solidFill>
                          <a:latin typeface="Cambria Math"/>
                          <a:cs typeface="Cambria Math"/>
                        </a:rPr>
                        <m:t>=</m:t>
                      </m:r>
                      <m:r>
                        <a:rPr lang="en-US" sz="2100" b="0" i="1">
                          <a:solidFill>
                            <a:srgbClr val="002060"/>
                          </a:solidFill>
                          <a:latin typeface="Cambria Math"/>
                          <a:cs typeface="Cambria Math"/>
                        </a:rPr>
                        <m:t>0</m:t>
                      </m:r>
                      <m:r>
                        <a:rPr lang="en-US" sz="2100" b="0" i="0">
                          <a:solidFill>
                            <a:srgbClr val="002060"/>
                          </a:solidFill>
                          <a:latin typeface="Cambria Math"/>
                          <a:cs typeface="Cambria Math"/>
                        </a:rPr>
                        <m:t>,</m:t>
                      </m:r>
                      <m:r>
                        <a:rPr lang="en-US" sz="2100" b="0" i="1">
                          <a:solidFill>
                            <a:srgbClr val="002060"/>
                          </a:solidFill>
                          <a:latin typeface="Cambria Math"/>
                          <a:cs typeface="Cambria Math"/>
                        </a:rPr>
                        <m:t>  </m:t>
                      </m:r>
                      <m:r>
                        <a:rPr lang="en-US" sz="2100" b="0" i="1">
                          <a:solidFill>
                            <a:srgbClr val="002060"/>
                          </a:solidFill>
                          <a:latin typeface="Cambria Math"/>
                          <a:cs typeface="Cambria Math"/>
                        </a:rPr>
                        <m:t>𝑦</m:t>
                      </m:r>
                      <m:r>
                        <a:rPr lang="en-US" sz="2100" b="0" i="0">
                          <a:solidFill>
                            <a:srgbClr val="002060"/>
                          </a:solidFill>
                          <a:latin typeface="Cambria Math"/>
                          <a:cs typeface="Cambria Math"/>
                        </a:rPr>
                        <m:t>=</m:t>
                      </m:r>
                      <m:sSup>
                        <m:sSupPr>
                          <m:ctrlPr>
                            <a:rPr lang="en-US" sz="2100" b="0" i="1">
                              <a:solidFill>
                                <a:srgbClr val="002060"/>
                              </a:solidFill>
                              <a:latin typeface="Cambria Math"/>
                              <a:cs typeface="Cambria Math"/>
                            </a:rPr>
                          </m:ctrlPr>
                        </m:sSupPr>
                        <m:e>
                          <m:r>
                            <a:rPr lang="en-US" sz="2100" b="0" i="1">
                              <a:solidFill>
                                <a:srgbClr val="002060"/>
                              </a:solidFill>
                              <a:latin typeface="Cambria Math"/>
                              <a:cs typeface="Cambria Math"/>
                            </a:rPr>
                            <m:t>𝑒</m:t>
                          </m:r>
                        </m:e>
                        <m:sup>
                          <m:r>
                            <a:rPr lang="en-US" sz="2100" b="0" i="1">
                              <a:solidFill>
                                <a:srgbClr val="002060"/>
                              </a:solidFill>
                              <a:latin typeface="Cambria Math"/>
                              <a:cs typeface="Cambria Math"/>
                            </a:rPr>
                            <m:t>𝑟𝑡</m:t>
                          </m:r>
                        </m:sup>
                      </m:sSup>
                      <m:r>
                        <a:rPr lang="en-US" sz="2100" b="0" i="1">
                          <a:solidFill>
                            <a:srgbClr val="002060"/>
                          </a:solidFill>
                          <a:latin typeface="Cambria Math"/>
                          <a:cs typeface="Cambria Math"/>
                        </a:rPr>
                        <m:t> </m:t>
                      </m:r>
                      <m:r>
                        <a:rPr lang="en-US" sz="2100" b="0" i="0">
                          <a:solidFill>
                            <a:srgbClr val="002060"/>
                          </a:solidFill>
                          <a:latin typeface="Cambria Math"/>
                          <a:cs typeface="Cambria Math"/>
                        </a:rPr>
                        <m:t>⇒</m:t>
                      </m:r>
                      <m:r>
                        <a:rPr lang="en-US" sz="2100" b="0" i="1">
                          <a:solidFill>
                            <a:srgbClr val="002060"/>
                          </a:solidFill>
                          <a:latin typeface="Cambria Math"/>
                          <a:cs typeface="Cambria Math"/>
                        </a:rPr>
                        <m:t> </m:t>
                      </m:r>
                      <m:d>
                        <m:dPr>
                          <m:ctrlPr>
                            <a:rPr lang="en-US" sz="2100" b="0" i="1">
                              <a:solidFill>
                                <a:srgbClr val="002060"/>
                              </a:solidFill>
                              <a:latin typeface="Cambria Math"/>
                              <a:cs typeface="Cambria Math"/>
                            </a:rPr>
                          </m:ctrlPr>
                        </m:dPr>
                        <m:e>
                          <m:r>
                            <a:rPr lang="en-US" sz="2100" b="0" i="1">
                              <a:solidFill>
                                <a:srgbClr val="002060"/>
                              </a:solidFill>
                              <a:latin typeface="Cambria Math"/>
                              <a:cs typeface="Cambria Math"/>
                            </a:rPr>
                            <m:t>𝑎</m:t>
                          </m:r>
                          <m:sSup>
                            <m:sSupPr>
                              <m:ctrlPr>
                                <a:rPr lang="en-US" sz="2100" b="0" i="1">
                                  <a:solidFill>
                                    <a:srgbClr val="002060"/>
                                  </a:solidFill>
                                  <a:latin typeface="Cambria Math"/>
                                  <a:cs typeface="Cambria Math"/>
                                </a:rPr>
                              </m:ctrlPr>
                            </m:sSupPr>
                            <m:e>
                              <m:r>
                                <a:rPr lang="en-US" sz="2100" b="0" i="1">
                                  <a:solidFill>
                                    <a:srgbClr val="002060"/>
                                  </a:solidFill>
                                  <a:latin typeface="Cambria Math"/>
                                  <a:cs typeface="Cambria Math"/>
                                </a:rPr>
                                <m:t>𝑟</m:t>
                              </m:r>
                            </m:e>
                            <m:sup>
                              <m:r>
                                <a:rPr lang="en-US" sz="2100" b="0" i="1">
                                  <a:solidFill>
                                    <a:srgbClr val="002060"/>
                                  </a:solidFill>
                                  <a:latin typeface="Cambria Math"/>
                                  <a:cs typeface="Cambria Math"/>
                                </a:rPr>
                                <m:t>2</m:t>
                              </m:r>
                            </m:sup>
                          </m:sSup>
                          <m:r>
                            <a:rPr lang="en-US" sz="2100" b="0" i="0">
                              <a:solidFill>
                                <a:srgbClr val="002060"/>
                              </a:solidFill>
                              <a:latin typeface="Cambria Math"/>
                              <a:cs typeface="Cambria Math"/>
                            </a:rPr>
                            <m:t>+</m:t>
                          </m:r>
                          <m:r>
                            <a:rPr lang="en-US" sz="2100" b="0" i="1">
                              <a:solidFill>
                                <a:srgbClr val="002060"/>
                              </a:solidFill>
                              <a:latin typeface="Cambria Math"/>
                              <a:cs typeface="Cambria Math"/>
                            </a:rPr>
                            <m:t>𝑏𝑟</m:t>
                          </m:r>
                          <m:r>
                            <a:rPr lang="en-US" sz="2100" b="0" i="0">
                              <a:solidFill>
                                <a:srgbClr val="002060"/>
                              </a:solidFill>
                              <a:latin typeface="Cambria Math"/>
                              <a:cs typeface="Cambria Math"/>
                            </a:rPr>
                            <m:t>+</m:t>
                          </m:r>
                          <m:r>
                            <a:rPr lang="en-US" sz="2100" b="0" i="1">
                              <a:solidFill>
                                <a:srgbClr val="002060"/>
                              </a:solidFill>
                              <a:latin typeface="Cambria Math"/>
                              <a:cs typeface="Cambria Math"/>
                            </a:rPr>
                            <m:t>𝑐</m:t>
                          </m:r>
                        </m:e>
                      </m:d>
                      <m:sSup>
                        <m:sSupPr>
                          <m:ctrlPr>
                            <a:rPr lang="en-US" sz="2100" b="0" i="1">
                              <a:solidFill>
                                <a:srgbClr val="002060"/>
                              </a:solidFill>
                              <a:latin typeface="Cambria Math"/>
                              <a:cs typeface="Cambria Math"/>
                            </a:rPr>
                          </m:ctrlPr>
                        </m:sSupPr>
                        <m:e>
                          <m:r>
                            <a:rPr lang="en-US" sz="2100" b="0" i="1">
                              <a:solidFill>
                                <a:srgbClr val="002060"/>
                              </a:solidFill>
                              <a:latin typeface="Cambria Math"/>
                              <a:cs typeface="Cambria Math"/>
                            </a:rPr>
                            <m:t>𝑒</m:t>
                          </m:r>
                        </m:e>
                        <m:sup>
                          <m:r>
                            <a:rPr lang="en-US" sz="2100" b="0" i="1">
                              <a:solidFill>
                                <a:srgbClr val="002060"/>
                              </a:solidFill>
                              <a:latin typeface="Cambria Math"/>
                              <a:cs typeface="Cambria Math"/>
                            </a:rPr>
                            <m:t>𝑟𝑡</m:t>
                          </m:r>
                        </m:sup>
                      </m:sSup>
                      <m:r>
                        <a:rPr lang="en-US" sz="2100" b="0" i="0">
                          <a:solidFill>
                            <a:srgbClr val="002060"/>
                          </a:solidFill>
                          <a:latin typeface="Cambria Math"/>
                          <a:cs typeface="Cambria Math"/>
                        </a:rPr>
                        <m:t>=</m:t>
                      </m:r>
                      <m:r>
                        <a:rPr lang="en-US" sz="2100" b="0" i="1">
                          <a:solidFill>
                            <a:srgbClr val="002060"/>
                          </a:solidFill>
                          <a:latin typeface="Cambria Math"/>
                          <a:cs typeface="Cambria Math"/>
                        </a:rPr>
                        <m:t>0</m:t>
                      </m:r>
                    </m:oMath>
                  </m:oMathPara>
                </a14:m>
                <a:endParaRPr lang="en-US" sz="2100"/>
              </a:p>
            </p:txBody>
          </p:sp>
        </mc:Choice>
        <mc:Fallback xmlns="">
          <p:pic>
            <p:nvPicPr>
              <p:cNvPr id="101" name="Equation 101" descr="a\,y''+b\,y'+c\,y=0,\qquad y=e^{rt}\;\Rightarrow\;\left(a r^2+b r+c\right)e^{rt}=0"/>
              <p:cNvPicPr>
                <a:picLocks noChangeAspect="1"/>
              </p:cNvPicPr>
              <p:nvPr/>
            </p:nvPicPr>
            <p:blipFill>
              <a:blip r:embed="rId4"/>
              <a:stretch>
                <a:fillRect/>
              </a:stretch>
            </p:blipFill>
            <p:spPr>
              <a:xfrm>
                <a:off x="2694051" y="1234440"/>
                <a:ext cx="6864858" cy="403250"/>
              </a:xfrm>
              <a:prstGeom prst="rect">
                <a:avLst/>
              </a:prstGeom>
            </p:spPr>
          </p:pic>
        </mc:Fallback>
      </mc:AlternateContent>
      <p:graphicFrame>
        <p:nvGraphicFramePr>
          <p:cNvPr id="102" name="Table"/>
          <p:cNvGraphicFramePr>
            <a:graphicFrameLocks noGrp="1"/>
          </p:cNvGraphicFramePr>
          <p:nvPr/>
        </p:nvGraphicFramePr>
        <p:xfrm>
          <a:off x="548640" y="1874520"/>
          <a:ext cx="11155680" cy="2048256"/>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512064">
                <a:tc>
                  <a:txBody>
                    <a:bodyPr/>
                    <a:lstStyle/>
                    <a:p>
                      <a:pPr algn="l">
                        <a:spcAft>
                          <a:spcPts val="0"/>
                        </a:spcAft>
                        <a:buNone/>
                      </a:pPr>
                      <a:r>
                        <a:rPr lang="en-US" sz="1600" b="1" i="0" dirty="0">
                          <a:solidFill>
                            <a:srgbClr val="FFFFFF"/>
                          </a:solidFill>
                          <a:latin typeface="LM Roman 10"/>
                          <a:cs typeface="LM Roman 10"/>
                        </a:rPr>
                        <a:t>b² − 4ac</a:t>
                      </a:r>
                      <a:endParaRPr lang="en-US" sz="16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002060"/>
                    </a:solidFill>
                  </a:tcPr>
                </a:tc>
                <a:tc>
                  <a:txBody>
                    <a:bodyPr/>
                    <a:lstStyle/>
                    <a:p>
                      <a:pPr algn="l">
                        <a:spcAft>
                          <a:spcPts val="0"/>
                        </a:spcAft>
                        <a:buNone/>
                      </a:pPr>
                      <a:r>
                        <a:rPr lang="en-US" sz="1600" b="1" i="0" dirty="0">
                          <a:solidFill>
                            <a:srgbClr val="FFFFFF"/>
                          </a:solidFill>
                          <a:latin typeface="LM Roman 10"/>
                          <a:cs typeface="LM Roman 10"/>
                        </a:rPr>
                        <a:t>roots</a:t>
                      </a:r>
                      <a:endParaRPr lang="en-US" sz="16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002060"/>
                    </a:solidFill>
                  </a:tcPr>
                </a:tc>
                <a:tc>
                  <a:txBody>
                    <a:bodyPr/>
                    <a:lstStyle/>
                    <a:p>
                      <a:pPr algn="l">
                        <a:spcAft>
                          <a:spcPts val="0"/>
                        </a:spcAft>
                        <a:buNone/>
                      </a:pPr>
                      <a:r>
                        <a:rPr lang="en-US" sz="1600" b="1" i="0" dirty="0">
                          <a:solidFill>
                            <a:srgbClr val="FFFFFF"/>
                          </a:solidFill>
                          <a:latin typeface="LM Roman 10"/>
                          <a:cs typeface="LM Roman 10"/>
                        </a:rPr>
                        <a:t>general solution</a:t>
                      </a:r>
                      <a:endParaRPr lang="en-US" sz="16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002060"/>
                    </a:solidFill>
                  </a:tcPr>
                </a:tc>
                <a:tc>
                  <a:txBody>
                    <a:bodyPr/>
                    <a:lstStyle/>
                    <a:p>
                      <a:pPr algn="l">
                        <a:spcAft>
                          <a:spcPts val="0"/>
                        </a:spcAft>
                        <a:buNone/>
                      </a:pPr>
                      <a:r>
                        <a:rPr lang="en-US" sz="1600" b="1" i="0" dirty="0">
                          <a:solidFill>
                            <a:srgbClr val="FFFFFF"/>
                          </a:solidFill>
                          <a:latin typeface="LM Roman 10"/>
                          <a:cs typeface="LM Roman 10"/>
                        </a:rPr>
                        <a:t>Wronskian</a:t>
                      </a:r>
                      <a:endParaRPr lang="en-US" sz="16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002060"/>
                    </a:solidFill>
                  </a:tcPr>
                </a:tc>
                <a:extLst>
                  <a:ext uri="{0D108BD9-81ED-4DB2-BD59-A6C34878D82A}">
                    <a16:rowId xmlns:a16="http://schemas.microsoft.com/office/drawing/2014/main" val="10000"/>
                  </a:ext>
                </a:extLst>
              </a:tr>
              <a:tr h="512064">
                <a:tc>
                  <a:txBody>
                    <a:bodyPr/>
                    <a:lstStyle/>
                    <a:p>
                      <a:pPr algn="l">
                        <a:spcAft>
                          <a:spcPts val="0"/>
                        </a:spcAft>
                        <a:buNone/>
                      </a:pPr>
                      <a:r>
                        <a:rPr lang="en-US" sz="1600" b="0" i="0" dirty="0">
                          <a:solidFill>
                            <a:srgbClr val="002060"/>
                          </a:solidFill>
                          <a:latin typeface="LM Roman 10"/>
                          <a:cs typeface="LM Roman 10"/>
                        </a:rPr>
                        <a:t>&gt; 0</a:t>
                      </a:r>
                      <a:endParaRPr lang="en-US" sz="16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tc>
                  <a:txBody>
                    <a:bodyPr/>
                    <a:lstStyle/>
                    <a:p>
                      <a:pPr algn="l">
                        <a:spcAft>
                          <a:spcPts val="0"/>
                        </a:spcAft>
                        <a:buNone/>
                      </a:pPr>
                      <a:endParaRPr lang="en-US" sz="16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tc>
                  <a:txBody>
                    <a:bodyPr/>
                    <a:lstStyle/>
                    <a:p>
                      <a:pPr algn="l">
                        <a:spcAft>
                          <a:spcPts val="0"/>
                        </a:spcAft>
                        <a:buNone/>
                      </a:pPr>
                      <a:endParaRPr lang="en-US" sz="16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tc>
                  <a:txBody>
                    <a:bodyPr/>
                    <a:lstStyle/>
                    <a:p>
                      <a:pPr algn="l">
                        <a:spcAft>
                          <a:spcPts val="0"/>
                        </a:spcAft>
                        <a:buNone/>
                      </a:pPr>
                      <a:endParaRPr lang="en-US" sz="16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extLst>
                  <a:ext uri="{0D108BD9-81ED-4DB2-BD59-A6C34878D82A}">
                    <a16:rowId xmlns:a16="http://schemas.microsoft.com/office/drawing/2014/main" val="10001"/>
                  </a:ext>
                </a:extLst>
              </a:tr>
              <a:tr h="512064">
                <a:tc>
                  <a:txBody>
                    <a:bodyPr/>
                    <a:lstStyle/>
                    <a:p>
                      <a:pPr algn="l">
                        <a:spcAft>
                          <a:spcPts val="0"/>
                        </a:spcAft>
                        <a:buNone/>
                      </a:pPr>
                      <a:r>
                        <a:rPr lang="en-US" sz="1600" b="0" i="0" dirty="0">
                          <a:solidFill>
                            <a:srgbClr val="002060"/>
                          </a:solidFill>
                          <a:latin typeface="LM Roman 10"/>
                          <a:cs typeface="LM Roman 10"/>
                        </a:rPr>
                        <a:t>= 0</a:t>
                      </a:r>
                      <a:endParaRPr lang="en-US" sz="16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EAF0F8"/>
                    </a:solidFill>
                  </a:tcPr>
                </a:tc>
                <a:tc>
                  <a:txBody>
                    <a:bodyPr/>
                    <a:lstStyle/>
                    <a:p>
                      <a:pPr algn="l">
                        <a:spcAft>
                          <a:spcPts val="0"/>
                        </a:spcAft>
                        <a:buNone/>
                      </a:pPr>
                      <a:endParaRPr lang="en-US" sz="16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EAF0F8"/>
                    </a:solidFill>
                  </a:tcPr>
                </a:tc>
                <a:tc>
                  <a:txBody>
                    <a:bodyPr/>
                    <a:lstStyle/>
                    <a:p>
                      <a:pPr algn="l">
                        <a:spcAft>
                          <a:spcPts val="0"/>
                        </a:spcAft>
                        <a:buNone/>
                      </a:pPr>
                      <a:endParaRPr lang="en-US" sz="16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EAF0F8"/>
                    </a:solidFill>
                  </a:tcPr>
                </a:tc>
                <a:tc>
                  <a:txBody>
                    <a:bodyPr/>
                    <a:lstStyle/>
                    <a:p>
                      <a:pPr algn="l">
                        <a:spcAft>
                          <a:spcPts val="0"/>
                        </a:spcAft>
                        <a:buNone/>
                      </a:pPr>
                      <a:endParaRPr lang="en-US" sz="16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EAF0F8"/>
                    </a:solidFill>
                  </a:tcPr>
                </a:tc>
                <a:extLst>
                  <a:ext uri="{0D108BD9-81ED-4DB2-BD59-A6C34878D82A}">
                    <a16:rowId xmlns:a16="http://schemas.microsoft.com/office/drawing/2014/main" val="10002"/>
                  </a:ext>
                </a:extLst>
              </a:tr>
              <a:tr h="512064">
                <a:tc>
                  <a:txBody>
                    <a:bodyPr/>
                    <a:lstStyle/>
                    <a:p>
                      <a:pPr algn="l">
                        <a:spcAft>
                          <a:spcPts val="0"/>
                        </a:spcAft>
                        <a:buNone/>
                      </a:pPr>
                      <a:r>
                        <a:rPr lang="en-US" sz="1600" b="0" i="0" dirty="0">
                          <a:solidFill>
                            <a:srgbClr val="002060"/>
                          </a:solidFill>
                          <a:latin typeface="LM Roman 10"/>
                          <a:cs typeface="LM Roman 10"/>
                        </a:rPr>
                        <a:t>&lt; 0</a:t>
                      </a:r>
                      <a:endParaRPr lang="en-US" sz="16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tc>
                  <a:txBody>
                    <a:bodyPr/>
                    <a:lstStyle/>
                    <a:p>
                      <a:pPr algn="l">
                        <a:spcAft>
                          <a:spcPts val="0"/>
                        </a:spcAft>
                        <a:buNone/>
                      </a:pPr>
                      <a:endParaRPr lang="en-US" sz="16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tc>
                  <a:txBody>
                    <a:bodyPr/>
                    <a:lstStyle/>
                    <a:p>
                      <a:pPr algn="l">
                        <a:spcAft>
                          <a:spcPts val="0"/>
                        </a:spcAft>
                        <a:buNone/>
                      </a:pPr>
                      <a:endParaRPr lang="en-US" sz="16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tc>
                  <a:txBody>
                    <a:bodyPr/>
                    <a:lstStyle/>
                    <a:p>
                      <a:pPr algn="l">
                        <a:spcAft>
                          <a:spcPts val="0"/>
                        </a:spcAft>
                        <a:buNone/>
                      </a:pPr>
                      <a:endParaRPr lang="en-US" sz="16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103" name="Equation 103"/>
              <p:cNvSpPr txBox="1"/>
              <p:nvPr/>
            </p:nvSpPr>
            <p:spPr>
              <a:xfrm>
                <a:off x="2432304" y="2467051"/>
                <a:ext cx="1199693" cy="351130"/>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sSub>
                        <m:sSubPr>
                          <m:ctrlPr>
                            <a:rPr lang="en-US" sz="1600" b="0" i="1">
                              <a:solidFill>
                                <a:srgbClr val="002060"/>
                              </a:solidFill>
                              <a:latin typeface="Cambria Math"/>
                              <a:cs typeface="Cambria Math"/>
                            </a:rPr>
                          </m:ctrlPr>
                        </m:sSubPr>
                        <m:e>
                          <m:r>
                            <a:rPr lang="en-US" sz="1600" b="0" i="1">
                              <a:solidFill>
                                <a:srgbClr val="002060"/>
                              </a:solidFill>
                              <a:latin typeface="Cambria Math"/>
                              <a:cs typeface="Cambria Math"/>
                            </a:rPr>
                            <m:t>𝑟</m:t>
                          </m:r>
                        </m:e>
                        <m:sub>
                          <m:r>
                            <a:rPr lang="en-US" sz="1600" b="0" i="1">
                              <a:solidFill>
                                <a:srgbClr val="002060"/>
                              </a:solidFill>
                              <a:latin typeface="Cambria Math"/>
                              <a:cs typeface="Cambria Math"/>
                            </a:rPr>
                            <m:t>1</m:t>
                          </m:r>
                        </m:sub>
                      </m:sSub>
                      <m:r>
                        <a:rPr lang="en-US" sz="1600" b="0" i="0">
                          <a:solidFill>
                            <a:srgbClr val="002060"/>
                          </a:solidFill>
                          <a:latin typeface="Cambria Math"/>
                          <a:cs typeface="Cambria Math"/>
                        </a:rPr>
                        <m:t>≠</m:t>
                      </m:r>
                      <m:sSub>
                        <m:sSubPr>
                          <m:ctrlPr>
                            <a:rPr lang="en-US" sz="1600" b="0" i="1">
                              <a:solidFill>
                                <a:srgbClr val="002060"/>
                              </a:solidFill>
                              <a:latin typeface="Cambria Math"/>
                              <a:cs typeface="Cambria Math"/>
                            </a:rPr>
                          </m:ctrlPr>
                        </m:sSubPr>
                        <m:e>
                          <m:r>
                            <a:rPr lang="en-US" sz="1600" b="0" i="1">
                              <a:solidFill>
                                <a:srgbClr val="002060"/>
                              </a:solidFill>
                              <a:latin typeface="Cambria Math"/>
                              <a:cs typeface="Cambria Math"/>
                            </a:rPr>
                            <m:t>𝑟</m:t>
                          </m:r>
                        </m:e>
                        <m:sub>
                          <m:r>
                            <a:rPr lang="en-US" sz="1600" b="0" i="1">
                              <a:solidFill>
                                <a:srgbClr val="002060"/>
                              </a:solidFill>
                              <a:latin typeface="Cambria Math"/>
                              <a:cs typeface="Cambria Math"/>
                            </a:rPr>
                            <m:t>2</m:t>
                          </m:r>
                        </m:sub>
                      </m:sSub>
                      <m:r>
                        <a:rPr lang="en-US" sz="1600" b="0" i="1">
                          <a:solidFill>
                            <a:srgbClr val="002060"/>
                          </a:solidFill>
                          <a:latin typeface="Cambria Math"/>
                          <a:cs typeface="Cambria Math"/>
                        </a:rPr>
                        <m:t> </m:t>
                      </m:r>
                      <m:r>
                        <m:rPr>
                          <m:nor/>
                        </m:rPr>
                        <a:rPr lang="en-US" sz="1600" b="0" i="0">
                          <a:solidFill>
                            <a:srgbClr val="002060"/>
                          </a:solidFill>
                          <a:latin typeface="Cambria Math"/>
                          <a:cs typeface="Cambria Math"/>
                        </a:rPr>
                        <m:t>real</m:t>
                      </m:r>
                    </m:oMath>
                  </m:oMathPara>
                </a14:m>
                <a:endParaRPr lang="en-US" sz="1600"/>
              </a:p>
            </p:txBody>
          </p:sp>
        </mc:Choice>
        <mc:Fallback xmlns="">
          <p:pic>
            <p:nvPicPr>
              <p:cNvPr id="103" name="Equation 103" descr="r_1\neq r_2\ \text{real}"/>
              <p:cNvPicPr>
                <a:picLocks noChangeAspect="1"/>
              </p:cNvPicPr>
              <p:nvPr/>
            </p:nvPicPr>
            <p:blipFill>
              <a:blip r:embed="rId5"/>
              <a:stretch>
                <a:fillRect/>
              </a:stretch>
            </p:blipFill>
            <p:spPr>
              <a:xfrm>
                <a:off x="2487168" y="2521915"/>
                <a:ext cx="1089965" cy="241402"/>
              </a:xfrm>
              <a:prstGeom prst="rect">
                <a:avLst/>
              </a:prstGeom>
            </p:spPr>
          </p:pic>
        </mc:Fallback>
      </mc:AlternateContent>
      <mc:AlternateContent xmlns:mc="http://schemas.openxmlformats.org/markup-compatibility/2006" xmlns:a14="http://schemas.microsoft.com/office/drawing/2010/main">
        <mc:Choice Requires="a14">
          <p:sp>
            <p:nvSpPr>
              <p:cNvPr id="104" name="Equation 104"/>
              <p:cNvSpPr txBox="1"/>
              <p:nvPr/>
            </p:nvSpPr>
            <p:spPr>
              <a:xfrm>
                <a:off x="4626864" y="2456078"/>
                <a:ext cx="1528877" cy="373075"/>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sSub>
                        <m:sSubPr>
                          <m:ctrlPr>
                            <a:rPr lang="en-US" sz="1600" b="0" i="1">
                              <a:solidFill>
                                <a:srgbClr val="002060"/>
                              </a:solidFill>
                              <a:latin typeface="Cambria Math"/>
                              <a:cs typeface="Cambria Math"/>
                            </a:rPr>
                          </m:ctrlPr>
                        </m:sSubPr>
                        <m:e>
                          <m:r>
                            <a:rPr lang="en-US" sz="1600" b="0" i="1">
                              <a:solidFill>
                                <a:srgbClr val="002060"/>
                              </a:solidFill>
                              <a:latin typeface="Cambria Math"/>
                              <a:cs typeface="Cambria Math"/>
                            </a:rPr>
                            <m:t>𝐶</m:t>
                          </m:r>
                        </m:e>
                        <m:sub>
                          <m:r>
                            <a:rPr lang="en-US" sz="1600" b="0" i="1">
                              <a:solidFill>
                                <a:srgbClr val="002060"/>
                              </a:solidFill>
                              <a:latin typeface="Cambria Math"/>
                              <a:cs typeface="Cambria Math"/>
                            </a:rPr>
                            <m:t>1</m:t>
                          </m:r>
                        </m:sub>
                      </m:sSub>
                      <m:sSup>
                        <m:sSupPr>
                          <m:ctrlPr>
                            <a:rPr lang="en-US" sz="1600" b="0" i="1">
                              <a:solidFill>
                                <a:srgbClr val="002060"/>
                              </a:solidFill>
                              <a:latin typeface="Cambria Math"/>
                              <a:cs typeface="Cambria Math"/>
                            </a:rPr>
                          </m:ctrlPr>
                        </m:sSupPr>
                        <m:e>
                          <m:r>
                            <a:rPr lang="en-US" sz="1600" b="0" i="1">
                              <a:solidFill>
                                <a:srgbClr val="002060"/>
                              </a:solidFill>
                              <a:latin typeface="Cambria Math"/>
                              <a:cs typeface="Cambria Math"/>
                            </a:rPr>
                            <m:t>𝑒</m:t>
                          </m:r>
                        </m:e>
                        <m:sup>
                          <m:sSub>
                            <m:sSubPr>
                              <m:ctrlPr>
                                <a:rPr lang="en-US" sz="1600" b="0" i="1">
                                  <a:solidFill>
                                    <a:srgbClr val="002060"/>
                                  </a:solidFill>
                                  <a:latin typeface="Cambria Math"/>
                                  <a:cs typeface="Cambria Math"/>
                                </a:rPr>
                              </m:ctrlPr>
                            </m:sSubPr>
                            <m:e>
                              <m:r>
                                <a:rPr lang="en-US" sz="1600" b="0" i="1">
                                  <a:solidFill>
                                    <a:srgbClr val="002060"/>
                                  </a:solidFill>
                                  <a:latin typeface="Cambria Math"/>
                                  <a:cs typeface="Cambria Math"/>
                                </a:rPr>
                                <m:t>𝑟</m:t>
                              </m:r>
                            </m:e>
                            <m:sub>
                              <m:r>
                                <a:rPr lang="en-US" sz="1600" b="0" i="1">
                                  <a:solidFill>
                                    <a:srgbClr val="002060"/>
                                  </a:solidFill>
                                  <a:latin typeface="Cambria Math"/>
                                  <a:cs typeface="Cambria Math"/>
                                </a:rPr>
                                <m:t>1</m:t>
                              </m:r>
                            </m:sub>
                          </m:sSub>
                          <m:r>
                            <a:rPr lang="en-US" sz="1600" b="0" i="1">
                              <a:solidFill>
                                <a:srgbClr val="002060"/>
                              </a:solidFill>
                              <a:latin typeface="Cambria Math"/>
                              <a:cs typeface="Cambria Math"/>
                            </a:rPr>
                            <m:t>𝑡</m:t>
                          </m:r>
                        </m:sup>
                      </m:sSup>
                      <m:r>
                        <a:rPr lang="en-US" sz="1600" b="0" i="0">
                          <a:solidFill>
                            <a:srgbClr val="002060"/>
                          </a:solidFill>
                          <a:latin typeface="Cambria Math"/>
                          <a:cs typeface="Cambria Math"/>
                        </a:rPr>
                        <m:t>+</m:t>
                      </m:r>
                      <m:sSub>
                        <m:sSubPr>
                          <m:ctrlPr>
                            <a:rPr lang="en-US" sz="1600" b="0" i="1">
                              <a:solidFill>
                                <a:srgbClr val="002060"/>
                              </a:solidFill>
                              <a:latin typeface="Cambria Math"/>
                              <a:cs typeface="Cambria Math"/>
                            </a:rPr>
                          </m:ctrlPr>
                        </m:sSubPr>
                        <m:e>
                          <m:r>
                            <a:rPr lang="en-US" sz="1600" b="0" i="1">
                              <a:solidFill>
                                <a:srgbClr val="002060"/>
                              </a:solidFill>
                              <a:latin typeface="Cambria Math"/>
                              <a:cs typeface="Cambria Math"/>
                            </a:rPr>
                            <m:t>𝐶</m:t>
                          </m:r>
                        </m:e>
                        <m:sub>
                          <m:r>
                            <a:rPr lang="en-US" sz="1600" b="0" i="1">
                              <a:solidFill>
                                <a:srgbClr val="002060"/>
                              </a:solidFill>
                              <a:latin typeface="Cambria Math"/>
                              <a:cs typeface="Cambria Math"/>
                            </a:rPr>
                            <m:t>2</m:t>
                          </m:r>
                        </m:sub>
                      </m:sSub>
                      <m:sSup>
                        <m:sSupPr>
                          <m:ctrlPr>
                            <a:rPr lang="en-US" sz="1600" b="0" i="1">
                              <a:solidFill>
                                <a:srgbClr val="002060"/>
                              </a:solidFill>
                              <a:latin typeface="Cambria Math"/>
                              <a:cs typeface="Cambria Math"/>
                            </a:rPr>
                          </m:ctrlPr>
                        </m:sSupPr>
                        <m:e>
                          <m:r>
                            <a:rPr lang="en-US" sz="1600" b="0" i="1">
                              <a:solidFill>
                                <a:srgbClr val="002060"/>
                              </a:solidFill>
                              <a:latin typeface="Cambria Math"/>
                              <a:cs typeface="Cambria Math"/>
                            </a:rPr>
                            <m:t>𝑒</m:t>
                          </m:r>
                        </m:e>
                        <m:sup>
                          <m:sSub>
                            <m:sSubPr>
                              <m:ctrlPr>
                                <a:rPr lang="en-US" sz="1600" b="0" i="1">
                                  <a:solidFill>
                                    <a:srgbClr val="002060"/>
                                  </a:solidFill>
                                  <a:latin typeface="Cambria Math"/>
                                  <a:cs typeface="Cambria Math"/>
                                </a:rPr>
                              </m:ctrlPr>
                            </m:sSubPr>
                            <m:e>
                              <m:r>
                                <a:rPr lang="en-US" sz="1600" b="0" i="1">
                                  <a:solidFill>
                                    <a:srgbClr val="002060"/>
                                  </a:solidFill>
                                  <a:latin typeface="Cambria Math"/>
                                  <a:cs typeface="Cambria Math"/>
                                </a:rPr>
                                <m:t>𝑟</m:t>
                              </m:r>
                            </m:e>
                            <m:sub>
                              <m:r>
                                <a:rPr lang="en-US" sz="1600" b="0" i="1">
                                  <a:solidFill>
                                    <a:srgbClr val="002060"/>
                                  </a:solidFill>
                                  <a:latin typeface="Cambria Math"/>
                                  <a:cs typeface="Cambria Math"/>
                                </a:rPr>
                                <m:t>2</m:t>
                              </m:r>
                            </m:sub>
                          </m:sSub>
                          <m:r>
                            <a:rPr lang="en-US" sz="1600" b="0" i="1">
                              <a:solidFill>
                                <a:srgbClr val="002060"/>
                              </a:solidFill>
                              <a:latin typeface="Cambria Math"/>
                              <a:cs typeface="Cambria Math"/>
                            </a:rPr>
                            <m:t>𝑡</m:t>
                          </m:r>
                        </m:sup>
                      </m:sSup>
                    </m:oMath>
                  </m:oMathPara>
                </a14:m>
                <a:endParaRPr lang="en-US" sz="1600"/>
              </a:p>
            </p:txBody>
          </p:sp>
        </mc:Choice>
        <mc:Fallback xmlns="">
          <p:pic>
            <p:nvPicPr>
              <p:cNvPr id="104" name="Equation 104" descr="C_1e^{r_1t}+C_2e^{r_2t}"/>
              <p:cNvPicPr>
                <a:picLocks noChangeAspect="1"/>
              </p:cNvPicPr>
              <p:nvPr/>
            </p:nvPicPr>
            <p:blipFill>
              <a:blip r:embed="rId6"/>
              <a:stretch>
                <a:fillRect/>
              </a:stretch>
            </p:blipFill>
            <p:spPr>
              <a:xfrm>
                <a:off x="4681728" y="2510942"/>
                <a:ext cx="1419149" cy="263347"/>
              </a:xfrm>
              <a:prstGeom prst="rect">
                <a:avLst/>
              </a:prstGeom>
            </p:spPr>
          </p:pic>
        </mc:Fallback>
      </mc:AlternateContent>
      <mc:AlternateContent xmlns:mc="http://schemas.openxmlformats.org/markup-compatibility/2006" xmlns:a14="http://schemas.microsoft.com/office/drawing/2010/main">
        <mc:Choice Requires="a14">
          <p:sp>
            <p:nvSpPr>
              <p:cNvPr id="105" name="Equation 105"/>
              <p:cNvSpPr txBox="1"/>
              <p:nvPr/>
            </p:nvSpPr>
            <p:spPr>
              <a:xfrm>
                <a:off x="8650224" y="2436571"/>
                <a:ext cx="1699565" cy="412090"/>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d>
                        <m:dPr>
                          <m:ctrlPr>
                            <a:rPr lang="en-US" sz="1600" b="0">
                              <a:solidFill>
                                <a:srgbClr val="002060"/>
                              </a:solidFill>
                              <a:latin typeface="Cambria Math"/>
                              <a:cs typeface="Cambria Math"/>
                            </a:rPr>
                          </m:ctrlPr>
                        </m:dPr>
                        <m:e>
                          <m:sSub>
                            <m:sSubPr>
                              <m:ctrlPr>
                                <a:rPr lang="en-US" sz="1600" b="0" i="1">
                                  <a:solidFill>
                                    <a:srgbClr val="002060"/>
                                  </a:solidFill>
                                  <a:latin typeface="Cambria Math"/>
                                  <a:cs typeface="Cambria Math"/>
                                </a:rPr>
                              </m:ctrlPr>
                            </m:sSubPr>
                            <m:e>
                              <m:r>
                                <a:rPr lang="en-US" sz="1600" b="0" i="1">
                                  <a:solidFill>
                                    <a:srgbClr val="002060"/>
                                  </a:solidFill>
                                  <a:latin typeface="Cambria Math"/>
                                  <a:cs typeface="Cambria Math"/>
                                </a:rPr>
                                <m:t>𝑟</m:t>
                              </m:r>
                            </m:e>
                            <m:sub>
                              <m:r>
                                <a:rPr lang="en-US" sz="1600" b="0" i="1">
                                  <a:solidFill>
                                    <a:srgbClr val="002060"/>
                                  </a:solidFill>
                                  <a:latin typeface="Cambria Math"/>
                                  <a:cs typeface="Cambria Math"/>
                                </a:rPr>
                                <m:t>2</m:t>
                              </m:r>
                            </m:sub>
                          </m:sSub>
                          <m:r>
                            <a:rPr lang="en-US" sz="1600" b="0" i="0">
                              <a:solidFill>
                                <a:srgbClr val="002060"/>
                              </a:solidFill>
                              <a:latin typeface="Cambria Math"/>
                              <a:cs typeface="Cambria Math"/>
                            </a:rPr>
                            <m:t>−</m:t>
                          </m:r>
                          <m:sSub>
                            <m:sSubPr>
                              <m:ctrlPr>
                                <a:rPr lang="en-US" sz="1600" b="0" i="1">
                                  <a:solidFill>
                                    <a:srgbClr val="002060"/>
                                  </a:solidFill>
                                  <a:latin typeface="Cambria Math"/>
                                  <a:cs typeface="Cambria Math"/>
                                </a:rPr>
                              </m:ctrlPr>
                            </m:sSubPr>
                            <m:e>
                              <m:r>
                                <a:rPr lang="en-US" sz="1600" b="0" i="1">
                                  <a:solidFill>
                                    <a:srgbClr val="002060"/>
                                  </a:solidFill>
                                  <a:latin typeface="Cambria Math"/>
                                  <a:cs typeface="Cambria Math"/>
                                </a:rPr>
                                <m:t>𝑟</m:t>
                              </m:r>
                            </m:e>
                            <m:sub>
                              <m:r>
                                <a:rPr lang="en-US" sz="1600" b="0" i="1">
                                  <a:solidFill>
                                    <a:srgbClr val="002060"/>
                                  </a:solidFill>
                                  <a:latin typeface="Cambria Math"/>
                                  <a:cs typeface="Cambria Math"/>
                                </a:rPr>
                                <m:t>1</m:t>
                              </m:r>
                            </m:sub>
                          </m:sSub>
                        </m:e>
                      </m:d>
                      <m:r>
                        <a:rPr lang="en-US" sz="1600" b="0" i="1">
                          <a:solidFill>
                            <a:srgbClr val="002060"/>
                          </a:solidFill>
                          <a:latin typeface="Cambria Math"/>
                          <a:cs typeface="Cambria Math"/>
                        </a:rPr>
                        <m:t> </m:t>
                      </m:r>
                      <m:sSup>
                        <m:sSupPr>
                          <m:ctrlPr>
                            <a:rPr lang="en-US" sz="1600" b="0" i="1">
                              <a:solidFill>
                                <a:srgbClr val="002060"/>
                              </a:solidFill>
                              <a:latin typeface="Cambria Math"/>
                              <a:cs typeface="Cambria Math"/>
                            </a:rPr>
                          </m:ctrlPr>
                        </m:sSupPr>
                        <m:e>
                          <m:r>
                            <a:rPr lang="en-US" sz="1600" b="0" i="1">
                              <a:solidFill>
                                <a:srgbClr val="002060"/>
                              </a:solidFill>
                              <a:latin typeface="Cambria Math"/>
                              <a:cs typeface="Cambria Math"/>
                            </a:rPr>
                            <m:t>𝑒</m:t>
                          </m:r>
                        </m:e>
                        <m:sup>
                          <m:d>
                            <m:dPr>
                              <m:ctrlPr>
                                <a:rPr lang="en-US" sz="1600" b="0" i="1">
                                  <a:solidFill>
                                    <a:srgbClr val="002060"/>
                                  </a:solidFill>
                                  <a:latin typeface="Cambria Math"/>
                                  <a:cs typeface="Cambria Math"/>
                                </a:rPr>
                              </m:ctrlPr>
                            </m:dPr>
                            <m:e>
                              <m:sSub>
                                <m:sSubPr>
                                  <m:ctrlPr>
                                    <a:rPr lang="en-US" sz="1600" b="0" i="1">
                                      <a:solidFill>
                                        <a:srgbClr val="002060"/>
                                      </a:solidFill>
                                      <a:latin typeface="Cambria Math"/>
                                      <a:cs typeface="Cambria Math"/>
                                    </a:rPr>
                                  </m:ctrlPr>
                                </m:sSubPr>
                                <m:e>
                                  <m:r>
                                    <a:rPr lang="en-US" sz="1600" b="0" i="1">
                                      <a:solidFill>
                                        <a:srgbClr val="002060"/>
                                      </a:solidFill>
                                      <a:latin typeface="Cambria Math"/>
                                      <a:cs typeface="Cambria Math"/>
                                    </a:rPr>
                                    <m:t>𝑟</m:t>
                                  </m:r>
                                </m:e>
                                <m:sub>
                                  <m:r>
                                    <a:rPr lang="en-US" sz="1600" b="0" i="1">
                                      <a:solidFill>
                                        <a:srgbClr val="002060"/>
                                      </a:solidFill>
                                      <a:latin typeface="Cambria Math"/>
                                      <a:cs typeface="Cambria Math"/>
                                    </a:rPr>
                                    <m:t>1</m:t>
                                  </m:r>
                                </m:sub>
                              </m:sSub>
                              <m:r>
                                <a:rPr lang="en-US" sz="1600" b="0" i="0">
                                  <a:solidFill>
                                    <a:srgbClr val="002060"/>
                                  </a:solidFill>
                                  <a:latin typeface="Cambria Math"/>
                                  <a:cs typeface="Cambria Math"/>
                                </a:rPr>
                                <m:t>+</m:t>
                              </m:r>
                              <m:sSub>
                                <m:sSubPr>
                                  <m:ctrlPr>
                                    <a:rPr lang="en-US" sz="1600" b="0" i="1">
                                      <a:solidFill>
                                        <a:srgbClr val="002060"/>
                                      </a:solidFill>
                                      <a:latin typeface="Cambria Math"/>
                                      <a:cs typeface="Cambria Math"/>
                                    </a:rPr>
                                  </m:ctrlPr>
                                </m:sSubPr>
                                <m:e>
                                  <m:r>
                                    <a:rPr lang="en-US" sz="1600" b="0" i="1">
                                      <a:solidFill>
                                        <a:srgbClr val="002060"/>
                                      </a:solidFill>
                                      <a:latin typeface="Cambria Math"/>
                                      <a:cs typeface="Cambria Math"/>
                                    </a:rPr>
                                    <m:t>𝑟</m:t>
                                  </m:r>
                                </m:e>
                                <m:sub>
                                  <m:r>
                                    <a:rPr lang="en-US" sz="1600" b="0" i="1">
                                      <a:solidFill>
                                        <a:srgbClr val="002060"/>
                                      </a:solidFill>
                                      <a:latin typeface="Cambria Math"/>
                                      <a:cs typeface="Cambria Math"/>
                                    </a:rPr>
                                    <m:t>2</m:t>
                                  </m:r>
                                </m:sub>
                              </m:sSub>
                            </m:e>
                          </m:d>
                          <m:r>
                            <a:rPr lang="en-US" sz="1600" b="0" i="1">
                              <a:solidFill>
                                <a:srgbClr val="002060"/>
                              </a:solidFill>
                              <a:latin typeface="Cambria Math"/>
                              <a:cs typeface="Cambria Math"/>
                            </a:rPr>
                            <m:t>𝑡</m:t>
                          </m:r>
                        </m:sup>
                      </m:sSup>
                    </m:oMath>
                  </m:oMathPara>
                </a14:m>
                <a:endParaRPr lang="en-US" sz="1600"/>
              </a:p>
            </p:txBody>
          </p:sp>
        </mc:Choice>
        <mc:Fallback xmlns="">
          <p:pic>
            <p:nvPicPr>
              <p:cNvPr id="105" name="Equation 105" descr="(r_2-r_1)\,e^{(r_1+r_2)t}"/>
              <p:cNvPicPr>
                <a:picLocks noChangeAspect="1"/>
              </p:cNvPicPr>
              <p:nvPr/>
            </p:nvPicPr>
            <p:blipFill>
              <a:blip r:embed="rId7"/>
              <a:stretch>
                <a:fillRect/>
              </a:stretch>
            </p:blipFill>
            <p:spPr>
              <a:xfrm>
                <a:off x="8705088" y="2491435"/>
                <a:ext cx="1589837" cy="302362"/>
              </a:xfrm>
              <a:prstGeom prst="rect">
                <a:avLst/>
              </a:prstGeom>
            </p:spPr>
          </p:pic>
        </mc:Fallback>
      </mc:AlternateContent>
      <mc:AlternateContent xmlns:mc="http://schemas.openxmlformats.org/markup-compatibility/2006" xmlns:a14="http://schemas.microsoft.com/office/drawing/2010/main">
        <mc:Choice Requires="a14">
          <p:sp>
            <p:nvSpPr>
              <p:cNvPr id="106" name="Equation 106"/>
              <p:cNvSpPr txBox="1"/>
              <p:nvPr/>
            </p:nvSpPr>
            <p:spPr>
              <a:xfrm>
                <a:off x="2432304" y="2998622"/>
                <a:ext cx="921715" cy="312115"/>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r>
                        <a:rPr lang="en-US" sz="1600" b="0" i="1">
                          <a:solidFill>
                            <a:srgbClr val="002060"/>
                          </a:solidFill>
                          <a:latin typeface="Cambria Math"/>
                          <a:cs typeface="Cambria Math"/>
                        </a:rPr>
                        <m:t>𝑟</m:t>
                      </m:r>
                      <m:r>
                        <a:rPr lang="en-US" sz="1600" b="0" i="1">
                          <a:solidFill>
                            <a:srgbClr val="002060"/>
                          </a:solidFill>
                          <a:latin typeface="Cambria Math"/>
                          <a:cs typeface="Cambria Math"/>
                        </a:rPr>
                        <m:t> </m:t>
                      </m:r>
                      <m:r>
                        <m:rPr>
                          <m:nor/>
                        </m:rPr>
                        <a:rPr lang="en-US" sz="1600" b="0" i="0">
                          <a:solidFill>
                            <a:srgbClr val="002060"/>
                          </a:solidFill>
                          <a:latin typeface="Cambria Math"/>
                          <a:cs typeface="Cambria Math"/>
                        </a:rPr>
                        <m:t>double</m:t>
                      </m:r>
                    </m:oMath>
                  </m:oMathPara>
                </a14:m>
                <a:endParaRPr lang="en-US" sz="1600"/>
              </a:p>
            </p:txBody>
          </p:sp>
        </mc:Choice>
        <mc:Fallback xmlns="">
          <p:pic>
            <p:nvPicPr>
              <p:cNvPr id="106" name="Equation 106" descr="r\ \text{double}"/>
              <p:cNvPicPr>
                <a:picLocks noChangeAspect="1"/>
              </p:cNvPicPr>
              <p:nvPr/>
            </p:nvPicPr>
            <p:blipFill>
              <a:blip r:embed="rId8"/>
              <a:stretch>
                <a:fillRect/>
              </a:stretch>
            </p:blipFill>
            <p:spPr>
              <a:xfrm>
                <a:off x="2487168" y="3053486"/>
                <a:ext cx="811987" cy="202387"/>
              </a:xfrm>
              <a:prstGeom prst="rect">
                <a:avLst/>
              </a:prstGeom>
            </p:spPr>
          </p:pic>
        </mc:Fallback>
      </mc:AlternateContent>
      <mc:AlternateContent xmlns:mc="http://schemas.openxmlformats.org/markup-compatibility/2006" xmlns:a14="http://schemas.microsoft.com/office/drawing/2010/main">
        <mc:Choice Requires="a14">
          <p:sp>
            <p:nvSpPr>
              <p:cNvPr id="107" name="Equation 107"/>
              <p:cNvSpPr txBox="1"/>
              <p:nvPr/>
            </p:nvSpPr>
            <p:spPr>
              <a:xfrm>
                <a:off x="4626864" y="2958389"/>
                <a:ext cx="1399642" cy="392582"/>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d>
                        <m:dPr>
                          <m:ctrlPr>
                            <a:rPr lang="en-US" sz="1600" b="0">
                              <a:solidFill>
                                <a:srgbClr val="002060"/>
                              </a:solidFill>
                              <a:latin typeface="Cambria Math"/>
                              <a:cs typeface="Cambria Math"/>
                            </a:rPr>
                          </m:ctrlPr>
                        </m:dPr>
                        <m:e>
                          <m:sSub>
                            <m:sSubPr>
                              <m:ctrlPr>
                                <a:rPr lang="en-US" sz="1600" b="0" i="1">
                                  <a:solidFill>
                                    <a:srgbClr val="002060"/>
                                  </a:solidFill>
                                  <a:latin typeface="Cambria Math"/>
                                  <a:cs typeface="Cambria Math"/>
                                </a:rPr>
                              </m:ctrlPr>
                            </m:sSubPr>
                            <m:e>
                              <m:r>
                                <a:rPr lang="en-US" sz="1600" b="0" i="1">
                                  <a:solidFill>
                                    <a:srgbClr val="002060"/>
                                  </a:solidFill>
                                  <a:latin typeface="Cambria Math"/>
                                  <a:cs typeface="Cambria Math"/>
                                </a:rPr>
                                <m:t>𝐶</m:t>
                              </m:r>
                            </m:e>
                            <m:sub>
                              <m:r>
                                <a:rPr lang="en-US" sz="1600" b="0" i="1">
                                  <a:solidFill>
                                    <a:srgbClr val="002060"/>
                                  </a:solidFill>
                                  <a:latin typeface="Cambria Math"/>
                                  <a:cs typeface="Cambria Math"/>
                                </a:rPr>
                                <m:t>1</m:t>
                              </m:r>
                            </m:sub>
                          </m:sSub>
                          <m:r>
                            <a:rPr lang="en-US" sz="1600" b="0" i="0">
                              <a:solidFill>
                                <a:srgbClr val="002060"/>
                              </a:solidFill>
                              <a:latin typeface="Cambria Math"/>
                              <a:cs typeface="Cambria Math"/>
                            </a:rPr>
                            <m:t>+</m:t>
                          </m:r>
                          <m:sSub>
                            <m:sSubPr>
                              <m:ctrlPr>
                                <a:rPr lang="en-US" sz="1600" b="0" i="1">
                                  <a:solidFill>
                                    <a:srgbClr val="002060"/>
                                  </a:solidFill>
                                  <a:latin typeface="Cambria Math"/>
                                  <a:cs typeface="Cambria Math"/>
                                </a:rPr>
                              </m:ctrlPr>
                            </m:sSubPr>
                            <m:e>
                              <m:r>
                                <a:rPr lang="en-US" sz="1600" b="0" i="1">
                                  <a:solidFill>
                                    <a:srgbClr val="002060"/>
                                  </a:solidFill>
                                  <a:latin typeface="Cambria Math"/>
                                  <a:cs typeface="Cambria Math"/>
                                </a:rPr>
                                <m:t>𝐶</m:t>
                              </m:r>
                            </m:e>
                            <m:sub>
                              <m:r>
                                <a:rPr lang="en-US" sz="1600" b="0" i="1">
                                  <a:solidFill>
                                    <a:srgbClr val="002060"/>
                                  </a:solidFill>
                                  <a:latin typeface="Cambria Math"/>
                                  <a:cs typeface="Cambria Math"/>
                                </a:rPr>
                                <m:t>2</m:t>
                              </m:r>
                            </m:sub>
                          </m:sSub>
                          <m:r>
                            <a:rPr lang="en-US" sz="1600" b="0" i="1">
                              <a:solidFill>
                                <a:srgbClr val="002060"/>
                              </a:solidFill>
                              <a:latin typeface="Cambria Math"/>
                              <a:cs typeface="Cambria Math"/>
                            </a:rPr>
                            <m:t>𝑡</m:t>
                          </m:r>
                        </m:e>
                      </m:d>
                      <m:r>
                        <a:rPr lang="en-US" sz="1600" b="0" i="1">
                          <a:solidFill>
                            <a:srgbClr val="002060"/>
                          </a:solidFill>
                          <a:latin typeface="Cambria Math"/>
                          <a:cs typeface="Cambria Math"/>
                        </a:rPr>
                        <m:t> </m:t>
                      </m:r>
                      <m:sSup>
                        <m:sSupPr>
                          <m:ctrlPr>
                            <a:rPr lang="en-US" sz="1600" b="0" i="1">
                              <a:solidFill>
                                <a:srgbClr val="002060"/>
                              </a:solidFill>
                              <a:latin typeface="Cambria Math"/>
                              <a:cs typeface="Cambria Math"/>
                            </a:rPr>
                          </m:ctrlPr>
                        </m:sSupPr>
                        <m:e>
                          <m:r>
                            <a:rPr lang="en-US" sz="1600" b="0" i="1">
                              <a:solidFill>
                                <a:srgbClr val="002060"/>
                              </a:solidFill>
                              <a:latin typeface="Cambria Math"/>
                              <a:cs typeface="Cambria Math"/>
                            </a:rPr>
                            <m:t>𝑒</m:t>
                          </m:r>
                        </m:e>
                        <m:sup>
                          <m:r>
                            <a:rPr lang="en-US" sz="1600" b="0" i="1">
                              <a:solidFill>
                                <a:srgbClr val="002060"/>
                              </a:solidFill>
                              <a:latin typeface="Cambria Math"/>
                              <a:cs typeface="Cambria Math"/>
                            </a:rPr>
                            <m:t>𝑟𝑡</m:t>
                          </m:r>
                        </m:sup>
                      </m:sSup>
                    </m:oMath>
                  </m:oMathPara>
                </a14:m>
                <a:endParaRPr lang="en-US" sz="1600"/>
              </a:p>
            </p:txBody>
          </p:sp>
        </mc:Choice>
        <mc:Fallback xmlns="">
          <p:pic>
            <p:nvPicPr>
              <p:cNvPr id="107" name="Equation 107" descr="(C_1+C_2t)\,e^{rt}"/>
              <p:cNvPicPr>
                <a:picLocks noChangeAspect="1"/>
              </p:cNvPicPr>
              <p:nvPr/>
            </p:nvPicPr>
            <p:blipFill>
              <a:blip r:embed="rId9"/>
              <a:stretch>
                <a:fillRect/>
              </a:stretch>
            </p:blipFill>
            <p:spPr>
              <a:xfrm>
                <a:off x="4681728" y="3013253"/>
                <a:ext cx="1289914" cy="282854"/>
              </a:xfrm>
              <a:prstGeom prst="rect">
                <a:avLst/>
              </a:prstGeom>
            </p:spPr>
          </p:pic>
        </mc:Fallback>
      </mc:AlternateContent>
      <mc:AlternateContent xmlns:mc="http://schemas.openxmlformats.org/markup-compatibility/2006" xmlns:a14="http://schemas.microsoft.com/office/drawing/2010/main">
        <mc:Choice Requires="a14">
          <p:sp>
            <p:nvSpPr>
              <p:cNvPr id="108" name="Equation 108"/>
              <p:cNvSpPr txBox="1"/>
              <p:nvPr/>
            </p:nvSpPr>
            <p:spPr>
              <a:xfrm>
                <a:off x="8650224" y="2981554"/>
                <a:ext cx="497434" cy="346253"/>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sSup>
                        <m:sSupPr>
                          <m:ctrlPr>
                            <a:rPr lang="en-US" sz="1600" b="0" i="1">
                              <a:solidFill>
                                <a:srgbClr val="002060"/>
                              </a:solidFill>
                              <a:latin typeface="Cambria Math"/>
                              <a:cs typeface="Cambria Math"/>
                            </a:rPr>
                          </m:ctrlPr>
                        </m:sSupPr>
                        <m:e>
                          <m:r>
                            <a:rPr lang="en-US" sz="1600" b="0" i="1">
                              <a:solidFill>
                                <a:srgbClr val="002060"/>
                              </a:solidFill>
                              <a:latin typeface="Cambria Math"/>
                              <a:cs typeface="Cambria Math"/>
                            </a:rPr>
                            <m:t>𝑒</m:t>
                          </m:r>
                        </m:e>
                        <m:sup>
                          <m:r>
                            <a:rPr lang="en-US" sz="1600" b="0" i="1">
                              <a:solidFill>
                                <a:srgbClr val="002060"/>
                              </a:solidFill>
                              <a:latin typeface="Cambria Math"/>
                              <a:cs typeface="Cambria Math"/>
                            </a:rPr>
                            <m:t>2</m:t>
                          </m:r>
                          <m:r>
                            <a:rPr lang="en-US" sz="1600" b="0" i="1">
                              <a:solidFill>
                                <a:srgbClr val="002060"/>
                              </a:solidFill>
                              <a:latin typeface="Cambria Math"/>
                              <a:cs typeface="Cambria Math"/>
                            </a:rPr>
                            <m:t>𝑟𝑡</m:t>
                          </m:r>
                        </m:sup>
                      </m:sSup>
                    </m:oMath>
                  </m:oMathPara>
                </a14:m>
                <a:endParaRPr lang="en-US" sz="1600"/>
              </a:p>
            </p:txBody>
          </p:sp>
        </mc:Choice>
        <mc:Fallback xmlns="">
          <p:pic>
            <p:nvPicPr>
              <p:cNvPr id="108" name="Equation 108" descr="e^{2rt}"/>
              <p:cNvPicPr>
                <a:picLocks noChangeAspect="1"/>
              </p:cNvPicPr>
              <p:nvPr/>
            </p:nvPicPr>
            <p:blipFill>
              <a:blip r:embed="rId10"/>
              <a:stretch>
                <a:fillRect/>
              </a:stretch>
            </p:blipFill>
            <p:spPr>
              <a:xfrm>
                <a:off x="8705088" y="3036418"/>
                <a:ext cx="387706" cy="236525"/>
              </a:xfrm>
              <a:prstGeom prst="rect">
                <a:avLst/>
              </a:prstGeom>
            </p:spPr>
          </p:pic>
        </mc:Fallback>
      </mc:AlternateContent>
      <mc:AlternateContent xmlns:mc="http://schemas.openxmlformats.org/markup-compatibility/2006" xmlns:a14="http://schemas.microsoft.com/office/drawing/2010/main">
        <mc:Choice Requires="a14">
          <p:sp>
            <p:nvSpPr>
              <p:cNvPr id="109" name="Equation 109"/>
              <p:cNvSpPr txBox="1"/>
              <p:nvPr/>
            </p:nvSpPr>
            <p:spPr>
              <a:xfrm>
                <a:off x="2432304" y="3491179"/>
                <a:ext cx="743712" cy="351130"/>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r>
                        <a:rPr lang="en-US" sz="1600" b="0" i="1">
                          <a:solidFill>
                            <a:srgbClr val="002060"/>
                          </a:solidFill>
                          <a:latin typeface="Cambria Math"/>
                          <a:cs typeface="Cambria Math"/>
                        </a:rPr>
                        <m:t>𝛼</m:t>
                      </m:r>
                      <m:r>
                        <a:rPr lang="en-US" sz="1600" b="0" i="0">
                          <a:solidFill>
                            <a:srgbClr val="002060"/>
                          </a:solidFill>
                          <a:latin typeface="Cambria Math"/>
                          <a:cs typeface="Cambria Math"/>
                        </a:rPr>
                        <m:t>±</m:t>
                      </m:r>
                      <m:r>
                        <a:rPr lang="en-US" sz="1600" b="0" i="1">
                          <a:solidFill>
                            <a:srgbClr val="002060"/>
                          </a:solidFill>
                          <a:latin typeface="Cambria Math"/>
                          <a:cs typeface="Cambria Math"/>
                        </a:rPr>
                        <m:t>𝑖</m:t>
                      </m:r>
                      <m:r>
                        <a:rPr lang="en-US" sz="1600" b="0" i="1">
                          <a:solidFill>
                            <a:srgbClr val="002060"/>
                          </a:solidFill>
                          <a:latin typeface="Cambria Math"/>
                          <a:cs typeface="Cambria Math"/>
                        </a:rPr>
                        <m:t>𝛽</m:t>
                      </m:r>
                    </m:oMath>
                  </m:oMathPara>
                </a14:m>
                <a:endParaRPr lang="en-US" sz="1600"/>
              </a:p>
            </p:txBody>
          </p:sp>
        </mc:Choice>
        <mc:Fallback xmlns="">
          <p:pic>
            <p:nvPicPr>
              <p:cNvPr id="109" name="Equation 109" descr="\alpha\pm i\beta"/>
              <p:cNvPicPr>
                <a:picLocks noChangeAspect="1"/>
              </p:cNvPicPr>
              <p:nvPr/>
            </p:nvPicPr>
            <p:blipFill>
              <a:blip r:embed="rId11"/>
              <a:stretch>
                <a:fillRect/>
              </a:stretch>
            </p:blipFill>
            <p:spPr>
              <a:xfrm>
                <a:off x="2487168" y="3546043"/>
                <a:ext cx="633984" cy="241402"/>
              </a:xfrm>
              <a:prstGeom prst="rect">
                <a:avLst/>
              </a:prstGeom>
            </p:spPr>
          </p:pic>
        </mc:Fallback>
      </mc:AlternateContent>
      <mc:AlternateContent xmlns:mc="http://schemas.openxmlformats.org/markup-compatibility/2006" xmlns:a14="http://schemas.microsoft.com/office/drawing/2010/main">
        <mc:Choice Requires="a14">
          <p:sp>
            <p:nvSpPr>
              <p:cNvPr id="110" name="Equation 110"/>
              <p:cNvSpPr txBox="1"/>
              <p:nvPr/>
            </p:nvSpPr>
            <p:spPr>
              <a:xfrm>
                <a:off x="4626864" y="3470453"/>
                <a:ext cx="2370125" cy="392582"/>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sSup>
                        <m:sSupPr>
                          <m:ctrlPr>
                            <a:rPr lang="en-US" sz="1600" b="0" i="1">
                              <a:solidFill>
                                <a:srgbClr val="002060"/>
                              </a:solidFill>
                              <a:latin typeface="Cambria Math"/>
                              <a:cs typeface="Cambria Math"/>
                            </a:rPr>
                          </m:ctrlPr>
                        </m:sSupPr>
                        <m:e>
                          <m:r>
                            <a:rPr lang="en-US" sz="1600" b="0" i="1">
                              <a:solidFill>
                                <a:srgbClr val="002060"/>
                              </a:solidFill>
                              <a:latin typeface="Cambria Math"/>
                              <a:cs typeface="Cambria Math"/>
                            </a:rPr>
                            <m:t>𝑒</m:t>
                          </m:r>
                        </m:e>
                        <m:sup>
                          <m:r>
                            <a:rPr lang="en-US" sz="1600" b="0" i="1">
                              <a:solidFill>
                                <a:srgbClr val="002060"/>
                              </a:solidFill>
                              <a:latin typeface="Cambria Math"/>
                              <a:cs typeface="Cambria Math"/>
                            </a:rPr>
                            <m:t>𝛼</m:t>
                          </m:r>
                          <m:r>
                            <a:rPr lang="en-US" sz="1600" b="0" i="1">
                              <a:solidFill>
                                <a:srgbClr val="002060"/>
                              </a:solidFill>
                              <a:latin typeface="Cambria Math"/>
                              <a:cs typeface="Cambria Math"/>
                            </a:rPr>
                            <m:t>𝑡</m:t>
                          </m:r>
                        </m:sup>
                      </m:sSup>
                      <m:d>
                        <m:dPr>
                          <m:ctrlPr>
                            <a:rPr lang="en-US" sz="1600" b="0" i="1">
                              <a:solidFill>
                                <a:srgbClr val="002060"/>
                              </a:solidFill>
                              <a:latin typeface="Cambria Math"/>
                              <a:cs typeface="Cambria Math"/>
                            </a:rPr>
                          </m:ctrlPr>
                        </m:dPr>
                        <m:e>
                          <m:sSub>
                            <m:sSubPr>
                              <m:ctrlPr>
                                <a:rPr lang="en-US" sz="1600" b="0" i="1">
                                  <a:solidFill>
                                    <a:srgbClr val="002060"/>
                                  </a:solidFill>
                                  <a:latin typeface="Cambria Math"/>
                                  <a:cs typeface="Cambria Math"/>
                                </a:rPr>
                              </m:ctrlPr>
                            </m:sSubPr>
                            <m:e>
                              <m:r>
                                <a:rPr lang="en-US" sz="1600" b="0" i="1">
                                  <a:solidFill>
                                    <a:srgbClr val="002060"/>
                                  </a:solidFill>
                                  <a:latin typeface="Cambria Math"/>
                                  <a:cs typeface="Cambria Math"/>
                                </a:rPr>
                                <m:t>𝐶</m:t>
                              </m:r>
                            </m:e>
                            <m:sub>
                              <m:r>
                                <a:rPr lang="en-US" sz="1600" b="0" i="1">
                                  <a:solidFill>
                                    <a:srgbClr val="002060"/>
                                  </a:solidFill>
                                  <a:latin typeface="Cambria Math"/>
                                  <a:cs typeface="Cambria Math"/>
                                </a:rPr>
                                <m:t>1</m:t>
                              </m:r>
                            </m:sub>
                          </m:sSub>
                          <m:r>
                            <m:rPr>
                              <m:sty m:val="p"/>
                            </m:rPr>
                            <a:rPr lang="en-US" sz="1600" b="0" i="0">
                              <a:solidFill>
                                <a:srgbClr val="002060"/>
                              </a:solidFill>
                              <a:latin typeface="Cambria Math"/>
                              <a:cs typeface="Cambria Math"/>
                            </a:rPr>
                            <m:t>cos</m:t>
                          </m:r>
                          <m:r>
                            <a:rPr lang="en-US" sz="1600" b="0" i="1">
                              <a:solidFill>
                                <a:srgbClr val="002060"/>
                              </a:solidFill>
                              <a:latin typeface="Cambria Math"/>
                              <a:cs typeface="Cambria Math"/>
                            </a:rPr>
                            <m:t>𝛽</m:t>
                          </m:r>
                          <m:r>
                            <a:rPr lang="en-US" sz="1600" b="0" i="1">
                              <a:solidFill>
                                <a:srgbClr val="002060"/>
                              </a:solidFill>
                              <a:latin typeface="Cambria Math"/>
                              <a:cs typeface="Cambria Math"/>
                            </a:rPr>
                            <m:t>𝑡</m:t>
                          </m:r>
                          <m:r>
                            <a:rPr lang="en-US" sz="1600" b="0" i="0">
                              <a:solidFill>
                                <a:srgbClr val="002060"/>
                              </a:solidFill>
                              <a:latin typeface="Cambria Math"/>
                              <a:cs typeface="Cambria Math"/>
                            </a:rPr>
                            <m:t>+</m:t>
                          </m:r>
                          <m:sSub>
                            <m:sSubPr>
                              <m:ctrlPr>
                                <a:rPr lang="en-US" sz="1600" b="0" i="1">
                                  <a:solidFill>
                                    <a:srgbClr val="002060"/>
                                  </a:solidFill>
                                  <a:latin typeface="Cambria Math"/>
                                  <a:cs typeface="Cambria Math"/>
                                </a:rPr>
                              </m:ctrlPr>
                            </m:sSubPr>
                            <m:e>
                              <m:r>
                                <a:rPr lang="en-US" sz="1600" b="0" i="1">
                                  <a:solidFill>
                                    <a:srgbClr val="002060"/>
                                  </a:solidFill>
                                  <a:latin typeface="Cambria Math"/>
                                  <a:cs typeface="Cambria Math"/>
                                </a:rPr>
                                <m:t>𝐶</m:t>
                              </m:r>
                            </m:e>
                            <m:sub>
                              <m:r>
                                <a:rPr lang="en-US" sz="1600" b="0" i="1">
                                  <a:solidFill>
                                    <a:srgbClr val="002060"/>
                                  </a:solidFill>
                                  <a:latin typeface="Cambria Math"/>
                                  <a:cs typeface="Cambria Math"/>
                                </a:rPr>
                                <m:t>2</m:t>
                              </m:r>
                            </m:sub>
                          </m:sSub>
                          <m:r>
                            <m:rPr>
                              <m:sty m:val="p"/>
                            </m:rPr>
                            <a:rPr lang="en-US" sz="1600" b="0" i="0">
                              <a:solidFill>
                                <a:srgbClr val="002060"/>
                              </a:solidFill>
                              <a:latin typeface="Cambria Math"/>
                              <a:cs typeface="Cambria Math"/>
                            </a:rPr>
                            <m:t>sin</m:t>
                          </m:r>
                          <m:r>
                            <a:rPr lang="en-US" sz="1600" b="0" i="1">
                              <a:solidFill>
                                <a:srgbClr val="002060"/>
                              </a:solidFill>
                              <a:latin typeface="Cambria Math"/>
                              <a:cs typeface="Cambria Math"/>
                            </a:rPr>
                            <m:t>𝛽</m:t>
                          </m:r>
                          <m:r>
                            <a:rPr lang="en-US" sz="1600" b="0" i="1">
                              <a:solidFill>
                                <a:srgbClr val="002060"/>
                              </a:solidFill>
                              <a:latin typeface="Cambria Math"/>
                              <a:cs typeface="Cambria Math"/>
                            </a:rPr>
                            <m:t>𝑡</m:t>
                          </m:r>
                        </m:e>
                      </m:d>
                    </m:oMath>
                  </m:oMathPara>
                </a14:m>
                <a:endParaRPr lang="en-US" sz="1600"/>
              </a:p>
            </p:txBody>
          </p:sp>
        </mc:Choice>
        <mc:Fallback xmlns="">
          <p:pic>
            <p:nvPicPr>
              <p:cNvPr id="110" name="Equation 110" descr="e^{\alpha t}(C_1\cos\beta t+C_2\sin\beta t)"/>
              <p:cNvPicPr>
                <a:picLocks noChangeAspect="1"/>
              </p:cNvPicPr>
              <p:nvPr/>
            </p:nvPicPr>
            <p:blipFill>
              <a:blip r:embed="rId12"/>
              <a:stretch>
                <a:fillRect/>
              </a:stretch>
            </p:blipFill>
            <p:spPr>
              <a:xfrm>
                <a:off x="4681728" y="3525317"/>
                <a:ext cx="2260397" cy="282854"/>
              </a:xfrm>
              <a:prstGeom prst="rect">
                <a:avLst/>
              </a:prstGeom>
            </p:spPr>
          </p:pic>
        </mc:Fallback>
      </mc:AlternateContent>
      <mc:AlternateContent xmlns:mc="http://schemas.openxmlformats.org/markup-compatibility/2006" xmlns:a14="http://schemas.microsoft.com/office/drawing/2010/main">
        <mc:Choice Requires="a14">
          <p:sp>
            <p:nvSpPr>
              <p:cNvPr id="111" name="Equation 111"/>
              <p:cNvSpPr txBox="1"/>
              <p:nvPr/>
            </p:nvSpPr>
            <p:spPr>
              <a:xfrm>
                <a:off x="8650224" y="3474110"/>
                <a:ext cx="682752" cy="385267"/>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r>
                        <a:rPr lang="en-US" sz="1600" b="0" i="1">
                          <a:solidFill>
                            <a:srgbClr val="002060"/>
                          </a:solidFill>
                          <a:latin typeface="Cambria Math"/>
                          <a:cs typeface="Cambria Math"/>
                        </a:rPr>
                        <m:t>𝛽</m:t>
                      </m:r>
                      <m:r>
                        <a:rPr lang="en-US" sz="1600" b="0" i="1">
                          <a:solidFill>
                            <a:srgbClr val="002060"/>
                          </a:solidFill>
                          <a:latin typeface="Cambria Math"/>
                          <a:cs typeface="Cambria Math"/>
                        </a:rPr>
                        <m:t> </m:t>
                      </m:r>
                      <m:sSup>
                        <m:sSupPr>
                          <m:ctrlPr>
                            <a:rPr lang="en-US" sz="1600" b="0" i="1">
                              <a:solidFill>
                                <a:srgbClr val="002060"/>
                              </a:solidFill>
                              <a:latin typeface="Cambria Math"/>
                              <a:cs typeface="Cambria Math"/>
                            </a:rPr>
                          </m:ctrlPr>
                        </m:sSupPr>
                        <m:e>
                          <m:r>
                            <a:rPr lang="en-US" sz="1600" b="0" i="1">
                              <a:solidFill>
                                <a:srgbClr val="002060"/>
                              </a:solidFill>
                              <a:latin typeface="Cambria Math"/>
                              <a:cs typeface="Cambria Math"/>
                            </a:rPr>
                            <m:t>𝑒</m:t>
                          </m:r>
                        </m:e>
                        <m:sup>
                          <m:r>
                            <a:rPr lang="en-US" sz="1600" b="0" i="1">
                              <a:solidFill>
                                <a:srgbClr val="002060"/>
                              </a:solidFill>
                              <a:latin typeface="Cambria Math"/>
                              <a:cs typeface="Cambria Math"/>
                            </a:rPr>
                            <m:t>2</m:t>
                          </m:r>
                          <m:r>
                            <a:rPr lang="en-US" sz="1600" b="0" i="1">
                              <a:solidFill>
                                <a:srgbClr val="002060"/>
                              </a:solidFill>
                              <a:latin typeface="Cambria Math"/>
                              <a:cs typeface="Cambria Math"/>
                            </a:rPr>
                            <m:t>𝛼</m:t>
                          </m:r>
                          <m:r>
                            <a:rPr lang="en-US" sz="1600" b="0" i="1">
                              <a:solidFill>
                                <a:srgbClr val="002060"/>
                              </a:solidFill>
                              <a:latin typeface="Cambria Math"/>
                              <a:cs typeface="Cambria Math"/>
                            </a:rPr>
                            <m:t>𝑡</m:t>
                          </m:r>
                        </m:sup>
                      </m:sSup>
                    </m:oMath>
                  </m:oMathPara>
                </a14:m>
                <a:endParaRPr lang="en-US" sz="1600"/>
              </a:p>
            </p:txBody>
          </p:sp>
        </mc:Choice>
        <mc:Fallback xmlns="">
          <p:pic>
            <p:nvPicPr>
              <p:cNvPr id="111" name="Equation 111" descr="\beta\,e^{2\alpha t}"/>
              <p:cNvPicPr>
                <a:picLocks noChangeAspect="1"/>
              </p:cNvPicPr>
              <p:nvPr/>
            </p:nvPicPr>
            <p:blipFill>
              <a:blip r:embed="rId13"/>
              <a:stretch>
                <a:fillRect/>
              </a:stretch>
            </p:blipFill>
            <p:spPr>
              <a:xfrm>
                <a:off x="8705088" y="3528974"/>
                <a:ext cx="573024" cy="275539"/>
              </a:xfrm>
              <a:prstGeom prst="rect">
                <a:avLst/>
              </a:prstGeom>
            </p:spPr>
          </p:pic>
        </mc:Fallback>
      </mc:AlternateContent>
      <p:sp>
        <p:nvSpPr>
          <p:cNvPr id="112" name="Text"/>
          <p:cNvSpPr txBox="1"/>
          <p:nvPr/>
        </p:nvSpPr>
        <p:spPr>
          <a:xfrm>
            <a:off x="548640" y="3977640"/>
            <a:ext cx="3657600" cy="457200"/>
          </a:xfrm>
          <a:prstGeom prst="rect">
            <a:avLst/>
          </a:prstGeom>
          <a:noFill/>
          <a:ln>
            <a:noFill/>
          </a:ln>
        </p:spPr>
        <p:txBody>
          <a:bodyPr wrap="square" lIns="73152" tIns="73152" rIns="73152" bIns="73152" rtlCol="0" anchor="t">
            <a:normAutofit/>
          </a:bodyPr>
          <a:lstStyle/>
          <a:p>
            <a:pPr algn="l">
              <a:spcAft>
                <a:spcPts val="0"/>
              </a:spcAft>
              <a:buNone/>
            </a:pPr>
            <a:r>
              <a:rPr lang="en-US" sz="1700" b="1" i="0" dirty="0">
                <a:solidFill>
                  <a:srgbClr val="002060"/>
                </a:solidFill>
                <a:latin typeface="LM Roman 10"/>
                <a:cs typeface="LM Roman 10"/>
              </a:rPr>
              <a:t>Vieta: </a:t>
            </a:r>
            <a:r>
              <a:rPr lang="en-US" sz="1700" b="0" i="0" dirty="0">
                <a:solidFill>
                  <a:srgbClr val="002060"/>
                </a:solidFill>
                <a:latin typeface="LM Roman 10"/>
                <a:cs typeface="LM Roman 10"/>
              </a:rPr>
              <a:t>r</a:t>
            </a:r>
            <a:r>
              <a:rPr lang="en-US" sz="1700" b="0" i="0" baseline="-25000" dirty="0">
                <a:solidFill>
                  <a:srgbClr val="002060"/>
                </a:solidFill>
                <a:latin typeface="LM Roman 10"/>
                <a:cs typeface="LM Roman 10"/>
              </a:rPr>
              <a:t>1</a:t>
            </a:r>
            <a:r>
              <a:rPr lang="en-US" sz="1700" b="0" i="0" dirty="0">
                <a:solidFill>
                  <a:srgbClr val="002060"/>
                </a:solidFill>
                <a:latin typeface="LM Roman 10"/>
                <a:cs typeface="LM Roman 10"/>
              </a:rPr>
              <a:t> + r</a:t>
            </a:r>
            <a:r>
              <a:rPr lang="en-US" sz="1700" b="0" i="0" baseline="-25000" dirty="0">
                <a:solidFill>
                  <a:srgbClr val="002060"/>
                </a:solidFill>
                <a:latin typeface="LM Roman 10"/>
                <a:cs typeface="LM Roman 10"/>
              </a:rPr>
              <a:t>2</a:t>
            </a:r>
            <a:r>
              <a:rPr lang="en-US" sz="1700" b="0" i="0" dirty="0">
                <a:solidFill>
                  <a:srgbClr val="002060"/>
                </a:solidFill>
                <a:latin typeface="LM Roman 10"/>
                <a:cs typeface="LM Roman 10"/>
              </a:rPr>
              <a:t> = −b/a, so</a:t>
            </a:r>
            <a:endParaRPr lang="en-US" sz="1700"/>
          </a:p>
        </p:txBody>
      </p:sp>
      <mc:AlternateContent xmlns:mc="http://schemas.openxmlformats.org/markup-compatibility/2006" xmlns:a14="http://schemas.microsoft.com/office/drawing/2010/main">
        <mc:Choice Requires="a14">
          <p:sp>
            <p:nvSpPr>
              <p:cNvPr id="113" name="Equation 113"/>
              <p:cNvSpPr txBox="1"/>
              <p:nvPr/>
            </p:nvSpPr>
            <p:spPr>
              <a:xfrm>
                <a:off x="3785616" y="3968496"/>
                <a:ext cx="4125468" cy="430987"/>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r>
                        <a:rPr lang="en-US" sz="1700" b="0" i="1">
                          <a:solidFill>
                            <a:srgbClr val="002060"/>
                          </a:solidFill>
                          <a:latin typeface="Cambria Math"/>
                          <a:cs typeface="Cambria Math"/>
                        </a:rPr>
                        <m:t>𝑊</m:t>
                      </m:r>
                      <m:r>
                        <a:rPr lang="en-US" sz="1700" b="0" i="0">
                          <a:solidFill>
                            <a:srgbClr val="002060"/>
                          </a:solidFill>
                          <a:latin typeface="Cambria Math"/>
                          <a:cs typeface="Cambria Math"/>
                        </a:rPr>
                        <m:t>∝</m:t>
                      </m:r>
                      <m:sSup>
                        <m:sSupPr>
                          <m:ctrlPr>
                            <a:rPr lang="en-US" sz="1700" b="0" i="1">
                              <a:solidFill>
                                <a:srgbClr val="002060"/>
                              </a:solidFill>
                              <a:latin typeface="Cambria Math"/>
                              <a:cs typeface="Cambria Math"/>
                            </a:rPr>
                          </m:ctrlPr>
                        </m:sSupPr>
                        <m:e>
                          <m:r>
                            <a:rPr lang="en-US" sz="1700" b="0" i="1">
                              <a:solidFill>
                                <a:srgbClr val="002060"/>
                              </a:solidFill>
                              <a:latin typeface="Cambria Math"/>
                              <a:cs typeface="Cambria Math"/>
                            </a:rPr>
                            <m:t>𝑒</m:t>
                          </m:r>
                        </m:e>
                        <m:sup>
                          <m:d>
                            <m:dPr>
                              <m:ctrlPr>
                                <a:rPr lang="en-US" sz="1700" b="0" i="1">
                                  <a:solidFill>
                                    <a:srgbClr val="002060"/>
                                  </a:solidFill>
                                  <a:latin typeface="Cambria Math"/>
                                  <a:cs typeface="Cambria Math"/>
                                </a:rPr>
                              </m:ctrlPr>
                            </m:dPr>
                            <m:e>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𝑟</m:t>
                                  </m:r>
                                </m:e>
                                <m:sub>
                                  <m:r>
                                    <a:rPr lang="en-US" sz="1700" b="0" i="1">
                                      <a:solidFill>
                                        <a:srgbClr val="002060"/>
                                      </a:solidFill>
                                      <a:latin typeface="Cambria Math"/>
                                      <a:cs typeface="Cambria Math"/>
                                    </a:rPr>
                                    <m:t>1</m:t>
                                  </m:r>
                                </m:sub>
                              </m:sSub>
                              <m:r>
                                <a:rPr lang="en-US" sz="1700" b="0" i="0">
                                  <a:solidFill>
                                    <a:srgbClr val="002060"/>
                                  </a:solidFill>
                                  <a:latin typeface="Cambria Math"/>
                                  <a:cs typeface="Cambria Math"/>
                                </a:rPr>
                                <m:t>+</m:t>
                              </m:r>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𝑟</m:t>
                                  </m:r>
                                </m:e>
                                <m:sub>
                                  <m:r>
                                    <a:rPr lang="en-US" sz="1700" b="0" i="1">
                                      <a:solidFill>
                                        <a:srgbClr val="002060"/>
                                      </a:solidFill>
                                      <a:latin typeface="Cambria Math"/>
                                      <a:cs typeface="Cambria Math"/>
                                    </a:rPr>
                                    <m:t>2</m:t>
                                  </m:r>
                                </m:sub>
                              </m:sSub>
                            </m:e>
                          </m:d>
                          <m:r>
                            <a:rPr lang="en-US" sz="1700" b="0" i="1">
                              <a:solidFill>
                                <a:srgbClr val="002060"/>
                              </a:solidFill>
                              <a:latin typeface="Cambria Math"/>
                              <a:cs typeface="Cambria Math"/>
                            </a:rPr>
                            <m:t>𝑡</m:t>
                          </m:r>
                        </m:sup>
                      </m:sSup>
                      <m:r>
                        <a:rPr lang="en-US" sz="1700" b="0" i="0">
                          <a:solidFill>
                            <a:srgbClr val="002060"/>
                          </a:solidFill>
                          <a:latin typeface="Cambria Math"/>
                          <a:cs typeface="Cambria Math"/>
                        </a:rPr>
                        <m:t>=</m:t>
                      </m:r>
                      <m:sSup>
                        <m:sSupPr>
                          <m:ctrlPr>
                            <a:rPr lang="en-US" sz="1700" b="0" i="1">
                              <a:solidFill>
                                <a:srgbClr val="002060"/>
                              </a:solidFill>
                              <a:latin typeface="Cambria Math"/>
                              <a:cs typeface="Cambria Math"/>
                            </a:rPr>
                          </m:ctrlPr>
                        </m:sSupPr>
                        <m:e>
                          <m:r>
                            <a:rPr lang="en-US" sz="1700" b="0" i="1">
                              <a:solidFill>
                                <a:srgbClr val="002060"/>
                              </a:solidFill>
                              <a:latin typeface="Cambria Math"/>
                              <a:cs typeface="Cambria Math"/>
                            </a:rPr>
                            <m:t>𝑒</m:t>
                          </m:r>
                        </m:e>
                        <m:sup>
                          <m:r>
                            <a:rPr lang="en-US" sz="1700" b="0" i="0">
                              <a:solidFill>
                                <a:srgbClr val="002060"/>
                              </a:solidFill>
                              <a:latin typeface="Cambria Math"/>
                              <a:cs typeface="Cambria Math"/>
                            </a:rPr>
                            <m:t>−</m:t>
                          </m:r>
                          <m:r>
                            <a:rPr lang="en-US" sz="1700" b="0" i="1">
                              <a:solidFill>
                                <a:srgbClr val="002060"/>
                              </a:solidFill>
                              <a:latin typeface="Cambria Math"/>
                              <a:cs typeface="Cambria Math"/>
                            </a:rPr>
                            <m:t>𝑏𝑡</m:t>
                          </m:r>
                          <m:r>
                            <a:rPr lang="en-US" sz="1700" b="0" i="0">
                              <a:solidFill>
                                <a:srgbClr val="002060"/>
                              </a:solidFill>
                              <a:latin typeface="Cambria Math"/>
                              <a:cs typeface="Cambria Math"/>
                            </a:rPr>
                            <m:t>/</m:t>
                          </m:r>
                          <m:r>
                            <a:rPr lang="en-US" sz="1700" b="0" i="1">
                              <a:solidFill>
                                <a:srgbClr val="002060"/>
                              </a:solidFill>
                              <a:latin typeface="Cambria Math"/>
                              <a:cs typeface="Cambria Math"/>
                            </a:rPr>
                            <m:t>𝑎</m:t>
                          </m:r>
                        </m:sup>
                      </m:sSup>
                      <m:r>
                        <a:rPr lang="en-US" sz="1700" b="0" i="1">
                          <a:solidFill>
                            <a:srgbClr val="002060"/>
                          </a:solidFill>
                          <a:latin typeface="Cambria Math"/>
                          <a:cs typeface="Cambria Math"/>
                        </a:rPr>
                        <m:t> </m:t>
                      </m:r>
                      <m:r>
                        <m:rPr>
                          <m:nor/>
                        </m:rPr>
                        <a:rPr lang="en-US" sz="1700" b="0" i="0">
                          <a:solidFill>
                            <a:srgbClr val="002060"/>
                          </a:solidFill>
                          <a:latin typeface="Cambria Math"/>
                          <a:cs typeface="Cambria Math"/>
                        </a:rPr>
                        <m:t>(Abel’s theorem)</m:t>
                      </m:r>
                    </m:oMath>
                  </m:oMathPara>
                </a14:m>
                <a:endParaRPr lang="en-US" sz="1700"/>
              </a:p>
            </p:txBody>
          </p:sp>
        </mc:Choice>
        <mc:Fallback xmlns="">
          <p:pic>
            <p:nvPicPr>
              <p:cNvPr id="113" name="Equation 113" descr="W\propto e^{(r_1+r_2)t}=e^{-bt/a}\quad\text{(Abel's theorem)}"/>
              <p:cNvPicPr>
                <a:picLocks noChangeAspect="1"/>
              </p:cNvPicPr>
              <p:nvPr/>
            </p:nvPicPr>
            <p:blipFill>
              <a:blip r:embed="rId14"/>
              <a:stretch>
                <a:fillRect/>
              </a:stretch>
            </p:blipFill>
            <p:spPr>
              <a:xfrm>
                <a:off x="3840480" y="4023360"/>
                <a:ext cx="4015740" cy="321259"/>
              </a:xfrm>
              <a:prstGeom prst="rect">
                <a:avLst/>
              </a:prstGeom>
            </p:spPr>
          </p:pic>
        </mc:Fallback>
      </mc:AlternateContent>
      <p:sp>
        <p:nvSpPr>
          <p:cNvPr id="114" name="Text"/>
          <p:cNvSpPr txBox="1"/>
          <p:nvPr/>
        </p:nvSpPr>
        <p:spPr>
          <a:xfrm>
            <a:off x="548640" y="4526280"/>
            <a:ext cx="3657600" cy="457200"/>
          </a:xfrm>
          <a:prstGeom prst="rect">
            <a:avLst/>
          </a:prstGeom>
          <a:noFill/>
          <a:ln>
            <a:noFill/>
          </a:ln>
        </p:spPr>
        <p:txBody>
          <a:bodyPr wrap="square" lIns="73152" tIns="73152" rIns="73152" bIns="73152" rtlCol="0" anchor="t">
            <a:normAutofit/>
          </a:bodyPr>
          <a:lstStyle/>
          <a:p>
            <a:pPr algn="l">
              <a:spcAft>
                <a:spcPts val="0"/>
              </a:spcAft>
              <a:buNone/>
            </a:pPr>
            <a:r>
              <a:rPr lang="en-US" sz="1700" b="1" i="0" dirty="0">
                <a:solidFill>
                  <a:srgbClr val="002060"/>
                </a:solidFill>
                <a:latin typeface="LM Roman 10"/>
                <a:cs typeface="LM Roman 10"/>
              </a:rPr>
              <a:t>Repeated root (Lebl §2.2):</a:t>
            </a:r>
            <a:endParaRPr lang="en-US" sz="1700"/>
          </a:p>
        </p:txBody>
      </p:sp>
      <mc:AlternateContent xmlns:mc="http://schemas.openxmlformats.org/markup-compatibility/2006" xmlns:a14="http://schemas.microsoft.com/office/drawing/2010/main">
        <mc:Choice Requires="a14">
          <p:sp>
            <p:nvSpPr>
              <p:cNvPr id="115" name="Equation 115"/>
              <p:cNvSpPr txBox="1"/>
              <p:nvPr/>
            </p:nvSpPr>
            <p:spPr>
              <a:xfrm>
                <a:off x="3785616" y="4379976"/>
                <a:ext cx="3192780" cy="671932"/>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r>
                        <a:rPr lang="en-US" sz="1700" b="0" i="1">
                          <a:solidFill>
                            <a:srgbClr val="002060"/>
                          </a:solidFill>
                          <a:latin typeface="Cambria Math"/>
                          <a:cs typeface="Cambria Math"/>
                        </a:rPr>
                        <m:t>𝑡</m:t>
                      </m:r>
                      <m:r>
                        <a:rPr lang="en-US" sz="1700" b="0" i="1">
                          <a:solidFill>
                            <a:srgbClr val="002060"/>
                          </a:solidFill>
                          <a:latin typeface="Cambria Math"/>
                          <a:cs typeface="Cambria Math"/>
                        </a:rPr>
                        <m:t> </m:t>
                      </m:r>
                      <m:sSup>
                        <m:sSupPr>
                          <m:ctrlPr>
                            <a:rPr lang="en-US" sz="1700" b="0" i="1">
                              <a:solidFill>
                                <a:srgbClr val="002060"/>
                              </a:solidFill>
                              <a:latin typeface="Cambria Math"/>
                              <a:cs typeface="Cambria Math"/>
                            </a:rPr>
                          </m:ctrlPr>
                        </m:sSupPr>
                        <m:e>
                          <m:r>
                            <a:rPr lang="en-US" sz="1700" b="0" i="1">
                              <a:solidFill>
                                <a:srgbClr val="002060"/>
                              </a:solidFill>
                              <a:latin typeface="Cambria Math"/>
                              <a:cs typeface="Cambria Math"/>
                            </a:rPr>
                            <m:t>𝑒</m:t>
                          </m:r>
                        </m:e>
                        <m:sup>
                          <m:r>
                            <a:rPr lang="en-US" sz="1700" b="0" i="1">
                              <a:solidFill>
                                <a:srgbClr val="002060"/>
                              </a:solidFill>
                              <a:latin typeface="Cambria Math"/>
                              <a:cs typeface="Cambria Math"/>
                            </a:rPr>
                            <m:t>𝑟𝑡</m:t>
                          </m:r>
                        </m:sup>
                      </m:sSup>
                      <m:r>
                        <a:rPr lang="en-US" sz="1700" b="0" i="0">
                          <a:solidFill>
                            <a:srgbClr val="002060"/>
                          </a:solidFill>
                          <a:latin typeface="Cambria Math"/>
                          <a:cs typeface="Cambria Math"/>
                        </a:rPr>
                        <m:t>=</m:t>
                      </m:r>
                      <m:limLow>
                        <m:limLowPr>
                          <m:ctrlPr>
                            <a:rPr lang="en-US" sz="1700" b="0" i="0">
                              <a:solidFill>
                                <a:srgbClr val="002060"/>
                              </a:solidFill>
                              <a:latin typeface="Cambria Math"/>
                              <a:cs typeface="Cambria Math"/>
                            </a:rPr>
                          </m:ctrlPr>
                        </m:limLowPr>
                        <m:e>
                          <m:r>
                            <m:rPr>
                              <m:sty m:val="p"/>
                            </m:rPr>
                            <a:rPr lang="en-US" sz="1700" b="0" i="0">
                              <a:solidFill>
                                <a:srgbClr val="002060"/>
                              </a:solidFill>
                              <a:latin typeface="Cambria Math"/>
                              <a:cs typeface="Cambria Math"/>
                            </a:rPr>
                            <m:t>lim</m:t>
                          </m:r>
                        </m:e>
                        <m:lim>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𝑟</m:t>
                              </m:r>
                            </m:e>
                            <m:sub>
                              <m:r>
                                <a:rPr lang="en-US" sz="1700" b="0" i="1">
                                  <a:solidFill>
                                    <a:srgbClr val="002060"/>
                                  </a:solidFill>
                                  <a:latin typeface="Cambria Math"/>
                                  <a:cs typeface="Cambria Math"/>
                                </a:rPr>
                                <m:t>2</m:t>
                              </m:r>
                            </m:sub>
                          </m:sSub>
                          <m:r>
                            <a:rPr lang="en-US" sz="1700" b="0" i="0">
                              <a:solidFill>
                                <a:srgbClr val="002060"/>
                              </a:solidFill>
                              <a:latin typeface="Cambria Math"/>
                              <a:cs typeface="Cambria Math"/>
                            </a:rPr>
                            <m:t>→</m:t>
                          </m:r>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𝑟</m:t>
                              </m:r>
                            </m:e>
                            <m:sub>
                              <m:r>
                                <a:rPr lang="en-US" sz="1700" b="0" i="1">
                                  <a:solidFill>
                                    <a:srgbClr val="002060"/>
                                  </a:solidFill>
                                  <a:latin typeface="Cambria Math"/>
                                  <a:cs typeface="Cambria Math"/>
                                </a:rPr>
                                <m:t>1</m:t>
                              </m:r>
                            </m:sub>
                          </m:sSub>
                        </m:lim>
                      </m:limLow>
                      <m:f>
                        <m:fPr>
                          <m:ctrlPr>
                            <a:rPr lang="en-US" sz="1700" b="0" i="1">
                              <a:solidFill>
                                <a:srgbClr val="002060"/>
                              </a:solidFill>
                              <a:latin typeface="Cambria Math"/>
                              <a:cs typeface="Cambria Math"/>
                            </a:rPr>
                          </m:ctrlPr>
                        </m:fPr>
                        <m:num>
                          <m:sSup>
                            <m:sSupPr>
                              <m:ctrlPr>
                                <a:rPr lang="en-US" sz="1700" b="0" i="1">
                                  <a:solidFill>
                                    <a:srgbClr val="002060"/>
                                  </a:solidFill>
                                  <a:latin typeface="Cambria Math"/>
                                  <a:cs typeface="Cambria Math"/>
                                </a:rPr>
                              </m:ctrlPr>
                            </m:sSupPr>
                            <m:e>
                              <m:r>
                                <a:rPr lang="en-US" sz="1700" b="0" i="1">
                                  <a:solidFill>
                                    <a:srgbClr val="002060"/>
                                  </a:solidFill>
                                  <a:latin typeface="Cambria Math"/>
                                  <a:cs typeface="Cambria Math"/>
                                </a:rPr>
                                <m:t>𝑒</m:t>
                              </m:r>
                            </m:e>
                            <m:sup>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𝑟</m:t>
                                  </m:r>
                                </m:e>
                                <m:sub>
                                  <m:r>
                                    <a:rPr lang="en-US" sz="1700" b="0" i="1">
                                      <a:solidFill>
                                        <a:srgbClr val="002060"/>
                                      </a:solidFill>
                                      <a:latin typeface="Cambria Math"/>
                                      <a:cs typeface="Cambria Math"/>
                                    </a:rPr>
                                    <m:t>2</m:t>
                                  </m:r>
                                </m:sub>
                              </m:sSub>
                              <m:r>
                                <a:rPr lang="en-US" sz="1700" b="0" i="1">
                                  <a:solidFill>
                                    <a:srgbClr val="002060"/>
                                  </a:solidFill>
                                  <a:latin typeface="Cambria Math"/>
                                  <a:cs typeface="Cambria Math"/>
                                </a:rPr>
                                <m:t>𝑡</m:t>
                              </m:r>
                            </m:sup>
                          </m:sSup>
                          <m:r>
                            <a:rPr lang="en-US" sz="1700" b="0" i="0">
                              <a:solidFill>
                                <a:srgbClr val="002060"/>
                              </a:solidFill>
                              <a:latin typeface="Cambria Math"/>
                              <a:cs typeface="Cambria Math"/>
                            </a:rPr>
                            <m:t>−</m:t>
                          </m:r>
                          <m:sSup>
                            <m:sSupPr>
                              <m:ctrlPr>
                                <a:rPr lang="en-US" sz="1700" b="0" i="1">
                                  <a:solidFill>
                                    <a:srgbClr val="002060"/>
                                  </a:solidFill>
                                  <a:latin typeface="Cambria Math"/>
                                  <a:cs typeface="Cambria Math"/>
                                </a:rPr>
                              </m:ctrlPr>
                            </m:sSupPr>
                            <m:e>
                              <m:r>
                                <a:rPr lang="en-US" sz="1700" b="0" i="1">
                                  <a:solidFill>
                                    <a:srgbClr val="002060"/>
                                  </a:solidFill>
                                  <a:latin typeface="Cambria Math"/>
                                  <a:cs typeface="Cambria Math"/>
                                </a:rPr>
                                <m:t>𝑒</m:t>
                              </m:r>
                            </m:e>
                            <m:sup>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𝑟</m:t>
                                  </m:r>
                                </m:e>
                                <m:sub>
                                  <m:r>
                                    <a:rPr lang="en-US" sz="1700" b="0" i="1">
                                      <a:solidFill>
                                        <a:srgbClr val="002060"/>
                                      </a:solidFill>
                                      <a:latin typeface="Cambria Math"/>
                                      <a:cs typeface="Cambria Math"/>
                                    </a:rPr>
                                    <m:t>1</m:t>
                                  </m:r>
                                </m:sub>
                              </m:sSub>
                              <m:r>
                                <a:rPr lang="en-US" sz="1700" b="0" i="1">
                                  <a:solidFill>
                                    <a:srgbClr val="002060"/>
                                  </a:solidFill>
                                  <a:latin typeface="Cambria Math"/>
                                  <a:cs typeface="Cambria Math"/>
                                </a:rPr>
                                <m:t>𝑡</m:t>
                              </m:r>
                            </m:sup>
                          </m:sSup>
                        </m:num>
                        <m:den>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𝑟</m:t>
                              </m:r>
                            </m:e>
                            <m:sub>
                              <m:r>
                                <a:rPr lang="en-US" sz="1700" b="0" i="1">
                                  <a:solidFill>
                                    <a:srgbClr val="002060"/>
                                  </a:solidFill>
                                  <a:latin typeface="Cambria Math"/>
                                  <a:cs typeface="Cambria Math"/>
                                </a:rPr>
                                <m:t>2</m:t>
                              </m:r>
                            </m:sub>
                          </m:sSub>
                          <m:r>
                            <a:rPr lang="en-US" sz="1700" b="0" i="0">
                              <a:solidFill>
                                <a:srgbClr val="002060"/>
                              </a:solidFill>
                              <a:latin typeface="Cambria Math"/>
                              <a:cs typeface="Cambria Math"/>
                            </a:rPr>
                            <m:t>−</m:t>
                          </m:r>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𝑟</m:t>
                              </m:r>
                            </m:e>
                            <m:sub>
                              <m:r>
                                <a:rPr lang="en-US" sz="1700" b="0" i="1">
                                  <a:solidFill>
                                    <a:srgbClr val="002060"/>
                                  </a:solidFill>
                                  <a:latin typeface="Cambria Math"/>
                                  <a:cs typeface="Cambria Math"/>
                                </a:rPr>
                                <m:t>1</m:t>
                              </m:r>
                            </m:sub>
                          </m:sSub>
                        </m:den>
                      </m:f>
                      <m:r>
                        <a:rPr lang="en-US" sz="1700" b="0" i="0">
                          <a:solidFill>
                            <a:srgbClr val="002060"/>
                          </a:solidFill>
                          <a:latin typeface="Cambria Math"/>
                          <a:cs typeface="Cambria Math"/>
                        </a:rPr>
                        <m:t>=</m:t>
                      </m:r>
                      <m:f>
                        <m:fPr>
                          <m:ctrlPr>
                            <a:rPr lang="en-US" sz="1700" b="0" i="0">
                              <a:solidFill>
                                <a:srgbClr val="002060"/>
                              </a:solidFill>
                              <a:latin typeface="Cambria Math"/>
                              <a:cs typeface="Cambria Math"/>
                            </a:rPr>
                          </m:ctrlPr>
                        </m:fPr>
                        <m:num>
                          <m:r>
                            <a:rPr lang="en-US" sz="1700" b="0" i="0">
                              <a:solidFill>
                                <a:srgbClr val="002060"/>
                              </a:solidFill>
                              <a:latin typeface="Cambria Math"/>
                              <a:cs typeface="Cambria Math"/>
                            </a:rPr>
                            <m:t>∂</m:t>
                          </m:r>
                        </m:num>
                        <m:den>
                          <m:r>
                            <a:rPr lang="en-US" sz="1700" b="0" i="0">
                              <a:solidFill>
                                <a:srgbClr val="002060"/>
                              </a:solidFill>
                              <a:latin typeface="Cambria Math"/>
                              <a:cs typeface="Cambria Math"/>
                            </a:rPr>
                            <m:t>∂</m:t>
                          </m:r>
                          <m:r>
                            <a:rPr lang="en-US" sz="1700" b="0" i="1">
                              <a:solidFill>
                                <a:srgbClr val="002060"/>
                              </a:solidFill>
                              <a:latin typeface="Cambria Math"/>
                              <a:cs typeface="Cambria Math"/>
                            </a:rPr>
                            <m:t>𝑟</m:t>
                          </m:r>
                        </m:den>
                      </m:f>
                      <m:sSup>
                        <m:sSupPr>
                          <m:ctrlPr>
                            <a:rPr lang="en-US" sz="1700" b="0" i="1">
                              <a:solidFill>
                                <a:srgbClr val="002060"/>
                              </a:solidFill>
                              <a:latin typeface="Cambria Math"/>
                              <a:cs typeface="Cambria Math"/>
                            </a:rPr>
                          </m:ctrlPr>
                        </m:sSupPr>
                        <m:e>
                          <m:r>
                            <a:rPr lang="en-US" sz="1700" b="0" i="1">
                              <a:solidFill>
                                <a:srgbClr val="002060"/>
                              </a:solidFill>
                              <a:latin typeface="Cambria Math"/>
                              <a:cs typeface="Cambria Math"/>
                            </a:rPr>
                            <m:t>𝑒</m:t>
                          </m:r>
                        </m:e>
                        <m:sup>
                          <m:r>
                            <a:rPr lang="en-US" sz="1700" b="0" i="1">
                              <a:solidFill>
                                <a:srgbClr val="002060"/>
                              </a:solidFill>
                              <a:latin typeface="Cambria Math"/>
                              <a:cs typeface="Cambria Math"/>
                            </a:rPr>
                            <m:t>𝑟𝑡</m:t>
                          </m:r>
                        </m:sup>
                      </m:sSup>
                    </m:oMath>
                  </m:oMathPara>
                </a14:m>
                <a:endParaRPr lang="en-US" sz="1700"/>
              </a:p>
            </p:txBody>
          </p:sp>
        </mc:Choice>
        <mc:Fallback xmlns="">
          <p:pic>
            <p:nvPicPr>
              <p:cNvPr id="115" name="Equation 115" descr="t\,e^{rt}=\lim_{r_2\to r_1}\frac{e^{r_2t}-e^{r_1t}}{r_2-r_1}=\frac{\partial}{\partial r}e^{rt}"/>
              <p:cNvPicPr>
                <a:picLocks noChangeAspect="1"/>
              </p:cNvPicPr>
              <p:nvPr/>
            </p:nvPicPr>
            <p:blipFill>
              <a:blip r:embed="rId15"/>
              <a:stretch>
                <a:fillRect/>
              </a:stretch>
            </p:blipFill>
            <p:spPr>
              <a:xfrm>
                <a:off x="3840480" y="4434840"/>
                <a:ext cx="3083052" cy="562204"/>
              </a:xfrm>
              <a:prstGeom prst="rect">
                <a:avLst/>
              </a:prstGeom>
            </p:spPr>
          </p:pic>
        </mc:Fallback>
      </mc:AlternateContent>
      <p:sp>
        <p:nvSpPr>
          <p:cNvPr id="116" name="Text"/>
          <p:cNvSpPr txBox="1"/>
          <p:nvPr/>
        </p:nvSpPr>
        <p:spPr>
          <a:xfrm>
            <a:off x="548640" y="5166360"/>
            <a:ext cx="11155680" cy="457200"/>
          </a:xfrm>
          <a:prstGeom prst="rect">
            <a:avLst/>
          </a:prstGeom>
          <a:noFill/>
          <a:ln>
            <a:noFill/>
          </a:ln>
        </p:spPr>
        <p:txBody>
          <a:bodyPr wrap="square" lIns="73152" tIns="73152" rIns="73152" bIns="73152" rtlCol="0" anchor="t">
            <a:normAutofit/>
          </a:bodyPr>
          <a:lstStyle/>
          <a:p>
            <a:pPr algn="l">
              <a:spcAft>
                <a:spcPts val="600"/>
              </a:spcAft>
              <a:buNone/>
            </a:pPr>
            <a:r>
              <a:rPr lang="en-US" sz="1700" b="1" i="0" dirty="0">
                <a:solidFill>
                  <a:srgbClr val="BF6019"/>
                </a:solidFill>
                <a:latin typeface="LM Roman 10"/>
                <a:cs typeface="LM Roman 10"/>
              </a:rPr>
              <a:t>Sample problem 3: </a:t>
            </a:r>
            <a:r>
              <a:rPr lang="en-US" sz="1700" b="0" i="0" dirty="0">
                <a:solidFill>
                  <a:srgbClr val="002060"/>
                </a:solidFill>
                <a:latin typeface="LM Roman 10"/>
                <a:cs typeface="LM Roman 10"/>
              </a:rPr>
              <a:t>y″ − 6y′ + 13y = 0, y(0) = 0, y′(0) = 10   (Lebl, Example 2.2.4)</a:t>
            </a:r>
            <a:endParaRPr lang="en-US" sz="1700"/>
          </a:p>
        </p:txBody>
      </p:sp>
      <mc:AlternateContent xmlns:mc="http://schemas.openxmlformats.org/markup-compatibility/2006" xmlns:a14="http://schemas.microsoft.com/office/drawing/2010/main">
        <mc:Choice Requires="a14">
          <p:sp>
            <p:nvSpPr>
              <p:cNvPr id="117" name="Equation 117"/>
              <p:cNvSpPr txBox="1"/>
              <p:nvPr/>
            </p:nvSpPr>
            <p:spPr>
              <a:xfrm>
                <a:off x="1870405" y="5568696"/>
                <a:ext cx="8512150" cy="433426"/>
              </a:xfrm>
              <a:prstGeom prst="rect">
                <a:avLst/>
              </a:prstGeom>
              <a:noFill/>
            </p:spPr>
            <p:txBody>
              <a:bodyPr wrap="none" lIns="54864" tIns="54864" rIns="54864" bIns="54864" anchor="ctr">
                <a:noAutofit/>
              </a:bodyPr>
              <a:lstStyle/>
              <a:p>
                <a:pPr algn="ctr"/>
                <a14:m>
                  <m:oMathPara xmlns:m="http://schemas.openxmlformats.org/officeDocument/2006/math">
                    <m:oMathParaPr>
                      <m:jc m:val="center"/>
                    </m:oMathParaPr>
                    <m:oMath>
                      <m:sSup>
                        <m:sSupPr>
                          <m:ctrlPr>
                            <a:rPr lang="en-US" sz="1800" b="0" i="1">
                              <a:solidFill>
                                <a:srgbClr val="BF6019"/>
                              </a:solidFill>
                              <a:latin typeface="Cambria Math"/>
                              <a:cs typeface="Cambria Math"/>
                            </a:rPr>
                          </m:ctrlPr>
                        </m:sSupPr>
                        <m:e>
                          <m:r>
                            <a:rPr lang="en-US" sz="1800" b="0" i="1">
                              <a:solidFill>
                                <a:srgbClr val="BF6019"/>
                              </a:solidFill>
                              <a:latin typeface="Cambria Math"/>
                              <a:cs typeface="Cambria Math"/>
                            </a:rPr>
                            <m:t>𝑟</m:t>
                          </m:r>
                        </m:e>
                        <m:sup>
                          <m:r>
                            <a:rPr lang="en-US" sz="1800" b="0" i="1">
                              <a:solidFill>
                                <a:srgbClr val="BF6019"/>
                              </a:solidFill>
                              <a:latin typeface="Cambria Math"/>
                              <a:cs typeface="Cambria Math"/>
                            </a:rPr>
                            <m:t>2</m:t>
                          </m:r>
                        </m:sup>
                      </m:sSup>
                      <m:r>
                        <a:rPr lang="en-US" sz="1800" b="0" i="0">
                          <a:solidFill>
                            <a:srgbClr val="BF6019"/>
                          </a:solidFill>
                          <a:latin typeface="Cambria Math"/>
                          <a:cs typeface="Cambria Math"/>
                        </a:rPr>
                        <m:t>−</m:t>
                      </m:r>
                      <m:r>
                        <a:rPr lang="en-US" sz="1800" b="0" i="1">
                          <a:solidFill>
                            <a:srgbClr val="BF6019"/>
                          </a:solidFill>
                          <a:latin typeface="Cambria Math"/>
                          <a:cs typeface="Cambria Math"/>
                        </a:rPr>
                        <m:t>6</m:t>
                      </m:r>
                      <m:r>
                        <a:rPr lang="en-US" sz="1800" b="0" i="1">
                          <a:solidFill>
                            <a:srgbClr val="BF6019"/>
                          </a:solidFill>
                          <a:latin typeface="Cambria Math"/>
                          <a:cs typeface="Cambria Math"/>
                        </a:rPr>
                        <m:t>𝑟</m:t>
                      </m:r>
                      <m:r>
                        <a:rPr lang="en-US" sz="1800" b="0" i="0">
                          <a:solidFill>
                            <a:srgbClr val="BF6019"/>
                          </a:solidFill>
                          <a:latin typeface="Cambria Math"/>
                          <a:cs typeface="Cambria Math"/>
                        </a:rPr>
                        <m:t>+</m:t>
                      </m:r>
                      <m:r>
                        <a:rPr lang="en-US" sz="1800" b="0" i="1">
                          <a:solidFill>
                            <a:srgbClr val="BF6019"/>
                          </a:solidFill>
                          <a:latin typeface="Cambria Math"/>
                          <a:cs typeface="Cambria Math"/>
                        </a:rPr>
                        <m:t>13</m:t>
                      </m:r>
                      <m:r>
                        <a:rPr lang="en-US" sz="1800" b="0" i="0">
                          <a:solidFill>
                            <a:srgbClr val="BF6019"/>
                          </a:solidFill>
                          <a:latin typeface="Cambria Math"/>
                          <a:cs typeface="Cambria Math"/>
                        </a:rPr>
                        <m:t>=</m:t>
                      </m:r>
                      <m:r>
                        <a:rPr lang="en-US" sz="1800" b="0" i="1">
                          <a:solidFill>
                            <a:srgbClr val="BF6019"/>
                          </a:solidFill>
                          <a:latin typeface="Cambria Math"/>
                          <a:cs typeface="Cambria Math"/>
                        </a:rPr>
                        <m:t>0 </m:t>
                      </m:r>
                      <m:r>
                        <a:rPr lang="en-US" sz="1800" b="0" i="0">
                          <a:solidFill>
                            <a:srgbClr val="BF6019"/>
                          </a:solidFill>
                          <a:latin typeface="Cambria Math"/>
                          <a:cs typeface="Cambria Math"/>
                        </a:rPr>
                        <m:t>⇒</m:t>
                      </m:r>
                      <m:r>
                        <a:rPr lang="en-US" sz="1800" b="0" i="1">
                          <a:solidFill>
                            <a:srgbClr val="BF6019"/>
                          </a:solidFill>
                          <a:latin typeface="Cambria Math"/>
                          <a:cs typeface="Cambria Math"/>
                        </a:rPr>
                        <m:t> </m:t>
                      </m:r>
                      <m:r>
                        <a:rPr lang="en-US" sz="1800" b="0" i="1">
                          <a:solidFill>
                            <a:srgbClr val="BF6019"/>
                          </a:solidFill>
                          <a:latin typeface="Cambria Math"/>
                          <a:cs typeface="Cambria Math"/>
                        </a:rPr>
                        <m:t>𝑟</m:t>
                      </m:r>
                      <m:r>
                        <a:rPr lang="en-US" sz="1800" b="0" i="0">
                          <a:solidFill>
                            <a:srgbClr val="BF6019"/>
                          </a:solidFill>
                          <a:latin typeface="Cambria Math"/>
                          <a:cs typeface="Cambria Math"/>
                        </a:rPr>
                        <m:t>=</m:t>
                      </m:r>
                      <m:r>
                        <a:rPr lang="en-US" sz="1800" b="0" i="1">
                          <a:solidFill>
                            <a:srgbClr val="BF6019"/>
                          </a:solidFill>
                          <a:latin typeface="Cambria Math"/>
                          <a:cs typeface="Cambria Math"/>
                        </a:rPr>
                        <m:t>3</m:t>
                      </m:r>
                      <m:r>
                        <a:rPr lang="en-US" sz="1800" b="0" i="0">
                          <a:solidFill>
                            <a:srgbClr val="BF6019"/>
                          </a:solidFill>
                          <a:latin typeface="Cambria Math"/>
                          <a:cs typeface="Cambria Math"/>
                        </a:rPr>
                        <m:t>±</m:t>
                      </m:r>
                      <m:r>
                        <a:rPr lang="en-US" sz="1800" b="0" i="1">
                          <a:solidFill>
                            <a:srgbClr val="BF6019"/>
                          </a:solidFill>
                          <a:latin typeface="Cambria Math"/>
                          <a:cs typeface="Cambria Math"/>
                        </a:rPr>
                        <m:t>2</m:t>
                      </m:r>
                      <m:r>
                        <a:rPr lang="en-US" sz="1800" b="0" i="1">
                          <a:solidFill>
                            <a:srgbClr val="BF6019"/>
                          </a:solidFill>
                          <a:latin typeface="Cambria Math"/>
                          <a:cs typeface="Cambria Math"/>
                        </a:rPr>
                        <m:t>𝑖</m:t>
                      </m:r>
                      <m:r>
                        <a:rPr lang="en-US" sz="1800" b="0" i="1">
                          <a:solidFill>
                            <a:srgbClr val="BF6019"/>
                          </a:solidFill>
                          <a:latin typeface="Cambria Math"/>
                          <a:cs typeface="Cambria Math"/>
                        </a:rPr>
                        <m:t> ⇒ </m:t>
                      </m:r>
                      <m:r>
                        <a:rPr lang="en-US" sz="1800" b="0" i="1">
                          <a:solidFill>
                            <a:srgbClr val="BF6019"/>
                          </a:solidFill>
                          <a:latin typeface="Cambria Math"/>
                          <a:cs typeface="Cambria Math"/>
                        </a:rPr>
                        <m:t>𝑦</m:t>
                      </m:r>
                      <m:r>
                        <a:rPr lang="en-US" sz="1800" b="0" i="0">
                          <a:solidFill>
                            <a:srgbClr val="BF6019"/>
                          </a:solidFill>
                          <a:latin typeface="Cambria Math"/>
                          <a:cs typeface="Cambria Math"/>
                        </a:rPr>
                        <m:t>=</m:t>
                      </m:r>
                      <m:sSup>
                        <m:sSupPr>
                          <m:ctrlPr>
                            <a:rPr lang="en-US" sz="1800" b="0" i="1">
                              <a:solidFill>
                                <a:srgbClr val="BF6019"/>
                              </a:solidFill>
                              <a:latin typeface="Cambria Math"/>
                              <a:cs typeface="Cambria Math"/>
                            </a:rPr>
                          </m:ctrlPr>
                        </m:sSupPr>
                        <m:e>
                          <m:r>
                            <a:rPr lang="en-US" sz="1800" b="0" i="1">
                              <a:solidFill>
                                <a:srgbClr val="BF6019"/>
                              </a:solidFill>
                              <a:latin typeface="Cambria Math"/>
                              <a:cs typeface="Cambria Math"/>
                            </a:rPr>
                            <m:t>𝑒</m:t>
                          </m:r>
                        </m:e>
                        <m:sup>
                          <m:r>
                            <a:rPr lang="en-US" sz="1800" b="0" i="1">
                              <a:solidFill>
                                <a:srgbClr val="BF6019"/>
                              </a:solidFill>
                              <a:latin typeface="Cambria Math"/>
                              <a:cs typeface="Cambria Math"/>
                            </a:rPr>
                            <m:t>3</m:t>
                          </m:r>
                          <m:r>
                            <a:rPr lang="en-US" sz="1800" b="0" i="1">
                              <a:solidFill>
                                <a:srgbClr val="BF6019"/>
                              </a:solidFill>
                              <a:latin typeface="Cambria Math"/>
                              <a:cs typeface="Cambria Math"/>
                            </a:rPr>
                            <m:t>𝑡</m:t>
                          </m:r>
                        </m:sup>
                      </m:sSup>
                      <m:d>
                        <m:dPr>
                          <m:ctrlPr>
                            <a:rPr lang="en-US" sz="1800" b="0" i="1">
                              <a:solidFill>
                                <a:srgbClr val="BF6019"/>
                              </a:solidFill>
                              <a:latin typeface="Cambria Math"/>
                              <a:cs typeface="Cambria Math"/>
                            </a:rPr>
                          </m:ctrlPr>
                        </m:dPr>
                        <m:e>
                          <m:sSub>
                            <m:sSubPr>
                              <m:ctrlPr>
                                <a:rPr lang="en-US" sz="1800" b="0" i="1">
                                  <a:solidFill>
                                    <a:srgbClr val="BF6019"/>
                                  </a:solidFill>
                                  <a:latin typeface="Cambria Math"/>
                                  <a:cs typeface="Cambria Math"/>
                                </a:rPr>
                              </m:ctrlPr>
                            </m:sSubPr>
                            <m:e>
                              <m:r>
                                <a:rPr lang="en-US" sz="1800" b="0" i="1">
                                  <a:solidFill>
                                    <a:srgbClr val="BF6019"/>
                                  </a:solidFill>
                                  <a:latin typeface="Cambria Math"/>
                                  <a:cs typeface="Cambria Math"/>
                                </a:rPr>
                                <m:t>𝐶</m:t>
                              </m:r>
                            </m:e>
                            <m:sub>
                              <m:r>
                                <a:rPr lang="en-US" sz="1800" b="0" i="1">
                                  <a:solidFill>
                                    <a:srgbClr val="BF6019"/>
                                  </a:solidFill>
                                  <a:latin typeface="Cambria Math"/>
                                  <a:cs typeface="Cambria Math"/>
                                </a:rPr>
                                <m:t>1</m:t>
                              </m:r>
                            </m:sub>
                          </m:sSub>
                          <m:r>
                            <m:rPr>
                              <m:sty m:val="p"/>
                            </m:rPr>
                            <a:rPr lang="en-US" sz="1800" b="0" i="0">
                              <a:solidFill>
                                <a:srgbClr val="BF6019"/>
                              </a:solidFill>
                              <a:latin typeface="Cambria Math"/>
                              <a:cs typeface="Cambria Math"/>
                            </a:rPr>
                            <m:t>cos</m:t>
                          </m:r>
                          <m:r>
                            <a:rPr lang="en-US" sz="1800" b="0" i="1">
                              <a:solidFill>
                                <a:srgbClr val="BF6019"/>
                              </a:solidFill>
                              <a:latin typeface="Cambria Math"/>
                              <a:cs typeface="Cambria Math"/>
                            </a:rPr>
                            <m:t>2</m:t>
                          </m:r>
                          <m:r>
                            <a:rPr lang="en-US" sz="1800" b="0" i="1">
                              <a:solidFill>
                                <a:srgbClr val="BF6019"/>
                              </a:solidFill>
                              <a:latin typeface="Cambria Math"/>
                              <a:cs typeface="Cambria Math"/>
                            </a:rPr>
                            <m:t>𝑡</m:t>
                          </m:r>
                          <m:r>
                            <a:rPr lang="en-US" sz="1800" b="0" i="0">
                              <a:solidFill>
                                <a:srgbClr val="BF6019"/>
                              </a:solidFill>
                              <a:latin typeface="Cambria Math"/>
                              <a:cs typeface="Cambria Math"/>
                            </a:rPr>
                            <m:t>+</m:t>
                          </m:r>
                          <m:sSub>
                            <m:sSubPr>
                              <m:ctrlPr>
                                <a:rPr lang="en-US" sz="1800" b="0" i="1">
                                  <a:solidFill>
                                    <a:srgbClr val="BF6019"/>
                                  </a:solidFill>
                                  <a:latin typeface="Cambria Math"/>
                                  <a:cs typeface="Cambria Math"/>
                                </a:rPr>
                              </m:ctrlPr>
                            </m:sSubPr>
                            <m:e>
                              <m:r>
                                <a:rPr lang="en-US" sz="1800" b="0" i="1">
                                  <a:solidFill>
                                    <a:srgbClr val="BF6019"/>
                                  </a:solidFill>
                                  <a:latin typeface="Cambria Math"/>
                                  <a:cs typeface="Cambria Math"/>
                                </a:rPr>
                                <m:t>𝐶</m:t>
                              </m:r>
                            </m:e>
                            <m:sub>
                              <m:r>
                                <a:rPr lang="en-US" sz="1800" b="0" i="1">
                                  <a:solidFill>
                                    <a:srgbClr val="BF6019"/>
                                  </a:solidFill>
                                  <a:latin typeface="Cambria Math"/>
                                  <a:cs typeface="Cambria Math"/>
                                </a:rPr>
                                <m:t>2</m:t>
                              </m:r>
                            </m:sub>
                          </m:sSub>
                          <m:r>
                            <m:rPr>
                              <m:sty m:val="p"/>
                            </m:rPr>
                            <a:rPr lang="en-US" sz="1800" b="0" i="0">
                              <a:solidFill>
                                <a:srgbClr val="BF6019"/>
                              </a:solidFill>
                              <a:latin typeface="Cambria Math"/>
                              <a:cs typeface="Cambria Math"/>
                            </a:rPr>
                            <m:t>sin</m:t>
                          </m:r>
                          <m:r>
                            <a:rPr lang="en-US" sz="1800" b="0" i="1">
                              <a:solidFill>
                                <a:srgbClr val="BF6019"/>
                              </a:solidFill>
                              <a:latin typeface="Cambria Math"/>
                              <a:cs typeface="Cambria Math"/>
                            </a:rPr>
                            <m:t>2</m:t>
                          </m:r>
                          <m:r>
                            <a:rPr lang="en-US" sz="1800" b="0" i="1">
                              <a:solidFill>
                                <a:srgbClr val="BF6019"/>
                              </a:solidFill>
                              <a:latin typeface="Cambria Math"/>
                              <a:cs typeface="Cambria Math"/>
                            </a:rPr>
                            <m:t>𝑡</m:t>
                          </m:r>
                        </m:e>
                      </m:d>
                      <m:r>
                        <a:rPr lang="en-US" sz="1800" b="0" i="1">
                          <a:solidFill>
                            <a:srgbClr val="BF6019"/>
                          </a:solidFill>
                          <a:latin typeface="Cambria Math"/>
                          <a:cs typeface="Cambria Math"/>
                        </a:rPr>
                        <m:t> </m:t>
                      </m:r>
                      <m:r>
                        <a:rPr lang="en-US" sz="1800" b="0" i="0">
                          <a:solidFill>
                            <a:srgbClr val="BF6019"/>
                          </a:solidFill>
                          <a:latin typeface="Cambria Math"/>
                          <a:cs typeface="Cambria Math"/>
                        </a:rPr>
                        <m:t>⇒</m:t>
                      </m:r>
                      <m:r>
                        <a:rPr lang="en-US" sz="1800" b="0" i="1">
                          <a:solidFill>
                            <a:srgbClr val="BF6019"/>
                          </a:solidFill>
                          <a:latin typeface="Cambria Math"/>
                          <a:cs typeface="Cambria Math"/>
                        </a:rPr>
                        <m:t> </m:t>
                      </m:r>
                      <m:r>
                        <a:rPr lang="en-US" sz="1800" b="0" i="1">
                          <a:solidFill>
                            <a:srgbClr val="BF6019"/>
                          </a:solidFill>
                          <a:latin typeface="Cambria Math"/>
                          <a:cs typeface="Cambria Math"/>
                        </a:rPr>
                        <m:t>𝑦</m:t>
                      </m:r>
                      <m:r>
                        <a:rPr lang="en-US" sz="1800" b="0" i="0">
                          <a:solidFill>
                            <a:srgbClr val="BF6019"/>
                          </a:solidFill>
                          <a:latin typeface="Cambria Math"/>
                          <a:cs typeface="Cambria Math"/>
                        </a:rPr>
                        <m:t>=</m:t>
                      </m:r>
                      <m:r>
                        <a:rPr lang="en-US" sz="1800" b="0" i="1">
                          <a:solidFill>
                            <a:srgbClr val="BF6019"/>
                          </a:solidFill>
                          <a:latin typeface="Cambria Math"/>
                          <a:cs typeface="Cambria Math"/>
                        </a:rPr>
                        <m:t>5 </m:t>
                      </m:r>
                      <m:sSup>
                        <m:sSupPr>
                          <m:ctrlPr>
                            <a:rPr lang="en-US" sz="1800" b="0" i="1">
                              <a:solidFill>
                                <a:srgbClr val="BF6019"/>
                              </a:solidFill>
                              <a:latin typeface="Cambria Math"/>
                              <a:cs typeface="Cambria Math"/>
                            </a:rPr>
                          </m:ctrlPr>
                        </m:sSupPr>
                        <m:e>
                          <m:r>
                            <a:rPr lang="en-US" sz="1800" b="0" i="1">
                              <a:solidFill>
                                <a:srgbClr val="BF6019"/>
                              </a:solidFill>
                              <a:latin typeface="Cambria Math"/>
                              <a:cs typeface="Cambria Math"/>
                            </a:rPr>
                            <m:t>𝑒</m:t>
                          </m:r>
                        </m:e>
                        <m:sup>
                          <m:r>
                            <a:rPr lang="en-US" sz="1800" b="0" i="1">
                              <a:solidFill>
                                <a:srgbClr val="BF6019"/>
                              </a:solidFill>
                              <a:latin typeface="Cambria Math"/>
                              <a:cs typeface="Cambria Math"/>
                            </a:rPr>
                            <m:t>3</m:t>
                          </m:r>
                          <m:r>
                            <a:rPr lang="en-US" sz="1800" b="0" i="1">
                              <a:solidFill>
                                <a:srgbClr val="BF6019"/>
                              </a:solidFill>
                              <a:latin typeface="Cambria Math"/>
                              <a:cs typeface="Cambria Math"/>
                            </a:rPr>
                            <m:t>𝑡</m:t>
                          </m:r>
                        </m:sup>
                      </m:sSup>
                      <m:r>
                        <m:rPr>
                          <m:sty m:val="p"/>
                        </m:rPr>
                        <a:rPr lang="en-US" sz="1800" b="0" i="0">
                          <a:solidFill>
                            <a:srgbClr val="BF6019"/>
                          </a:solidFill>
                          <a:latin typeface="Cambria Math"/>
                          <a:cs typeface="Cambria Math"/>
                        </a:rPr>
                        <m:t>sin</m:t>
                      </m:r>
                      <m:r>
                        <a:rPr lang="en-US" sz="1800" b="0" i="1">
                          <a:solidFill>
                            <a:srgbClr val="BF6019"/>
                          </a:solidFill>
                          <a:latin typeface="Cambria Math"/>
                          <a:cs typeface="Cambria Math"/>
                        </a:rPr>
                        <m:t>2</m:t>
                      </m:r>
                      <m:r>
                        <a:rPr lang="en-US" sz="1800" b="0" i="1">
                          <a:solidFill>
                            <a:srgbClr val="BF6019"/>
                          </a:solidFill>
                          <a:latin typeface="Cambria Math"/>
                          <a:cs typeface="Cambria Math"/>
                        </a:rPr>
                        <m:t>𝑡</m:t>
                      </m:r>
                    </m:oMath>
                  </m:oMathPara>
                </a14:m>
                <a:endParaRPr lang="en-US" sz="1800"/>
              </a:p>
            </p:txBody>
          </p:sp>
        </mc:Choice>
        <mc:Fallback xmlns="">
          <p:pic>
            <p:nvPicPr>
              <p:cNvPr id="117" name="Equation 117" descr="r^2-6r+13=0\;\Rightarrow\;r=3\pm 2i\;\Rightarrow\;y=e^{3t}\left(C_1\cos 2t+C_2\sin 2t\right)\;\Rightarrow\;y=5\,e^{3t}\sin 2t"/>
              <p:cNvPicPr>
                <a:picLocks noChangeAspect="1"/>
              </p:cNvPicPr>
              <p:nvPr/>
            </p:nvPicPr>
            <p:blipFill>
              <a:blip r:embed="rId16"/>
              <a:stretch>
                <a:fillRect/>
              </a:stretch>
            </p:blipFill>
            <p:spPr>
              <a:xfrm>
                <a:off x="1925269" y="5623560"/>
                <a:ext cx="8402422" cy="323698"/>
              </a:xfrm>
              <a:prstGeom prst="rect">
                <a:avLst/>
              </a:prstGeom>
            </p:spPr>
          </p:pic>
        </mc:Fallback>
      </mc:AlternateContent>
    </p:spTree>
    <p:extLst>
      <p:ext uri="{BB962C8B-B14F-4D97-AF65-F5344CB8AC3E}">
        <p14:creationId xmlns:p14="http://schemas.microsoft.com/office/powerpoint/2010/main" val="2916294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B7FC9-7303-2DDF-22D9-A375F9FCBA42}"/>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2C760A3E-FF45-F647-68B2-6F941F0FE03D}"/>
              </a:ext>
            </a:extLst>
          </p:cNvPr>
          <p:cNvSpPr/>
          <p:nvPr/>
        </p:nvSpPr>
        <p:spPr>
          <a:xfrm>
            <a:off x="0" y="6309106"/>
            <a:ext cx="12192000" cy="549124"/>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piè di pagina 1">
            <a:extLst>
              <a:ext uri="{FF2B5EF4-FFF2-40B4-BE49-F238E27FC236}">
                <a16:creationId xmlns:a16="http://schemas.microsoft.com/office/drawing/2014/main" id="{D93F69B5-A372-36E1-C0D1-892D9A6B88D5}"/>
              </a:ext>
            </a:extLst>
          </p:cNvPr>
          <p:cNvSpPr>
            <a:spLocks noGrp="1"/>
          </p:cNvSpPr>
          <p:nvPr>
            <p:ph type="ftr" sz="quarter" idx="11"/>
          </p:nvPr>
        </p:nvSpPr>
        <p:spPr>
          <a:xfrm>
            <a:off x="4038600" y="6448272"/>
            <a:ext cx="4114800" cy="365125"/>
          </a:xfrm>
        </p:spPr>
        <p:txBody>
          <a:bodyPr/>
          <a:lstStyle/>
          <a:p>
            <a:r>
              <a:rPr lang="en-US" sz="1600" dirty="0">
                <a:solidFill>
                  <a:srgbClr val="002060"/>
                </a:solidFill>
              </a:rPr>
              <a:t>MATH 331: Differential Equations</a:t>
            </a:r>
          </a:p>
        </p:txBody>
      </p:sp>
      <p:sp>
        <p:nvSpPr>
          <p:cNvPr id="6" name="CasellaDiTesto 5">
            <a:extLst>
              <a:ext uri="{FF2B5EF4-FFF2-40B4-BE49-F238E27FC236}">
                <a16:creationId xmlns:a16="http://schemas.microsoft.com/office/drawing/2014/main" id="{8495B6C3-1F7A-7299-D7B8-F42087CCE23B}"/>
              </a:ext>
            </a:extLst>
          </p:cNvPr>
          <p:cNvSpPr txBox="1"/>
          <p:nvPr/>
        </p:nvSpPr>
        <p:spPr>
          <a:xfrm>
            <a:off x="981880" y="330553"/>
            <a:ext cx="10424160" cy="707886"/>
          </a:xfrm>
          <a:prstGeom prst="rect">
            <a:avLst/>
          </a:prstGeom>
          <a:noFill/>
        </p:spPr>
        <p:txBody>
          <a:bodyPr wrap="square" rtlCol="0" anchor="ctr" anchorCtr="0">
            <a:spAutoFit/>
          </a:bodyPr>
          <a:lstStyle/>
          <a:p>
            <a:r>
              <a:rPr lang="en-US" sz="4000" b="1" dirty="0">
                <a:solidFill>
                  <a:srgbClr val="002060"/>
                </a:solidFill>
                <a:latin typeface="LM Roman 10" panose="00000500000000000000" pitchFamily="2" charset="0"/>
              </a:rPr>
              <a:t>The mass–spring–damper</a:t>
            </a:r>
            <a:endParaRPr lang="it-IT" sz="4000" b="1" dirty="0">
              <a:solidFill>
                <a:srgbClr val="002060"/>
              </a:solidFill>
              <a:latin typeface="LM Roman 10" panose="00000500000000000000" pitchFamily="2" charset="0"/>
            </a:endParaRPr>
          </a:p>
        </p:txBody>
      </p:sp>
      <p:sp>
        <p:nvSpPr>
          <p:cNvPr id="13" name="Segnaposto numero diapositiva 14">
            <a:extLst>
              <a:ext uri="{FF2B5EF4-FFF2-40B4-BE49-F238E27FC236}">
                <a16:creationId xmlns:a16="http://schemas.microsoft.com/office/drawing/2014/main" id="{309AE5C9-EEDD-A311-4493-9CAABB78FFA5}"/>
              </a:ext>
            </a:extLst>
          </p:cNvPr>
          <p:cNvSpPr txBox="1">
            <a:spLocks/>
          </p:cNvSpPr>
          <p:nvPr/>
        </p:nvSpPr>
        <p:spPr>
          <a:xfrm>
            <a:off x="9072638" y="6401105"/>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06BB8CB-C112-4AF1-992B-2BAB7191A575}" type="slidenum">
              <a:rPr lang="it-IT" sz="1600" b="1" smtClean="0">
                <a:solidFill>
                  <a:srgbClr val="002060"/>
                </a:solidFill>
              </a:rPr>
              <a:pPr/>
              <a:t>21</a:t>
            </a:fld>
            <a:endParaRPr lang="it-IT" sz="1600" b="1" dirty="0">
              <a:solidFill>
                <a:srgbClr val="002060"/>
              </a:solidFill>
            </a:endParaRPr>
          </a:p>
        </p:txBody>
      </p:sp>
      <p:grpSp>
        <p:nvGrpSpPr>
          <p:cNvPr id="32" name="Gruppo 31">
            <a:extLst>
              <a:ext uri="{FF2B5EF4-FFF2-40B4-BE49-F238E27FC236}">
                <a16:creationId xmlns:a16="http://schemas.microsoft.com/office/drawing/2014/main" id="{2E62AB85-3A93-A286-6E45-A75C8BBC09DC}"/>
              </a:ext>
            </a:extLst>
          </p:cNvPr>
          <p:cNvGrpSpPr/>
          <p:nvPr/>
        </p:nvGrpSpPr>
        <p:grpSpPr>
          <a:xfrm>
            <a:off x="14040" y="6251906"/>
            <a:ext cx="1906650" cy="626303"/>
            <a:chOff x="5403712" y="2704688"/>
            <a:chExt cx="2490081" cy="817950"/>
          </a:xfrm>
        </p:grpSpPr>
        <p:pic>
          <p:nvPicPr>
            <p:cNvPr id="33" name="Picture 2">
              <a:extLst>
                <a:ext uri="{FF2B5EF4-FFF2-40B4-BE49-F238E27FC236}">
                  <a16:creationId xmlns:a16="http://schemas.microsoft.com/office/drawing/2014/main" id="{567C9C09-B8D1-EC23-4AAB-A073BA2576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1602"/>
            <a:stretch/>
          </p:blipFill>
          <p:spPr bwMode="auto">
            <a:xfrm>
              <a:off x="5403712" y="2704688"/>
              <a:ext cx="1384576" cy="80856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a:extLst>
                <a:ext uri="{FF2B5EF4-FFF2-40B4-BE49-F238E27FC236}">
                  <a16:creationId xmlns:a16="http://schemas.microsoft.com/office/drawing/2014/main" id="{93869D14-1BA4-3490-7962-5A65832FA6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565"/>
            <a:stretch/>
          </p:blipFill>
          <p:spPr bwMode="auto">
            <a:xfrm>
              <a:off x="6509217" y="2907406"/>
              <a:ext cx="1384576" cy="615232"/>
            </a:xfrm>
            <a:prstGeom prst="rect">
              <a:avLst/>
            </a:prstGeom>
            <a:noFill/>
            <a:extLst>
              <a:ext uri="{909E8E84-426E-40DD-AFC4-6F175D3DCCD1}">
                <a14:hiddenFill xmlns:a14="http://schemas.microsoft.com/office/drawing/2010/main">
                  <a:solidFill>
                    <a:srgbClr val="FFFFFF"/>
                  </a:solidFill>
                </a14:hiddenFill>
              </a:ext>
            </a:extLst>
          </p:spPr>
        </p:pic>
      </p:grpSp>
      <mc:AlternateContent xmlns:mc="http://schemas.openxmlformats.org/markup-compatibility/2006" xmlns:a14="http://schemas.microsoft.com/office/drawing/2010/main">
        <mc:Choice Requires="a14">
          <p:sp>
            <p:nvSpPr>
              <p:cNvPr id="101" name="Equation 101"/>
              <p:cNvSpPr txBox="1"/>
              <p:nvPr/>
            </p:nvSpPr>
            <p:spPr>
              <a:xfrm>
                <a:off x="493776" y="1225296"/>
                <a:ext cx="6062472" cy="704088"/>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r>
                        <a:rPr lang="en-US" sz="2000" b="0" i="1">
                          <a:solidFill>
                            <a:srgbClr val="BF6019"/>
                          </a:solidFill>
                          <a:latin typeface="Cambria Math"/>
                          <a:cs typeface="Cambria Math"/>
                        </a:rPr>
                        <m:t>𝑚</m:t>
                      </m:r>
                      <m:r>
                        <a:rPr lang="en-US" sz="2000" b="0" i="1">
                          <a:solidFill>
                            <a:srgbClr val="BF6019"/>
                          </a:solidFill>
                          <a:latin typeface="Cambria Math"/>
                          <a:cs typeface="Cambria Math"/>
                        </a:rPr>
                        <m:t> </m:t>
                      </m:r>
                      <m:r>
                        <a:rPr lang="en-US" sz="2000" b="0" i="1">
                          <a:solidFill>
                            <a:srgbClr val="BF6019"/>
                          </a:solidFill>
                          <a:latin typeface="Cambria Math"/>
                          <a:cs typeface="Cambria Math"/>
                        </a:rPr>
                        <m:t>𝑥</m:t>
                      </m:r>
                      <m:r>
                        <a:rPr lang="en-US" sz="2000" b="0" i="0">
                          <a:solidFill>
                            <a:srgbClr val="BF6019"/>
                          </a:solidFill>
                          <a:latin typeface="Cambria Math"/>
                          <a:cs typeface="Cambria Math"/>
                        </a:rPr>
                        <m:t>″+</m:t>
                      </m:r>
                      <m:r>
                        <a:rPr lang="en-US" sz="2000" b="0" i="1">
                          <a:solidFill>
                            <a:srgbClr val="BF6019"/>
                          </a:solidFill>
                          <a:latin typeface="Cambria Math"/>
                          <a:cs typeface="Cambria Math"/>
                        </a:rPr>
                        <m:t>𝑐</m:t>
                      </m:r>
                      <m:r>
                        <a:rPr lang="en-US" sz="2000" b="0" i="1">
                          <a:solidFill>
                            <a:srgbClr val="BF6019"/>
                          </a:solidFill>
                          <a:latin typeface="Cambria Math"/>
                          <a:cs typeface="Cambria Math"/>
                        </a:rPr>
                        <m:t> </m:t>
                      </m:r>
                      <m:r>
                        <a:rPr lang="en-US" sz="2000" b="0" i="1">
                          <a:solidFill>
                            <a:srgbClr val="BF6019"/>
                          </a:solidFill>
                          <a:latin typeface="Cambria Math"/>
                          <a:cs typeface="Cambria Math"/>
                        </a:rPr>
                        <m:t>𝑥</m:t>
                      </m:r>
                      <m:r>
                        <a:rPr lang="en-US" sz="2000" b="0" i="0">
                          <a:solidFill>
                            <a:srgbClr val="BF6019"/>
                          </a:solidFill>
                          <a:latin typeface="Cambria Math"/>
                          <a:cs typeface="Cambria Math"/>
                        </a:rPr>
                        <m:t>′+</m:t>
                      </m:r>
                      <m:r>
                        <a:rPr lang="en-US" sz="2000" b="0" i="1">
                          <a:solidFill>
                            <a:srgbClr val="BF6019"/>
                          </a:solidFill>
                          <a:latin typeface="Cambria Math"/>
                          <a:cs typeface="Cambria Math"/>
                        </a:rPr>
                        <m:t>𝑘</m:t>
                      </m:r>
                      <m:r>
                        <a:rPr lang="en-US" sz="2000" b="0" i="1">
                          <a:solidFill>
                            <a:srgbClr val="BF6019"/>
                          </a:solidFill>
                          <a:latin typeface="Cambria Math"/>
                          <a:cs typeface="Cambria Math"/>
                        </a:rPr>
                        <m:t> </m:t>
                      </m:r>
                      <m:r>
                        <a:rPr lang="en-US" sz="2000" b="0" i="1">
                          <a:solidFill>
                            <a:srgbClr val="BF6019"/>
                          </a:solidFill>
                          <a:latin typeface="Cambria Math"/>
                          <a:cs typeface="Cambria Math"/>
                        </a:rPr>
                        <m:t>𝑥</m:t>
                      </m:r>
                      <m:r>
                        <a:rPr lang="en-US" sz="2000" b="0" i="0">
                          <a:solidFill>
                            <a:srgbClr val="BF6019"/>
                          </a:solidFill>
                          <a:latin typeface="Cambria Math"/>
                          <a:cs typeface="Cambria Math"/>
                        </a:rPr>
                        <m:t>=</m:t>
                      </m:r>
                      <m:r>
                        <a:rPr lang="en-US" sz="2000" b="0" i="1">
                          <a:solidFill>
                            <a:srgbClr val="BF6019"/>
                          </a:solidFill>
                          <a:latin typeface="Cambria Math"/>
                          <a:cs typeface="Cambria Math"/>
                        </a:rPr>
                        <m:t>0</m:t>
                      </m:r>
                      <m:r>
                        <a:rPr lang="en-US" sz="2000" b="0" i="0">
                          <a:solidFill>
                            <a:srgbClr val="BF6019"/>
                          </a:solidFill>
                          <a:latin typeface="Cambria Math"/>
                          <a:cs typeface="Cambria Math"/>
                        </a:rPr>
                        <m:t>,</m:t>
                      </m:r>
                      <m:r>
                        <a:rPr lang="en-US" sz="2000" b="0" i="1">
                          <a:solidFill>
                            <a:srgbClr val="BF6019"/>
                          </a:solidFill>
                          <a:latin typeface="Cambria Math"/>
                          <a:cs typeface="Cambria Math"/>
                        </a:rPr>
                        <m:t>  </m:t>
                      </m:r>
                      <m:sSub>
                        <m:sSubPr>
                          <m:ctrlPr>
                            <a:rPr lang="en-US" sz="2000" b="0" i="1">
                              <a:solidFill>
                                <a:srgbClr val="BF6019"/>
                              </a:solidFill>
                              <a:latin typeface="Cambria Math"/>
                              <a:cs typeface="Cambria Math"/>
                            </a:rPr>
                          </m:ctrlPr>
                        </m:sSubPr>
                        <m:e>
                          <m:r>
                            <a:rPr lang="en-US" sz="2000" b="0" i="1">
                              <a:solidFill>
                                <a:srgbClr val="BF6019"/>
                              </a:solidFill>
                              <a:latin typeface="Cambria Math"/>
                              <a:cs typeface="Cambria Math"/>
                            </a:rPr>
                            <m:t>𝜔</m:t>
                          </m:r>
                        </m:e>
                        <m:sub>
                          <m:r>
                            <a:rPr lang="en-US" sz="2000" b="0" i="1">
                              <a:solidFill>
                                <a:srgbClr val="BF6019"/>
                              </a:solidFill>
                              <a:latin typeface="Cambria Math"/>
                              <a:cs typeface="Cambria Math"/>
                            </a:rPr>
                            <m:t>0</m:t>
                          </m:r>
                        </m:sub>
                      </m:sSub>
                      <m:r>
                        <a:rPr lang="en-US" sz="2000" b="0" i="0">
                          <a:solidFill>
                            <a:srgbClr val="BF6019"/>
                          </a:solidFill>
                          <a:latin typeface="Cambria Math"/>
                          <a:cs typeface="Cambria Math"/>
                        </a:rPr>
                        <m:t>=</m:t>
                      </m:r>
                      <m:rad>
                        <m:radPr>
                          <m:degHide m:val="on"/>
                          <m:ctrlPr>
                            <a:rPr lang="en-US" sz="2000" b="0" i="1">
                              <a:solidFill>
                                <a:srgbClr val="BF6019"/>
                              </a:solidFill>
                              <a:latin typeface="Cambria Math"/>
                              <a:cs typeface="Cambria Math"/>
                            </a:rPr>
                          </m:ctrlPr>
                        </m:radPr>
                        <m:deg/>
                        <m:e>
                          <m:r>
                            <a:rPr lang="en-US" sz="2000" b="0" i="1">
                              <a:solidFill>
                                <a:srgbClr val="BF6019"/>
                              </a:solidFill>
                              <a:latin typeface="Cambria Math"/>
                              <a:cs typeface="Cambria Math"/>
                            </a:rPr>
                            <m:t>𝑘</m:t>
                          </m:r>
                          <m:r>
                            <a:rPr lang="en-US" sz="2000" b="0" i="0">
                              <a:solidFill>
                                <a:srgbClr val="BF6019"/>
                              </a:solidFill>
                              <a:latin typeface="Cambria Math"/>
                              <a:cs typeface="Cambria Math"/>
                            </a:rPr>
                            <m:t>/</m:t>
                          </m:r>
                          <m:r>
                            <a:rPr lang="en-US" sz="2000" b="0" i="1">
                              <a:solidFill>
                                <a:srgbClr val="BF6019"/>
                              </a:solidFill>
                              <a:latin typeface="Cambria Math"/>
                              <a:cs typeface="Cambria Math"/>
                            </a:rPr>
                            <m:t>𝑚</m:t>
                          </m:r>
                        </m:e>
                      </m:rad>
                      <m:r>
                        <a:rPr lang="en-US" sz="2000" b="0" i="0">
                          <a:solidFill>
                            <a:srgbClr val="BF6019"/>
                          </a:solidFill>
                          <a:latin typeface="Cambria Math"/>
                          <a:cs typeface="Cambria Math"/>
                        </a:rPr>
                        <m:t>,</m:t>
                      </m:r>
                      <m:r>
                        <a:rPr lang="en-US" sz="2000" b="0" i="1">
                          <a:solidFill>
                            <a:srgbClr val="BF6019"/>
                          </a:solidFill>
                          <a:latin typeface="Cambria Math"/>
                          <a:cs typeface="Cambria Math"/>
                        </a:rPr>
                        <m:t> </m:t>
                      </m:r>
                      <m:r>
                        <a:rPr lang="en-US" sz="2000" b="0" i="1">
                          <a:solidFill>
                            <a:srgbClr val="BF6019"/>
                          </a:solidFill>
                          <a:latin typeface="Cambria Math"/>
                          <a:cs typeface="Cambria Math"/>
                        </a:rPr>
                        <m:t>𝜁</m:t>
                      </m:r>
                      <m:r>
                        <a:rPr lang="en-US" sz="2000" b="0" i="0">
                          <a:solidFill>
                            <a:srgbClr val="BF6019"/>
                          </a:solidFill>
                          <a:latin typeface="Cambria Math"/>
                          <a:cs typeface="Cambria Math"/>
                        </a:rPr>
                        <m:t>=</m:t>
                      </m:r>
                      <m:f>
                        <m:fPr>
                          <m:ctrlPr>
                            <a:rPr lang="en-US" sz="2000" b="0" i="1">
                              <a:solidFill>
                                <a:srgbClr val="BF6019"/>
                              </a:solidFill>
                              <a:latin typeface="Cambria Math"/>
                              <a:cs typeface="Cambria Math"/>
                            </a:rPr>
                          </m:ctrlPr>
                        </m:fPr>
                        <m:num>
                          <m:r>
                            <a:rPr lang="en-US" sz="2000" b="0" i="1">
                              <a:solidFill>
                                <a:srgbClr val="BF6019"/>
                              </a:solidFill>
                              <a:latin typeface="Cambria Math"/>
                              <a:cs typeface="Cambria Math"/>
                            </a:rPr>
                            <m:t>𝑐</m:t>
                          </m:r>
                        </m:num>
                        <m:den>
                          <m:r>
                            <a:rPr lang="en-US" sz="2000" b="0" i="1">
                              <a:solidFill>
                                <a:srgbClr val="BF6019"/>
                              </a:solidFill>
                              <a:latin typeface="Cambria Math"/>
                              <a:cs typeface="Cambria Math"/>
                            </a:rPr>
                            <m:t>2</m:t>
                          </m:r>
                          <m:rad>
                            <m:radPr>
                              <m:degHide m:val="on"/>
                              <m:ctrlPr>
                                <a:rPr lang="en-US" sz="2000" b="0" i="1">
                                  <a:solidFill>
                                    <a:srgbClr val="BF6019"/>
                                  </a:solidFill>
                                  <a:latin typeface="Cambria Math"/>
                                  <a:cs typeface="Cambria Math"/>
                                </a:rPr>
                              </m:ctrlPr>
                            </m:radPr>
                            <m:deg/>
                            <m:e>
                              <m:r>
                                <a:rPr lang="en-US" sz="2000" b="0" i="1">
                                  <a:solidFill>
                                    <a:srgbClr val="BF6019"/>
                                  </a:solidFill>
                                  <a:latin typeface="Cambria Math"/>
                                  <a:cs typeface="Cambria Math"/>
                                </a:rPr>
                                <m:t>𝑚𝑘</m:t>
                              </m:r>
                            </m:e>
                          </m:rad>
                        </m:den>
                      </m:f>
                    </m:oMath>
                  </m:oMathPara>
                </a14:m>
                <a:endParaRPr lang="en-US" sz="2000"/>
              </a:p>
            </p:txBody>
          </p:sp>
        </mc:Choice>
        <mc:Fallback xmlns="">
          <p:pic>
            <p:nvPicPr>
              <p:cNvPr id="101" name="Equation 101" descr="m\,x''+c\,x'+k\,x=0,\qquad \omega_0=\sqrt{k/m},\quad \zeta=\frac{c}{2\sqrt{mk}}"/>
              <p:cNvPicPr>
                <a:picLocks noChangeAspect="1"/>
              </p:cNvPicPr>
              <p:nvPr/>
            </p:nvPicPr>
            <p:blipFill>
              <a:blip r:embed="rId4"/>
              <a:stretch>
                <a:fillRect/>
              </a:stretch>
            </p:blipFill>
            <p:spPr>
              <a:xfrm>
                <a:off x="548640" y="1280160"/>
                <a:ext cx="5952744" cy="594360"/>
              </a:xfrm>
              <a:prstGeom prst="rect">
                <a:avLst/>
              </a:prstGeom>
            </p:spPr>
          </p:pic>
        </mc:Fallback>
      </mc:AlternateContent>
      <p:sp>
        <p:nvSpPr>
          <p:cNvPr id="102" name="Text"/>
          <p:cNvSpPr txBox="1"/>
          <p:nvPr/>
        </p:nvSpPr>
        <p:spPr>
          <a:xfrm>
            <a:off x="548640" y="2148840"/>
            <a:ext cx="6035040" cy="2103120"/>
          </a:xfrm>
          <a:prstGeom prst="rect">
            <a:avLst/>
          </a:prstGeom>
          <a:noFill/>
          <a:ln>
            <a:noFill/>
          </a:ln>
        </p:spPr>
        <p:txBody>
          <a:bodyPr wrap="square" lIns="73152" tIns="73152" rIns="73152" bIns="73152" rtlCol="0" anchor="t">
            <a:normAutofit/>
          </a:bodyPr>
          <a:lstStyle/>
          <a:p>
            <a:pPr marL="274320" indent="-274320" algn="l">
              <a:spcAft>
                <a:spcPts val="600"/>
              </a:spcAft>
              <a:buClr>
                <a:srgbClr val="BF6019"/>
              </a:buClr>
              <a:buSzPct val="100000"/>
              <a:buFont typeface="Arial"/>
              <a:buChar char="•"/>
            </a:pPr>
            <a:r>
              <a:rPr lang="en-US" sz="1700" b="0" i="1" dirty="0">
                <a:solidFill>
                  <a:srgbClr val="002060"/>
                </a:solidFill>
                <a:latin typeface="Cambria Math"/>
                <a:cs typeface="Cambria Math"/>
              </a:rPr>
              <a:t>ζ &lt; 1</a:t>
            </a:r>
            <a:r>
              <a:rPr lang="en-US" sz="1700" b="1" i="0" dirty="0">
                <a:solidFill>
                  <a:srgbClr val="002060"/>
                </a:solidFill>
                <a:latin typeface="LM Roman 10"/>
                <a:cs typeface="LM Roman 10"/>
              </a:rPr>
              <a:t>, underdamped: </a:t>
            </a:r>
            <a:r>
              <a:rPr lang="en-US" sz="1700" b="0" i="0" dirty="0">
                <a:solidFill>
                  <a:srgbClr val="002060"/>
                </a:solidFill>
                <a:latin typeface="LM Roman 10"/>
                <a:cs typeface="LM Roman 10"/>
              </a:rPr>
              <a:t>decaying oscillation, pseudo-frequency </a:t>
            </a:r>
            <a:r>
              <a:rPr lang="en-US" sz="1700" b="0" i="1" dirty="0">
                <a:solidFill>
                  <a:srgbClr val="002060"/>
                </a:solidFill>
                <a:latin typeface="Cambria Math"/>
                <a:cs typeface="Cambria Math"/>
              </a:rPr>
              <a:t>ω₁ &lt; ω₀</a:t>
            </a:r>
            <a:r>
              <a:rPr lang="en-US" sz="1700" b="0" i="0" dirty="0">
                <a:solidFill>
                  <a:srgbClr val="002060"/>
                </a:solidFill>
                <a:latin typeface="LM Roman 10"/>
                <a:cs typeface="LM Roman 10"/>
              </a:rPr>
              <a:t>.</a:t>
            </a:r>
            <a:endParaRPr lang="en-US" sz="1700"/>
          </a:p>
          <a:p>
            <a:pPr marL="274320" indent="-274320" algn="l">
              <a:spcAft>
                <a:spcPts val="600"/>
              </a:spcAft>
              <a:buClr>
                <a:srgbClr val="BF6019"/>
              </a:buClr>
              <a:buSzPct val="100000"/>
              <a:buFont typeface="Arial"/>
              <a:buChar char="•"/>
            </a:pPr>
            <a:r>
              <a:rPr lang="en-US" sz="1700" b="0" i="1" dirty="0">
                <a:solidFill>
                  <a:srgbClr val="002060"/>
                </a:solidFill>
                <a:latin typeface="Cambria Math"/>
                <a:cs typeface="Cambria Math"/>
              </a:rPr>
              <a:t>ζ = 1</a:t>
            </a:r>
            <a:r>
              <a:rPr lang="en-US" sz="1700" b="1" i="0" dirty="0">
                <a:solidFill>
                  <a:srgbClr val="002060"/>
                </a:solidFill>
                <a:latin typeface="LM Roman 10"/>
                <a:cs typeface="LM Roman 10"/>
              </a:rPr>
              <a:t>, critically damped: </a:t>
            </a:r>
            <a:r>
              <a:rPr lang="en-US" sz="1700" b="0" i="0" dirty="0">
                <a:solidFill>
                  <a:srgbClr val="002060"/>
                </a:solidFill>
                <a:latin typeface="LM Roman 10"/>
                <a:cs typeface="LM Roman 10"/>
              </a:rPr>
              <a:t>fastest return without oscillation.</a:t>
            </a:r>
            <a:endParaRPr lang="en-US" sz="1700"/>
          </a:p>
          <a:p>
            <a:pPr marL="274320" indent="-274320" algn="l">
              <a:spcAft>
                <a:spcPts val="600"/>
              </a:spcAft>
              <a:buClr>
                <a:srgbClr val="BF6019"/>
              </a:buClr>
              <a:buSzPct val="100000"/>
              <a:buFont typeface="Arial"/>
              <a:buChar char="•"/>
            </a:pPr>
            <a:r>
              <a:rPr lang="en-US" sz="1700" b="0" i="1" dirty="0">
                <a:solidFill>
                  <a:srgbClr val="002060"/>
                </a:solidFill>
                <a:latin typeface="Cambria Math"/>
                <a:cs typeface="Cambria Math"/>
              </a:rPr>
              <a:t>ζ &gt; 1</a:t>
            </a:r>
            <a:r>
              <a:rPr lang="en-US" sz="1700" b="1" i="0" dirty="0">
                <a:solidFill>
                  <a:srgbClr val="002060"/>
                </a:solidFill>
                <a:latin typeface="LM Roman 10"/>
                <a:cs typeface="LM Roman 10"/>
              </a:rPr>
              <a:t>, overdamped: </a:t>
            </a:r>
            <a:r>
              <a:rPr lang="en-US" sz="1700" b="0" i="0" dirty="0">
                <a:solidFill>
                  <a:srgbClr val="002060"/>
                </a:solidFill>
                <a:latin typeface="LM Roman 10"/>
                <a:cs typeface="LM Roman 10"/>
              </a:rPr>
              <a:t>slow return, no oscillation.</a:t>
            </a:r>
            <a:endParaRPr lang="en-US" sz="1700"/>
          </a:p>
        </p:txBody>
      </p:sp>
      <p:sp>
        <p:nvSpPr>
          <p:cNvPr id="103" name="Text"/>
          <p:cNvSpPr txBox="1"/>
          <p:nvPr/>
        </p:nvSpPr>
        <p:spPr>
          <a:xfrm>
            <a:off x="548640" y="4069080"/>
            <a:ext cx="6035040" cy="457200"/>
          </a:xfrm>
          <a:prstGeom prst="rect">
            <a:avLst/>
          </a:prstGeom>
          <a:noFill/>
          <a:ln>
            <a:noFill/>
          </a:ln>
        </p:spPr>
        <p:txBody>
          <a:bodyPr wrap="square" lIns="73152" tIns="73152" rIns="73152" bIns="73152" rtlCol="0" anchor="t">
            <a:normAutofit/>
          </a:bodyPr>
          <a:lstStyle/>
          <a:p>
            <a:pPr algn="l">
              <a:spcAft>
                <a:spcPts val="600"/>
              </a:spcAft>
              <a:buNone/>
            </a:pPr>
            <a:r>
              <a:rPr lang="en-US" sz="1800" b="1" i="0" dirty="0">
                <a:solidFill>
                  <a:srgbClr val="BF6019"/>
                </a:solidFill>
                <a:latin typeface="LM Roman 10"/>
                <a:cs typeface="LM Roman 10"/>
              </a:rPr>
              <a:t>Energy is dissipated by the damper:</a:t>
            </a:r>
            <a:endParaRPr lang="en-US" sz="1800"/>
          </a:p>
        </p:txBody>
      </p:sp>
      <mc:AlternateContent xmlns:mc="http://schemas.openxmlformats.org/markup-compatibility/2006" xmlns:a14="http://schemas.microsoft.com/office/drawing/2010/main">
        <mc:Choice Requires="a14">
          <p:sp>
            <p:nvSpPr>
              <p:cNvPr id="104" name="Equation 104"/>
              <p:cNvSpPr txBox="1"/>
              <p:nvPr/>
            </p:nvSpPr>
            <p:spPr>
              <a:xfrm>
                <a:off x="630936" y="4471416"/>
                <a:ext cx="4702150" cy="677266"/>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r>
                        <a:rPr lang="en-US" sz="1900" b="0" i="1">
                          <a:solidFill>
                            <a:srgbClr val="002060"/>
                          </a:solidFill>
                          <a:latin typeface="Cambria Math"/>
                          <a:cs typeface="Cambria Math"/>
                        </a:rPr>
                        <m:t>𝐸</m:t>
                      </m:r>
                      <m:r>
                        <a:rPr lang="en-US" sz="1900" b="0" i="0">
                          <a:solidFill>
                            <a:srgbClr val="002060"/>
                          </a:solidFill>
                          <a:latin typeface="Cambria Math"/>
                          <a:cs typeface="Cambria Math"/>
                        </a:rPr>
                        <m:t>=</m:t>
                      </m:r>
                      <m:f>
                        <m:fPr>
                          <m:type m:val="lin"/>
                          <m:ctrlPr>
                            <a:rPr lang="en-US" sz="1900" b="0" i="1">
                              <a:solidFill>
                                <a:srgbClr val="002060"/>
                              </a:solidFill>
                              <a:latin typeface="Cambria Math"/>
                              <a:cs typeface="Cambria Math"/>
                            </a:rPr>
                          </m:ctrlPr>
                        </m:fPr>
                        <m:num>
                          <m:r>
                            <a:rPr lang="en-US" sz="1900" b="0" i="1">
                              <a:solidFill>
                                <a:srgbClr val="002060"/>
                              </a:solidFill>
                              <a:latin typeface="Cambria Math"/>
                              <a:cs typeface="Cambria Math"/>
                            </a:rPr>
                            <m:t>1</m:t>
                          </m:r>
                        </m:num>
                        <m:den>
                          <m:r>
                            <a:rPr lang="en-US" sz="1900" b="0" i="1">
                              <a:solidFill>
                                <a:srgbClr val="002060"/>
                              </a:solidFill>
                              <a:latin typeface="Cambria Math"/>
                              <a:cs typeface="Cambria Math"/>
                            </a:rPr>
                            <m:t>2</m:t>
                          </m:r>
                        </m:den>
                      </m:f>
                      <m:r>
                        <a:rPr lang="en-US" sz="1900" b="0" i="1">
                          <a:solidFill>
                            <a:srgbClr val="002060"/>
                          </a:solidFill>
                          <a:latin typeface="Cambria Math"/>
                          <a:cs typeface="Cambria Math"/>
                        </a:rPr>
                        <m:t> </m:t>
                      </m:r>
                      <m:r>
                        <a:rPr lang="en-US" sz="1900" b="0" i="1">
                          <a:solidFill>
                            <a:srgbClr val="002060"/>
                          </a:solidFill>
                          <a:latin typeface="Cambria Math"/>
                          <a:cs typeface="Cambria Math"/>
                        </a:rPr>
                        <m:t>𝑚</m:t>
                      </m:r>
                      <m:r>
                        <a:rPr lang="en-US" sz="1900" b="0" i="1">
                          <a:solidFill>
                            <a:srgbClr val="002060"/>
                          </a:solidFill>
                          <a:latin typeface="Cambria Math"/>
                          <a:cs typeface="Cambria Math"/>
                        </a:rPr>
                        <m:t> </m:t>
                      </m:r>
                      <m:r>
                        <a:rPr lang="en-US" sz="1900" b="0" i="1">
                          <a:solidFill>
                            <a:srgbClr val="002060"/>
                          </a:solidFill>
                          <a:latin typeface="Cambria Math"/>
                          <a:cs typeface="Cambria Math"/>
                        </a:rPr>
                        <m:t>𝑥</m:t>
                      </m:r>
                      <m:sSup>
                        <m:sSupPr>
                          <m:ctrlPr>
                            <a:rPr lang="en-US" sz="1900" b="0" i="0">
                              <a:solidFill>
                                <a:srgbClr val="002060"/>
                              </a:solidFill>
                              <a:latin typeface="Cambria Math"/>
                              <a:cs typeface="Cambria Math"/>
                            </a:rPr>
                          </m:ctrlPr>
                        </m:sSupPr>
                        <m:e>
                          <m:r>
                            <a:rPr lang="en-US" sz="1900" b="0" i="0">
                              <a:solidFill>
                                <a:srgbClr val="002060"/>
                              </a:solidFill>
                              <a:latin typeface="Cambria Math"/>
                              <a:cs typeface="Cambria Math"/>
                            </a:rPr>
                            <m:t>′</m:t>
                          </m:r>
                        </m:e>
                        <m:sup>
                          <m:r>
                            <a:rPr lang="en-US" sz="1900" b="0" i="1">
                              <a:solidFill>
                                <a:srgbClr val="002060"/>
                              </a:solidFill>
                              <a:latin typeface="Cambria Math"/>
                              <a:cs typeface="Cambria Math"/>
                            </a:rPr>
                            <m:t>2</m:t>
                          </m:r>
                        </m:sup>
                      </m:sSup>
                      <m:r>
                        <a:rPr lang="en-US" sz="1900" b="0" i="0">
                          <a:solidFill>
                            <a:srgbClr val="002060"/>
                          </a:solidFill>
                          <a:latin typeface="Cambria Math"/>
                          <a:cs typeface="Cambria Math"/>
                        </a:rPr>
                        <m:t>+</m:t>
                      </m:r>
                      <m:f>
                        <m:fPr>
                          <m:type m:val="lin"/>
                          <m:ctrlPr>
                            <a:rPr lang="en-US" sz="1900" b="0" i="1">
                              <a:solidFill>
                                <a:srgbClr val="002060"/>
                              </a:solidFill>
                              <a:latin typeface="Cambria Math"/>
                              <a:cs typeface="Cambria Math"/>
                            </a:rPr>
                          </m:ctrlPr>
                        </m:fPr>
                        <m:num>
                          <m:r>
                            <a:rPr lang="en-US" sz="1900" b="0" i="1">
                              <a:solidFill>
                                <a:srgbClr val="002060"/>
                              </a:solidFill>
                              <a:latin typeface="Cambria Math"/>
                              <a:cs typeface="Cambria Math"/>
                            </a:rPr>
                            <m:t>1</m:t>
                          </m:r>
                        </m:num>
                        <m:den>
                          <m:r>
                            <a:rPr lang="en-US" sz="1900" b="0" i="1">
                              <a:solidFill>
                                <a:srgbClr val="002060"/>
                              </a:solidFill>
                              <a:latin typeface="Cambria Math"/>
                              <a:cs typeface="Cambria Math"/>
                            </a:rPr>
                            <m:t>2</m:t>
                          </m:r>
                        </m:den>
                      </m:f>
                      <m:r>
                        <a:rPr lang="en-US" sz="1900" b="0" i="1">
                          <a:solidFill>
                            <a:srgbClr val="002060"/>
                          </a:solidFill>
                          <a:latin typeface="Cambria Math"/>
                          <a:cs typeface="Cambria Math"/>
                        </a:rPr>
                        <m:t> </m:t>
                      </m:r>
                      <m:r>
                        <a:rPr lang="en-US" sz="1900" b="0" i="1">
                          <a:solidFill>
                            <a:srgbClr val="002060"/>
                          </a:solidFill>
                          <a:latin typeface="Cambria Math"/>
                          <a:cs typeface="Cambria Math"/>
                        </a:rPr>
                        <m:t>𝑘</m:t>
                      </m:r>
                      <m:r>
                        <a:rPr lang="en-US" sz="1900" b="0" i="1">
                          <a:solidFill>
                            <a:srgbClr val="002060"/>
                          </a:solidFill>
                          <a:latin typeface="Cambria Math"/>
                          <a:cs typeface="Cambria Math"/>
                        </a:rPr>
                        <m:t> </m:t>
                      </m:r>
                      <m:sSup>
                        <m:sSupPr>
                          <m:ctrlPr>
                            <a:rPr lang="en-US" sz="1900" b="0" i="1">
                              <a:solidFill>
                                <a:srgbClr val="002060"/>
                              </a:solidFill>
                              <a:latin typeface="Cambria Math"/>
                              <a:cs typeface="Cambria Math"/>
                            </a:rPr>
                          </m:ctrlPr>
                        </m:sSupPr>
                        <m:e>
                          <m:r>
                            <a:rPr lang="en-US" sz="1900" b="0" i="1">
                              <a:solidFill>
                                <a:srgbClr val="002060"/>
                              </a:solidFill>
                              <a:latin typeface="Cambria Math"/>
                              <a:cs typeface="Cambria Math"/>
                            </a:rPr>
                            <m:t>𝑥</m:t>
                          </m:r>
                        </m:e>
                        <m:sup>
                          <m:r>
                            <a:rPr lang="en-US" sz="1900" b="0" i="1">
                              <a:solidFill>
                                <a:srgbClr val="002060"/>
                              </a:solidFill>
                              <a:latin typeface="Cambria Math"/>
                              <a:cs typeface="Cambria Math"/>
                            </a:rPr>
                            <m:t>2</m:t>
                          </m:r>
                        </m:sup>
                      </m:sSup>
                      <m:r>
                        <a:rPr lang="en-US" sz="1900" b="0" i="0">
                          <a:solidFill>
                            <a:srgbClr val="002060"/>
                          </a:solidFill>
                          <a:latin typeface="Cambria Math"/>
                          <a:cs typeface="Cambria Math"/>
                        </a:rPr>
                        <m:t>,</m:t>
                      </m:r>
                      <m:r>
                        <a:rPr lang="en-US" sz="1900" b="0" i="1">
                          <a:solidFill>
                            <a:srgbClr val="002060"/>
                          </a:solidFill>
                          <a:latin typeface="Cambria Math"/>
                          <a:cs typeface="Cambria Math"/>
                        </a:rPr>
                        <m:t>  </m:t>
                      </m:r>
                      <m:f>
                        <m:fPr>
                          <m:ctrlPr>
                            <a:rPr lang="en-US" sz="1900" b="0" i="1">
                              <a:solidFill>
                                <a:srgbClr val="002060"/>
                              </a:solidFill>
                              <a:latin typeface="Cambria Math"/>
                              <a:cs typeface="Cambria Math"/>
                            </a:rPr>
                          </m:ctrlPr>
                        </m:fPr>
                        <m:num>
                          <m:r>
                            <a:rPr lang="en-US" sz="1900" b="0" i="1">
                              <a:solidFill>
                                <a:srgbClr val="002060"/>
                              </a:solidFill>
                              <a:latin typeface="Cambria Math"/>
                              <a:cs typeface="Cambria Math"/>
                            </a:rPr>
                            <m:t>𝑑𝐸</m:t>
                          </m:r>
                        </m:num>
                        <m:den>
                          <m:r>
                            <a:rPr lang="en-US" sz="1900" b="0" i="1">
                              <a:solidFill>
                                <a:srgbClr val="002060"/>
                              </a:solidFill>
                              <a:latin typeface="Cambria Math"/>
                              <a:cs typeface="Cambria Math"/>
                            </a:rPr>
                            <m:t>𝑑𝑡</m:t>
                          </m:r>
                        </m:den>
                      </m:f>
                      <m:r>
                        <a:rPr lang="en-US" sz="1900" b="0" i="0">
                          <a:solidFill>
                            <a:srgbClr val="002060"/>
                          </a:solidFill>
                          <a:latin typeface="Cambria Math"/>
                          <a:cs typeface="Cambria Math"/>
                        </a:rPr>
                        <m:t>=−</m:t>
                      </m:r>
                      <m:r>
                        <a:rPr lang="en-US" sz="1900" b="0" i="1">
                          <a:solidFill>
                            <a:srgbClr val="002060"/>
                          </a:solidFill>
                          <a:latin typeface="Cambria Math"/>
                          <a:cs typeface="Cambria Math"/>
                        </a:rPr>
                        <m:t>𝑐</m:t>
                      </m:r>
                      <m:r>
                        <a:rPr lang="en-US" sz="1900" b="0" i="1">
                          <a:solidFill>
                            <a:srgbClr val="002060"/>
                          </a:solidFill>
                          <a:latin typeface="Cambria Math"/>
                          <a:cs typeface="Cambria Math"/>
                        </a:rPr>
                        <m:t> </m:t>
                      </m:r>
                      <m:r>
                        <a:rPr lang="en-US" sz="1900" b="0" i="1">
                          <a:solidFill>
                            <a:srgbClr val="002060"/>
                          </a:solidFill>
                          <a:latin typeface="Cambria Math"/>
                          <a:cs typeface="Cambria Math"/>
                        </a:rPr>
                        <m:t>𝑥</m:t>
                      </m:r>
                      <m:sSup>
                        <m:sSupPr>
                          <m:ctrlPr>
                            <a:rPr lang="en-US" sz="1900" b="0" i="0">
                              <a:solidFill>
                                <a:srgbClr val="002060"/>
                              </a:solidFill>
                              <a:latin typeface="Cambria Math"/>
                              <a:cs typeface="Cambria Math"/>
                            </a:rPr>
                          </m:ctrlPr>
                        </m:sSupPr>
                        <m:e>
                          <m:r>
                            <a:rPr lang="en-US" sz="1900" b="0" i="0">
                              <a:solidFill>
                                <a:srgbClr val="002060"/>
                              </a:solidFill>
                              <a:latin typeface="Cambria Math"/>
                              <a:cs typeface="Cambria Math"/>
                            </a:rPr>
                            <m:t>′</m:t>
                          </m:r>
                        </m:e>
                        <m:sup>
                          <m:r>
                            <a:rPr lang="en-US" sz="1900" b="0" i="1">
                              <a:solidFill>
                                <a:srgbClr val="002060"/>
                              </a:solidFill>
                              <a:latin typeface="Cambria Math"/>
                              <a:cs typeface="Cambria Math"/>
                            </a:rPr>
                            <m:t>2</m:t>
                          </m:r>
                        </m:sup>
                      </m:sSup>
                      <m:r>
                        <a:rPr lang="en-US" sz="1900" b="0" i="0">
                          <a:solidFill>
                            <a:srgbClr val="002060"/>
                          </a:solidFill>
                          <a:latin typeface="Cambria Math"/>
                          <a:cs typeface="Cambria Math"/>
                        </a:rPr>
                        <m:t>≤</m:t>
                      </m:r>
                      <m:r>
                        <a:rPr lang="en-US" sz="1900" b="0" i="1">
                          <a:solidFill>
                            <a:srgbClr val="002060"/>
                          </a:solidFill>
                          <a:latin typeface="Cambria Math"/>
                          <a:cs typeface="Cambria Math"/>
                        </a:rPr>
                        <m:t>0</m:t>
                      </m:r>
                    </m:oMath>
                  </m:oMathPara>
                </a14:m>
                <a:endParaRPr lang="en-US" sz="1900"/>
              </a:p>
            </p:txBody>
          </p:sp>
        </mc:Choice>
        <mc:Fallback xmlns="">
          <p:pic>
            <p:nvPicPr>
              <p:cNvPr id="104" name="Equation 104" descr="E=\tfrac12\,m\,x'^2+\tfrac12\,k\,x^2,\qquad \frac{dE}{dt}=-c\,x'^2\le 0"/>
              <p:cNvPicPr>
                <a:picLocks noChangeAspect="1"/>
              </p:cNvPicPr>
              <p:nvPr/>
            </p:nvPicPr>
            <p:blipFill>
              <a:blip r:embed="rId5"/>
              <a:stretch>
                <a:fillRect/>
              </a:stretch>
            </p:blipFill>
            <p:spPr>
              <a:xfrm>
                <a:off x="685800" y="4526280"/>
                <a:ext cx="4592422" cy="567538"/>
              </a:xfrm>
              <a:prstGeom prst="rect">
                <a:avLst/>
              </a:prstGeom>
            </p:spPr>
          </p:pic>
        </mc:Fallback>
      </mc:AlternateContent>
      <p:sp>
        <p:nvSpPr>
          <p:cNvPr id="105" name="Text"/>
          <p:cNvSpPr txBox="1"/>
          <p:nvPr/>
        </p:nvSpPr>
        <p:spPr>
          <a:xfrm>
            <a:off x="548640" y="5349240"/>
            <a:ext cx="6035040" cy="731520"/>
          </a:xfrm>
          <a:prstGeom prst="rect">
            <a:avLst/>
          </a:prstGeom>
          <a:noFill/>
          <a:ln>
            <a:noFill/>
          </a:ln>
        </p:spPr>
        <p:txBody>
          <a:bodyPr wrap="square" lIns="73152" tIns="73152" rIns="73152" bIns="73152" rtlCol="0" anchor="t">
            <a:normAutofit/>
          </a:bodyPr>
          <a:lstStyle/>
          <a:p>
            <a:pPr algn="l">
              <a:spcAft>
                <a:spcPts val="600"/>
              </a:spcAft>
              <a:buNone/>
            </a:pPr>
            <a:r>
              <a:rPr lang="en-US" sz="1500" b="0" i="1" dirty="0">
                <a:solidFill>
                  <a:srgbClr val="5D6675"/>
                </a:solidFill>
                <a:latin typeface="LM Roman 10"/>
                <a:cs typeface="LM Roman 10"/>
              </a:rPr>
              <a:t>RLC circuit: same equation with m → L, c → R, k → 1/C (Lebl §2.4).</a:t>
            </a:r>
            <a:endParaRPr lang="en-US" sz="1500"/>
          </a:p>
        </p:txBody>
      </p:sp>
      <p:pic>
        <p:nvPicPr>
          <p:cNvPr id="106" name="Figure damping" descr="Free response in the three damping regimes"/>
          <p:cNvPicPr>
            <a:picLocks noChangeAspect="1"/>
          </p:cNvPicPr>
          <p:nvPr/>
        </p:nvPicPr>
        <p:blipFill>
          <a:blip r:embed="rId6"/>
          <a:stretch>
            <a:fillRect/>
          </a:stretch>
        </p:blipFill>
        <p:spPr>
          <a:xfrm>
            <a:off x="6766560" y="1936438"/>
            <a:ext cx="4937760" cy="3259445"/>
          </a:xfrm>
          <a:prstGeom prst="rect">
            <a:avLst/>
          </a:prstGeom>
        </p:spPr>
      </p:pic>
    </p:spTree>
    <p:extLst>
      <p:ext uri="{BB962C8B-B14F-4D97-AF65-F5344CB8AC3E}">
        <p14:creationId xmlns:p14="http://schemas.microsoft.com/office/powerpoint/2010/main" val="2916294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B7FC9-7303-2DDF-22D9-A375F9FCBA42}"/>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2C760A3E-FF45-F647-68B2-6F941F0FE03D}"/>
              </a:ext>
            </a:extLst>
          </p:cNvPr>
          <p:cNvSpPr/>
          <p:nvPr/>
        </p:nvSpPr>
        <p:spPr>
          <a:xfrm>
            <a:off x="0" y="6309106"/>
            <a:ext cx="12192000" cy="549124"/>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piè di pagina 1">
            <a:extLst>
              <a:ext uri="{FF2B5EF4-FFF2-40B4-BE49-F238E27FC236}">
                <a16:creationId xmlns:a16="http://schemas.microsoft.com/office/drawing/2014/main" id="{D93F69B5-A372-36E1-C0D1-892D9A6B88D5}"/>
              </a:ext>
            </a:extLst>
          </p:cNvPr>
          <p:cNvSpPr>
            <a:spLocks noGrp="1"/>
          </p:cNvSpPr>
          <p:nvPr>
            <p:ph type="ftr" sz="quarter" idx="11"/>
          </p:nvPr>
        </p:nvSpPr>
        <p:spPr>
          <a:xfrm>
            <a:off x="4038600" y="6448272"/>
            <a:ext cx="4114800" cy="365125"/>
          </a:xfrm>
        </p:spPr>
        <p:txBody>
          <a:bodyPr/>
          <a:lstStyle/>
          <a:p>
            <a:r>
              <a:rPr lang="en-US" sz="1600" dirty="0">
                <a:solidFill>
                  <a:srgbClr val="002060"/>
                </a:solidFill>
              </a:rPr>
              <a:t>MATH 331: Differential Equations</a:t>
            </a:r>
          </a:p>
        </p:txBody>
      </p:sp>
      <p:sp>
        <p:nvSpPr>
          <p:cNvPr id="6" name="CasellaDiTesto 5">
            <a:extLst>
              <a:ext uri="{FF2B5EF4-FFF2-40B4-BE49-F238E27FC236}">
                <a16:creationId xmlns:a16="http://schemas.microsoft.com/office/drawing/2014/main" id="{8495B6C3-1F7A-7299-D7B8-F42087CCE23B}"/>
              </a:ext>
            </a:extLst>
          </p:cNvPr>
          <p:cNvSpPr txBox="1"/>
          <p:nvPr/>
        </p:nvSpPr>
        <p:spPr>
          <a:xfrm>
            <a:off x="981880" y="330553"/>
            <a:ext cx="10424160" cy="707886"/>
          </a:xfrm>
          <a:prstGeom prst="rect">
            <a:avLst/>
          </a:prstGeom>
          <a:noFill/>
        </p:spPr>
        <p:txBody>
          <a:bodyPr wrap="square" rtlCol="0" anchor="ctr" anchorCtr="0">
            <a:spAutoFit/>
          </a:bodyPr>
          <a:lstStyle/>
          <a:p>
            <a:r>
              <a:rPr lang="en-US" sz="4000" b="1" dirty="0">
                <a:solidFill>
                  <a:srgbClr val="002060"/>
                </a:solidFill>
                <a:latin typeface="LM Roman 10" panose="00000500000000000000" pitchFamily="2" charset="0"/>
              </a:rPr>
              <a:t>Summary</a:t>
            </a:r>
            <a:endParaRPr lang="it-IT" sz="4000" b="1" dirty="0">
              <a:solidFill>
                <a:srgbClr val="002060"/>
              </a:solidFill>
              <a:latin typeface="LM Roman 10" panose="00000500000000000000" pitchFamily="2" charset="0"/>
            </a:endParaRPr>
          </a:p>
        </p:txBody>
      </p:sp>
      <p:sp>
        <p:nvSpPr>
          <p:cNvPr id="13" name="Segnaposto numero diapositiva 14">
            <a:extLst>
              <a:ext uri="{FF2B5EF4-FFF2-40B4-BE49-F238E27FC236}">
                <a16:creationId xmlns:a16="http://schemas.microsoft.com/office/drawing/2014/main" id="{309AE5C9-EEDD-A311-4493-9CAABB78FFA5}"/>
              </a:ext>
            </a:extLst>
          </p:cNvPr>
          <p:cNvSpPr txBox="1">
            <a:spLocks/>
          </p:cNvSpPr>
          <p:nvPr/>
        </p:nvSpPr>
        <p:spPr>
          <a:xfrm>
            <a:off x="9072638" y="6401105"/>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06BB8CB-C112-4AF1-992B-2BAB7191A575}" type="slidenum">
              <a:rPr lang="it-IT" sz="1600" b="1" smtClean="0">
                <a:solidFill>
                  <a:srgbClr val="002060"/>
                </a:solidFill>
              </a:rPr>
              <a:pPr/>
              <a:t>22</a:t>
            </a:fld>
            <a:endParaRPr lang="it-IT" sz="1600" b="1" dirty="0">
              <a:solidFill>
                <a:srgbClr val="002060"/>
              </a:solidFill>
            </a:endParaRPr>
          </a:p>
        </p:txBody>
      </p:sp>
      <p:grpSp>
        <p:nvGrpSpPr>
          <p:cNvPr id="32" name="Gruppo 31">
            <a:extLst>
              <a:ext uri="{FF2B5EF4-FFF2-40B4-BE49-F238E27FC236}">
                <a16:creationId xmlns:a16="http://schemas.microsoft.com/office/drawing/2014/main" id="{2E62AB85-3A93-A286-6E45-A75C8BBC09DC}"/>
              </a:ext>
            </a:extLst>
          </p:cNvPr>
          <p:cNvGrpSpPr/>
          <p:nvPr/>
        </p:nvGrpSpPr>
        <p:grpSpPr>
          <a:xfrm>
            <a:off x="14040" y="6251906"/>
            <a:ext cx="1906650" cy="626303"/>
            <a:chOff x="5403712" y="2704688"/>
            <a:chExt cx="2490081" cy="817950"/>
          </a:xfrm>
        </p:grpSpPr>
        <p:pic>
          <p:nvPicPr>
            <p:cNvPr id="33" name="Picture 2">
              <a:extLst>
                <a:ext uri="{FF2B5EF4-FFF2-40B4-BE49-F238E27FC236}">
                  <a16:creationId xmlns:a16="http://schemas.microsoft.com/office/drawing/2014/main" id="{567C9C09-B8D1-EC23-4AAB-A073BA2576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1602"/>
            <a:stretch/>
          </p:blipFill>
          <p:spPr bwMode="auto">
            <a:xfrm>
              <a:off x="5403712" y="2704688"/>
              <a:ext cx="1384576" cy="80856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a:extLst>
                <a:ext uri="{FF2B5EF4-FFF2-40B4-BE49-F238E27FC236}">
                  <a16:creationId xmlns:a16="http://schemas.microsoft.com/office/drawing/2014/main" id="{93869D14-1BA4-3490-7962-5A65832FA6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565"/>
            <a:stretch/>
          </p:blipFill>
          <p:spPr bwMode="auto">
            <a:xfrm>
              <a:off x="6509217" y="2907406"/>
              <a:ext cx="1384576" cy="615232"/>
            </a:xfrm>
            <a:prstGeom prst="rect">
              <a:avLst/>
            </a:prstGeom>
            <a:noFill/>
            <a:extLst>
              <a:ext uri="{909E8E84-426E-40DD-AFC4-6F175D3DCCD1}">
                <a14:hiddenFill xmlns:a14="http://schemas.microsoft.com/office/drawing/2010/main">
                  <a:solidFill>
                    <a:srgbClr val="FFFFFF"/>
                  </a:solidFill>
                </a14:hiddenFill>
              </a:ext>
            </a:extLst>
          </p:spPr>
        </p:pic>
      </p:grpSp>
      <p:sp>
        <p:nvSpPr>
          <p:cNvPr id="101" name="Number 1"/>
          <p:cNvSpPr/>
          <p:nvPr/>
        </p:nvSpPr>
        <p:spPr>
          <a:xfrm>
            <a:off x="685800" y="1316736"/>
            <a:ext cx="566928" cy="566928"/>
          </a:xfrm>
          <a:prstGeom prst="ellipse">
            <a:avLst/>
          </a:prstGeom>
          <a:solidFill>
            <a:srgbClr val="BF6019"/>
          </a:solidFill>
          <a:ln>
            <a:noFill/>
          </a:ln>
        </p:spPr>
        <p:txBody>
          <a:bodyPr lIns="0" tIns="0" rIns="0" bIns="0" anchor="ctr"/>
          <a:lstStyle/>
          <a:p>
            <a:pPr algn="ctr">
              <a:spcAft>
                <a:spcPts val="0"/>
              </a:spcAft>
              <a:buNone/>
            </a:pPr>
            <a:r>
              <a:rPr lang="en-US" sz="2000" b="1" i="0" dirty="0">
                <a:solidFill>
                  <a:srgbClr val="FFFFFF"/>
                </a:solidFill>
                <a:latin typeface="LM Roman 10"/>
                <a:cs typeface="LM Roman 10"/>
              </a:rPr>
              <a:t>1</a:t>
            </a:r>
            <a:endParaRPr lang="en-US" sz="2000"/>
          </a:p>
        </p:txBody>
      </p:sp>
      <p:sp>
        <p:nvSpPr>
          <p:cNvPr id="102" name="Text"/>
          <p:cNvSpPr txBox="1"/>
          <p:nvPr/>
        </p:nvSpPr>
        <p:spPr>
          <a:xfrm>
            <a:off x="1463040" y="1225296"/>
            <a:ext cx="10241280" cy="749808"/>
          </a:xfrm>
          <a:prstGeom prst="rect">
            <a:avLst/>
          </a:prstGeom>
          <a:noFill/>
          <a:ln>
            <a:noFill/>
          </a:ln>
        </p:spPr>
        <p:txBody>
          <a:bodyPr wrap="square" lIns="73152" tIns="73152" rIns="73152" bIns="73152" rtlCol="0" anchor="ctr">
            <a:normAutofit/>
          </a:bodyPr>
          <a:lstStyle/>
          <a:p>
            <a:pPr algn="l">
              <a:spcAft>
                <a:spcPts val="0"/>
              </a:spcAft>
              <a:buNone/>
            </a:pPr>
            <a:r>
              <a:rPr lang="en-US" sz="1800" b="0" i="0" dirty="0">
                <a:solidFill>
                  <a:srgbClr val="002060"/>
                </a:solidFill>
                <a:latin typeface="LM Roman 10"/>
                <a:cs typeface="LM Roman 10"/>
              </a:rPr>
              <a:t>Since Newton, laws of nature are ODEs: a law of change plus an initial condition predicts the future.</a:t>
            </a:r>
            <a:endParaRPr lang="en-US" sz="1800"/>
          </a:p>
        </p:txBody>
      </p:sp>
      <p:sp>
        <p:nvSpPr>
          <p:cNvPr id="103" name="Number 2"/>
          <p:cNvSpPr/>
          <p:nvPr/>
        </p:nvSpPr>
        <p:spPr>
          <a:xfrm>
            <a:off x="685800" y="2167128"/>
            <a:ext cx="566928" cy="566928"/>
          </a:xfrm>
          <a:prstGeom prst="ellipse">
            <a:avLst/>
          </a:prstGeom>
          <a:solidFill>
            <a:srgbClr val="BF6019"/>
          </a:solidFill>
          <a:ln>
            <a:noFill/>
          </a:ln>
        </p:spPr>
        <p:txBody>
          <a:bodyPr lIns="0" tIns="0" rIns="0" bIns="0" anchor="ctr"/>
          <a:lstStyle/>
          <a:p>
            <a:pPr algn="ctr">
              <a:spcAft>
                <a:spcPts val="0"/>
              </a:spcAft>
              <a:buNone/>
            </a:pPr>
            <a:r>
              <a:rPr lang="en-US" sz="2000" b="1" i="0" dirty="0">
                <a:solidFill>
                  <a:srgbClr val="FFFFFF"/>
                </a:solidFill>
                <a:latin typeface="LM Roman 10"/>
                <a:cs typeface="LM Roman 10"/>
              </a:rPr>
              <a:t>2</a:t>
            </a:r>
            <a:endParaRPr lang="en-US" sz="2000"/>
          </a:p>
        </p:txBody>
      </p:sp>
      <p:sp>
        <p:nvSpPr>
          <p:cNvPr id="104" name="Text"/>
          <p:cNvSpPr txBox="1"/>
          <p:nvPr/>
        </p:nvSpPr>
        <p:spPr>
          <a:xfrm>
            <a:off x="1463040" y="2075688"/>
            <a:ext cx="10241280" cy="749808"/>
          </a:xfrm>
          <a:prstGeom prst="rect">
            <a:avLst/>
          </a:prstGeom>
          <a:noFill/>
          <a:ln>
            <a:noFill/>
          </a:ln>
        </p:spPr>
        <p:txBody>
          <a:bodyPr wrap="square" lIns="73152" tIns="73152" rIns="73152" bIns="73152" rtlCol="0" anchor="ctr">
            <a:normAutofit/>
          </a:bodyPr>
          <a:lstStyle/>
          <a:p>
            <a:pPr algn="l">
              <a:spcAft>
                <a:spcPts val="0"/>
              </a:spcAft>
              <a:buNone/>
            </a:pPr>
            <a:r>
              <a:rPr lang="en-US" sz="1800" b="0" i="0" dirty="0">
                <a:solidFill>
                  <a:srgbClr val="002060"/>
                </a:solidFill>
                <a:latin typeface="LM Roman 10"/>
                <a:cs typeface="LM Roman 10"/>
              </a:rPr>
              <a:t>Solutions live on intervals; Picard’s theorem gives local existence and uniqueness, linear equations global ones.</a:t>
            </a:r>
            <a:endParaRPr lang="en-US" sz="1800"/>
          </a:p>
        </p:txBody>
      </p:sp>
      <p:sp>
        <p:nvSpPr>
          <p:cNvPr id="105" name="Number 3"/>
          <p:cNvSpPr/>
          <p:nvPr/>
        </p:nvSpPr>
        <p:spPr>
          <a:xfrm>
            <a:off x="685800" y="3017520"/>
            <a:ext cx="566928" cy="566928"/>
          </a:xfrm>
          <a:prstGeom prst="ellipse">
            <a:avLst/>
          </a:prstGeom>
          <a:solidFill>
            <a:srgbClr val="BF6019"/>
          </a:solidFill>
          <a:ln>
            <a:noFill/>
          </a:ln>
        </p:spPr>
        <p:txBody>
          <a:bodyPr lIns="0" tIns="0" rIns="0" bIns="0" anchor="ctr"/>
          <a:lstStyle/>
          <a:p>
            <a:pPr algn="ctr">
              <a:spcAft>
                <a:spcPts val="0"/>
              </a:spcAft>
              <a:buNone/>
            </a:pPr>
            <a:r>
              <a:rPr lang="en-US" sz="2000" b="1" i="0" dirty="0">
                <a:solidFill>
                  <a:srgbClr val="FFFFFF"/>
                </a:solidFill>
                <a:latin typeface="LM Roman 10"/>
                <a:cs typeface="LM Roman 10"/>
              </a:rPr>
              <a:t>3</a:t>
            </a:r>
            <a:endParaRPr lang="en-US" sz="2000"/>
          </a:p>
        </p:txBody>
      </p:sp>
      <p:sp>
        <p:nvSpPr>
          <p:cNvPr id="106" name="Text"/>
          <p:cNvSpPr txBox="1"/>
          <p:nvPr/>
        </p:nvSpPr>
        <p:spPr>
          <a:xfrm>
            <a:off x="1463040" y="2926080"/>
            <a:ext cx="10241280" cy="749808"/>
          </a:xfrm>
          <a:prstGeom prst="rect">
            <a:avLst/>
          </a:prstGeom>
          <a:noFill/>
          <a:ln>
            <a:noFill/>
          </a:ln>
        </p:spPr>
        <p:txBody>
          <a:bodyPr wrap="square" lIns="73152" tIns="73152" rIns="73152" bIns="73152" rtlCol="0" anchor="ctr">
            <a:normAutofit/>
          </a:bodyPr>
          <a:lstStyle/>
          <a:p>
            <a:pPr algn="l">
              <a:spcAft>
                <a:spcPts val="0"/>
              </a:spcAft>
              <a:buNone/>
            </a:pPr>
            <a:r>
              <a:rPr lang="en-US" sz="1800" b="0" i="0" dirty="0">
                <a:solidFill>
                  <a:srgbClr val="002060"/>
                </a:solidFill>
                <a:latin typeface="LM Roman 10"/>
                <a:cs typeface="LM Roman 10"/>
              </a:rPr>
              <a:t>Separable equations: separate, integrate, impose, check — and watch for lost or implicit solutions.</a:t>
            </a:r>
            <a:endParaRPr lang="en-US" sz="1800"/>
          </a:p>
        </p:txBody>
      </p:sp>
      <p:sp>
        <p:nvSpPr>
          <p:cNvPr id="107" name="Number 4"/>
          <p:cNvSpPr/>
          <p:nvPr/>
        </p:nvSpPr>
        <p:spPr>
          <a:xfrm>
            <a:off x="685800" y="3867912"/>
            <a:ext cx="566928" cy="566928"/>
          </a:xfrm>
          <a:prstGeom prst="ellipse">
            <a:avLst/>
          </a:prstGeom>
          <a:solidFill>
            <a:srgbClr val="BF6019"/>
          </a:solidFill>
          <a:ln>
            <a:noFill/>
          </a:ln>
        </p:spPr>
        <p:txBody>
          <a:bodyPr lIns="0" tIns="0" rIns="0" bIns="0" anchor="ctr"/>
          <a:lstStyle/>
          <a:p>
            <a:pPr algn="ctr">
              <a:spcAft>
                <a:spcPts val="0"/>
              </a:spcAft>
              <a:buNone/>
            </a:pPr>
            <a:r>
              <a:rPr lang="en-US" sz="2000" b="1" i="0" dirty="0">
                <a:solidFill>
                  <a:srgbClr val="FFFFFF"/>
                </a:solidFill>
                <a:latin typeface="LM Roman 10"/>
                <a:cs typeface="LM Roman 10"/>
              </a:rPr>
              <a:t>4</a:t>
            </a:r>
            <a:endParaRPr lang="en-US" sz="2000"/>
          </a:p>
        </p:txBody>
      </p:sp>
      <p:sp>
        <p:nvSpPr>
          <p:cNvPr id="108" name="Text"/>
          <p:cNvSpPr txBox="1"/>
          <p:nvPr/>
        </p:nvSpPr>
        <p:spPr>
          <a:xfrm>
            <a:off x="1463040" y="3776472"/>
            <a:ext cx="10241280" cy="749808"/>
          </a:xfrm>
          <a:prstGeom prst="rect">
            <a:avLst/>
          </a:prstGeom>
          <a:noFill/>
          <a:ln>
            <a:noFill/>
          </a:ln>
        </p:spPr>
        <p:txBody>
          <a:bodyPr wrap="square" lIns="73152" tIns="73152" rIns="73152" bIns="73152" rtlCol="0" anchor="ctr">
            <a:normAutofit/>
          </a:bodyPr>
          <a:lstStyle/>
          <a:p>
            <a:pPr algn="l">
              <a:spcAft>
                <a:spcPts val="0"/>
              </a:spcAft>
              <a:buNone/>
            </a:pPr>
            <a:r>
              <a:rPr lang="en-US" sz="1800" b="0" i="0" dirty="0">
                <a:solidFill>
                  <a:srgbClr val="002060"/>
                </a:solidFill>
                <a:latin typeface="LM Roman 10"/>
                <a:cs typeface="LM Roman 10"/>
              </a:rPr>
              <a:t>Qualitative analysis and numerics complete the picture, but Euler cannot see a blow-up.</a:t>
            </a:r>
            <a:endParaRPr lang="en-US" sz="1800"/>
          </a:p>
        </p:txBody>
      </p:sp>
      <p:sp>
        <p:nvSpPr>
          <p:cNvPr id="109" name="Number 5"/>
          <p:cNvSpPr/>
          <p:nvPr/>
        </p:nvSpPr>
        <p:spPr>
          <a:xfrm>
            <a:off x="685800" y="4718304"/>
            <a:ext cx="566928" cy="566928"/>
          </a:xfrm>
          <a:prstGeom prst="ellipse">
            <a:avLst/>
          </a:prstGeom>
          <a:solidFill>
            <a:srgbClr val="BF6019"/>
          </a:solidFill>
          <a:ln>
            <a:noFill/>
          </a:ln>
        </p:spPr>
        <p:txBody>
          <a:bodyPr lIns="0" tIns="0" rIns="0" bIns="0" anchor="ctr"/>
          <a:lstStyle/>
          <a:p>
            <a:pPr algn="ctr">
              <a:spcAft>
                <a:spcPts val="0"/>
              </a:spcAft>
              <a:buNone/>
            </a:pPr>
            <a:r>
              <a:rPr lang="en-US" sz="2000" b="1" i="0" dirty="0">
                <a:solidFill>
                  <a:srgbClr val="FFFFFF"/>
                </a:solidFill>
                <a:latin typeface="LM Roman 10"/>
                <a:cs typeface="LM Roman 10"/>
              </a:rPr>
              <a:t>5</a:t>
            </a:r>
            <a:endParaRPr lang="en-US" sz="2000"/>
          </a:p>
        </p:txBody>
      </p:sp>
      <p:sp>
        <p:nvSpPr>
          <p:cNvPr id="110" name="Text"/>
          <p:cNvSpPr txBox="1"/>
          <p:nvPr/>
        </p:nvSpPr>
        <p:spPr>
          <a:xfrm>
            <a:off x="1463040" y="4626864"/>
            <a:ext cx="10241280" cy="749808"/>
          </a:xfrm>
          <a:prstGeom prst="rect">
            <a:avLst/>
          </a:prstGeom>
          <a:noFill/>
          <a:ln>
            <a:noFill/>
          </a:ln>
        </p:spPr>
        <p:txBody>
          <a:bodyPr wrap="square" lIns="73152" tIns="73152" rIns="73152" bIns="73152" rtlCol="0" anchor="ctr">
            <a:normAutofit/>
          </a:bodyPr>
          <a:lstStyle/>
          <a:p>
            <a:pPr algn="l">
              <a:spcAft>
                <a:spcPts val="0"/>
              </a:spcAft>
              <a:buNone/>
            </a:pPr>
            <a:r>
              <a:rPr lang="en-US" sz="1800" b="0" i="0" dirty="0">
                <a:solidFill>
                  <a:srgbClr val="002060"/>
                </a:solidFill>
                <a:latin typeface="LM Roman 10"/>
                <a:cs typeface="LM Roman 10"/>
              </a:rPr>
              <a:t>Second-order linear: two independent solutions, Wronskian and Abel, characteristic equation, vibrations.</a:t>
            </a:r>
            <a:endParaRPr lang="en-US" sz="1800"/>
          </a:p>
        </p:txBody>
      </p:sp>
      <p:sp>
        <p:nvSpPr>
          <p:cNvPr id="111" name="Text"/>
          <p:cNvSpPr txBox="1"/>
          <p:nvPr/>
        </p:nvSpPr>
        <p:spPr>
          <a:xfrm>
            <a:off x="548640" y="5623560"/>
            <a:ext cx="11155680" cy="502920"/>
          </a:xfrm>
          <a:prstGeom prst="rect">
            <a:avLst/>
          </a:prstGeom>
          <a:noFill/>
          <a:ln>
            <a:noFill/>
          </a:ln>
        </p:spPr>
        <p:txBody>
          <a:bodyPr wrap="square" lIns="73152" tIns="73152" rIns="73152" bIns="73152" rtlCol="0" anchor="t">
            <a:normAutofit/>
          </a:bodyPr>
          <a:lstStyle/>
          <a:p>
            <a:pPr algn="ctr">
              <a:spcAft>
                <a:spcPts val="600"/>
              </a:spcAft>
              <a:buNone/>
            </a:pPr>
            <a:r>
              <a:rPr lang="en-US" sz="1800" b="1" i="0" dirty="0">
                <a:solidFill>
                  <a:srgbClr val="BF6019"/>
                </a:solidFill>
                <a:latin typeface="LM Roman 10"/>
                <a:cs typeface="LM Roman 10"/>
              </a:rPr>
              <a:t>Next lecture: forced vibrations and resonance.</a:t>
            </a:r>
            <a:endParaRPr lang="en-US" sz="1800"/>
          </a:p>
        </p:txBody>
      </p:sp>
    </p:spTree>
    <p:extLst>
      <p:ext uri="{BB962C8B-B14F-4D97-AF65-F5344CB8AC3E}">
        <p14:creationId xmlns:p14="http://schemas.microsoft.com/office/powerpoint/2010/main" val="2916294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Tema di Office">
  <a:themeElements>
    <a:clrScheme name="Elica">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Personalizzato 1">
      <a:majorFont>
        <a:latin typeface="LM Roman 10"/>
        <a:ea typeface=""/>
        <a:cs typeface=""/>
      </a:majorFont>
      <a:minorFont>
        <a:latin typeface="LM Roman 10"/>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87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63711A8-5290-4394-8764-D892F6C0883F}">
  <we:reference id="wa104381909" version="3.16.1.0" store="en-US" storeType="OMEX"/>
  <we:alternateReferences>
    <we:reference id="WA104381909" version="3.16.1.0" store="" storeType="OMEX"/>
  </we:alternateReferences>
  <we:properties>
    <we:property name="EQUATION_HISTORY" value="&quot;[{\&quot;mathml\&quot;:\&quot;&lt;math style=\\\&quot;font-family:stix;font-size:16px;\\\&quot; xmlns=\\\&quot;http://www.w3.org/1998/Math/MathML\\\&quot;&gt;&lt;mstyle mathsize=\\\&quot;16px\\\&quot;&gt;&lt;msub&gt;&lt;mi&gt;F&lt;/mi&gt;&lt;mn&gt;12&lt;/mn&gt;&lt;/msub&gt;&lt;mo&gt;=&lt;/mo&gt;&lt;mfrac&gt;&lt;mn&gt;1&lt;/mn&gt;&lt;mrow&gt;&lt;mn&gt;4&lt;/mn&gt;&lt;mi&gt;&amp;#x3C0;&lt;/mi&gt;&lt;msub&gt;&lt;mi&gt;&amp;#x3B5;&lt;/mi&gt;&lt;mn&gt;0&lt;/mn&gt;&lt;/msub&gt;&lt;/mrow&gt;&lt;/mfrac&gt;&lt;mfrac&gt;&lt;mrow&gt;&lt;mo&gt;|&lt;/mo&gt;&lt;msub&gt;&lt;mi&gt;q&lt;/mi&gt;&lt;mn&gt;1&lt;/mn&gt;&lt;/msub&gt;&lt;mo&gt;|&lt;/mo&gt;&lt;mo&gt;|&lt;/mo&gt;&lt;msub&gt;&lt;mi&gt;q&lt;/mi&gt;&lt;mn&gt;2&lt;/mn&gt;&lt;/msub&gt;&lt;mo&gt;|&lt;/mo&gt;&lt;/mrow&gt;&lt;msup&gt;&lt;mi&gt;R&lt;/mi&gt;&lt;mn&gt;2&lt;/mn&gt;&lt;/msup&gt;&lt;/mfrac&gt;&lt;mo&gt;=&lt;/mo&gt;&lt;mo&gt;(&lt;/mo&gt;&lt;mn&gt;8&lt;/mn&gt;&lt;mo&gt;.&lt;/mo&gt;&lt;mn&gt;99&lt;/mn&gt;&lt;mo&gt;&amp;#xD7;&lt;/mo&gt;&lt;msup&gt;&lt;mn&gt;10&lt;/mn&gt;&lt;mn&gt;9&lt;/mn&gt;&lt;/msup&gt;&lt;mo&gt;&amp;#x200A;&lt;/mo&gt;&lt;mtext&gt;N&lt;/mtext&gt;&lt;mo&gt;&amp;#xB7;&lt;/mo&gt;&lt;msup&gt;&lt;mtext&gt;m&lt;/mtext&gt;&lt;mn&gt;2&lt;/mn&gt;&lt;/msup&gt;&lt;mo&gt;/&lt;/mo&gt;&lt;msup&gt;&lt;mtext&gt;C&lt;/mtext&gt;&lt;mn&gt;2&lt;/mn&gt;&lt;/msup&gt;&lt;mo&gt;)&lt;/mo&gt;&lt;mo&gt;&amp;#xD7;&lt;/mo&gt;&lt;mfrac&gt;&lt;mrow&gt;&lt;mo&gt;(&lt;/mo&gt;&lt;mn&gt;1&lt;/mn&gt;&lt;mo&gt;.&lt;/mo&gt;&lt;mn&gt;60&lt;/mn&gt;&lt;mo&gt;&amp;#xD7;&lt;/mo&gt;&lt;msup&gt;&lt;mn&gt;10&lt;/mn&gt;&lt;mrow&gt;&lt;mo&gt;-&lt;/mo&gt;&lt;mn&gt;19&lt;/mn&gt;&lt;/mrow&gt;&lt;/msup&gt;&lt;mo&gt;&amp;#x200A;&lt;/mo&gt;&lt;mtext&gt;C&lt;/mtext&gt;&lt;mo&gt;)&lt;/mo&gt;&lt;mo&gt;(&lt;/mo&gt;&lt;mn&gt;3&lt;/mn&gt;&lt;mo&gt;.&lt;/mo&gt;&lt;mn&gt;20&lt;/mn&gt;&lt;mo&gt;&amp;#xD7;&lt;/mo&gt;&lt;msup&gt;&lt;mn&gt;10&lt;/mn&gt;&lt;mrow&gt;&lt;mo&gt;-&lt;/mo&gt;&lt;mn&gt;19&lt;/mn&gt;&lt;/mrow&gt;&lt;/msup&gt;&lt;mo&gt;&amp;#x200A;&lt;/mo&gt;&lt;mtext&gt;C&lt;/mtext&gt;&lt;mo&gt;)&lt;/mo&gt;&lt;/mrow&gt;&lt;mrow&gt;&lt;mo&gt;(&lt;/mo&gt;&lt;mn&gt;0&lt;/mn&gt;&lt;mo&gt;.&lt;/mo&gt;&lt;mn&gt;0200&lt;/mn&gt;&lt;mo&gt;&amp;#x200A;&lt;/mo&gt;&lt;mtext&gt;m&lt;/mtext&gt;&lt;msup&gt;&lt;mo&gt;)&lt;/mo&gt;&lt;mn&gt;2&lt;/mn&gt;&lt;/msup&gt;&lt;/mrow&gt;&lt;/mfrac&gt;&lt;mo&gt;=&lt;/mo&gt;&lt;mn&gt;1&lt;/mn&gt;&lt;mo&gt;.&lt;/mo&gt;&lt;mn&gt;15&lt;/mn&gt;&lt;mo&gt;&amp;#xD7;&lt;/mo&gt;&lt;msup&gt;&lt;mn&gt;10&lt;/mn&gt;&lt;mrow&gt;&lt;mo&gt;-&lt;/mo&gt;&lt;mn&gt;24&lt;/mn&gt;&lt;/mrow&gt;&lt;/msup&gt;&lt;mo&gt;&amp;#x200A;&lt;/mo&gt;&lt;mtext&gt;N&lt;/mtext&gt;&lt;mo&gt;.&lt;/mo&gt;&lt;mtext&gt;Thus, force&amp;#xA0;&lt;/mtext&gt;&lt;msub&gt;&lt;mi mathvariant=\\\&quot;bold\\\&quot;&gt;F&lt;/mi&gt;&lt;mn&gt;12&lt;/mn&gt;&lt;/msub&gt;&lt;mtext&gt;&amp;#xA0;has the following magnitude and direction (relative to the positive direction of the&amp;#xA0;&lt;/mtext&gt;&lt;mi&gt;x&lt;/mi&gt;&lt;mtext&gt;&amp;#xA0;axis):&lt;/mtext&gt;&lt;mn&gt;1&lt;/mn&gt;&lt;mo&gt;.&lt;/mo&gt;&lt;mn&gt;15&lt;/mn&gt;&lt;mo&gt;&amp;#xD7;&lt;/mo&gt;&lt;msup&gt;&lt;mn&gt;10&lt;/mn&gt;&lt;mrow&gt;&lt;mo&gt;-&lt;/mo&gt;&lt;mn&gt;24&lt;/mn&gt;&lt;/mrow&gt;&lt;/msup&gt;&lt;mo&gt;&amp;#x200A;&lt;/mo&gt;&lt;mtext&gt;N&lt;/mtext&gt;&lt;mo&gt;&amp;#xA0;&amp;#xA0;&lt;/mo&gt;&lt;mtext&gt;and&lt;/mtext&gt;&lt;mo&gt;&amp;#xA0;&amp;#xA0;&lt;/mo&gt;&lt;mn&gt;180&lt;/mn&gt;&lt;mo&gt;&amp;#xB0;&lt;/mo&gt;&lt;mo&gt;.&lt;/mo&gt;&lt;mo&gt;&amp;#xA0;&amp;#xA0;&lt;/mo&gt;&lt;mtext&gt;(Answer)We can also write&amp;#xA0;&lt;/mtext&gt;&lt;msub&gt;&lt;mi mathvariant=\\\&quot;bold\\\&quot;&gt;F&lt;/mi&gt;&lt;mn&gt;12&lt;/mn&gt;&lt;/msub&gt;&lt;mtext&gt;&amp;#xA0;in unit-vector notation as:&lt;/mtext&gt;&lt;msub&gt;&lt;mi mathvariant=\\\&quot;bold\\\&quot;&gt;F&lt;/mi&gt;&lt;mn&gt;12&lt;/mn&gt;&lt;/msub&gt;&lt;mo&gt;=&lt;/mo&gt;&lt;mo&gt;-&lt;/mo&gt;&lt;mo&gt;(&lt;/mo&gt;&lt;mn&gt;1&lt;/mn&gt;&lt;mo&gt;.&lt;/mo&gt;&lt;mn&gt;15&lt;/mn&gt;&lt;mo&gt;&amp;#xD7;&lt;/mo&gt;&lt;msup&gt;&lt;mn&gt;10&lt;/mn&gt;&lt;mrow&gt;&lt;mo&gt;-&lt;/mo&gt;&lt;mn&gt;24&lt;/mn&gt;&lt;/mrow&gt;&lt;/msup&gt;&lt;mo&gt;&amp;#x200A;&lt;/mo&gt;&lt;mtext&gt;N&lt;/mtext&gt;&lt;mo&gt;)&lt;/mo&gt;&lt;mi mathvariant=\\\&quot;bold\\\&quot;&gt;i&lt;/mi&gt;&lt;mo&gt;.&lt;/mo&gt;&lt;mo&gt;&amp;#xA0;&amp;#xA0;&lt;/mo&gt;&lt;mtext&gt;(Answer)&lt;/mtext&gt;&lt;/mstyle&gt;&lt;/math&gt;\&quot;,\&quot;base64Image\&quot;:\&quot;iVBORw0KGgoAAAANSUhEUgAACGcAAAAuCAYAAACP1eYYAAAACXBIWXMAAA7EAAAOxAGVKw4bAAAABGJhU0UAAAAaPUZr5AAAI6lJREFUeNrtnQ+kVsnfwMcjWUkkSdIbSbKSvEmS9OZNeq+VRG+yklzWykoSWUmyliRrJZEkWSvWSpIVa621spaVtbKyrLXWWj+RJCtZ7nu+v+d73jt37pw5M+fP85znPp8P495zznPOzJnvzHe+M/M9M8ZAk7zIwsKWnzeIOAAAqrAkCxPOuRNZOJKFC1nYRRYhSwAAAAAAAAAAAAAAAIC64JwBAOPKmizcz8J165xM4N/S/3tZ+CULi8gqZAkAAAAAAAAAAAAAAABQB5wzACCG3hx9r8Nm5oT+tSwct47vZOEQ4keWAAAAAAAAAAAAAAAAMLdZ0vLzfY4Ob2XhcRb+lYUdJm0yK8U5o2o8OGcA+HXF3oZ1yYosXMrCmSzsmYP6T3An9G9m4aJ1fNv0t8SoyrosbG1YlrRloyNLAAAAAAAAAAAAAAAA6DiyRPsnpr9Me5u4jg4yufWH6TtLzM/C3Sx8XuN5RefqxINzBsBMxIlCJqXnNahLdmfhtyxs91xbkIXLWTiRhVP6/xsD0n9Nx+1O6O/PwhMrL7/Owjue+8TZQCb+H2paP9H8msrCF544JmrKcrnqyWdZeJ6F85HPE4eCb7LwWu+7iCwHJksAAAAAAAAAAAAAAADoODI5JRNxn5rBOmesNn2HieXW9e+zcKTi84rO1Y0H5wyAacS5SSbflzSoSzZl4W9TvFrGvSyctY7PaRy+5xSxwfgn4svSHBO3rG7wW0FwV+hxJ/SF01n4OAsns/BrFrY519ea/oo/sjKD7UQhW7+Ig8EvnnTfMn1HhaqylBVMlur/m03fcWBnxPPuaH6s1Xyb0jxDlu3KEgAAAAAAAAAAAAAAAEYImWQapHOGxPeudW19Fv4xacvRxzhn1I0H5wyAafLJ5yZ1ySPTX0XAxxbTn+BfZ51bq+c2WOfEkUAmvX0rFWzWa1sT0xwbdwq+Cf0cWT3kW+ecTNrLdkw/BZ75wHNOVgm6V1GWiz0676WZ7WjgIitHrPCk7S6ybF2WAAAAAAAAAAAAAAAAMEIM2jlDlsufr//LF8RfmtmTWTniSDFR8ryic7HxfJCFV6a/ysbukjgAxhX5sn9fg7pko+lPkEu9vKR1Uyavd+l1cSB47blPHKxOOufyVQnsSf18Mv+tCmlOiTuWogl9cRCQifllzvkJzZ/3SvLQpafpXFlTlkb14YcRv+t5zsmWHVeRZeuyBAAAAAAAAAAAAAAAgBFi0M4Z4gghk02rTH95+a9NfwLNZY2m63rJ84rOxcQjXybnk8Gyysa/SuIAGEcWmbjtLVJ0ydv6TNv5SuqpbHMiW1Tc0Dro8rJAJ9iT+jKZ/zQLeyvqv9S4y3gzC5+bvgNKPgm/QNN31PidG85r/uytEN8zzd+qspT0isOMODXI6hdLK6ThkZnekgNZtiNLAAAAAAAAAAAAAAAAGDEG7Zwhy+mL48Qt018KX74MfrPgvqIvlGOcM2Li2eEcy2TkvEAcAOOIODDJ5PLiBnXJUX2mPZmdOw7IZHTRpPoLUzypnk/qPzdxK0MUpblK3E1z0VSf0P8qC1dqyrKnv/0zCzcT45dtTo7UzE9kWS5LAAAAAAAAAAAAAAAAGDEG4ZxRhDhf/FJy/foA4hFkMvJnigPALGSVBZlcXtagLjmgz5zvnBeHqsksnDDp21FsMv2VBmRS/2gN/Vcl7qY5qPlzusK9slXM1ZqyzDlk+itXxLLZk/fIsh1ZAgAAAAAAAAAAAAAAwIgxTOeMe1n4KHC9KeeMsniEPRofAMzkDdOfXN7VoC4R5wCZIHdXr5FzslLCRo1zjXVttZ7b6HmenHum9+arLsRM6vvSnBp3W3kuq1Y8Mf6tMkzg/B+Bd4+VZc5bpr96QwxbTN8RwU0jsmxHlgAAAAAAAAAAAAAAADBiyLLvg3bOkK1DZHJQvmiWL5uLJqbqOmfExiNf75+lKAwdkZFsh3DBxE8eD4MPTH+FB5k43T3CcaTwyPRXu6iqS45l4T3n3DUzc8uMbaa/wk1eTx9k4X3rutTRLzzPlkl2mcC3t7/IJ/UPV0xzbNxtIvkh22/cNrO3WJItmi6b6W2YbKTcbKggS9nqZL+jJyV/dkTIcqumZ7sVJI4JZNmqLGH4+n7S4NgJAAAAAID9DwAAAADYbgAlyETQXtOfDH1u+hNpSwcU9xIzcxJvecHv6jpnxMYjy9u/QZEYKuKMcUv/72m5XNTBdO4w044j75r+pPEoxpGKpONGDV0i2zO4KzBInbusQZ5/JQsrreuL9dwJDdf0nM1SM3syPyef1N9RIc0xcQ+ClZqOX7NwJwufZOFj1Vk+ZzPZVuRhRVmuN/0VHiRPZKUhccLwrS7hyjJ3PJhywp9WGpFlO7KE4ep7sTG+w8AHAAAAAMD+BwAAAABsN4C5QFPbmoQQz6ll+r9MkO0m24eCTJget45l8vJQRxW+jazKMm8E40hF6oZMFC/voEzWBK6tHrN6JA5O65Hl2MgShqvvT5m+ExMGPgAAAAAA9j8AAAAAYLsBjDSy1PvnWfjW+L/ebgL5wvof01/25pVW3k0Dfk/x3to7x2S3pMI9sr3FRetYlv+/0PH3lEnunwccxzrT30JiGCxXOc0z0EUmE3QJspw7shy27k65b0WH0lxXF8tqXJs7ZOBLPuDMM/fzfNhylnqwM3AM3WGe6qhRS0dX0t3Vvt+41DnatNGs75Sv4VNlrAD7f3Tt/67ojbbkIWVHlik/Y/rbr3a5fZ4r+mCuQV8FAOZifxHbbXi2W1fa1rGyWURwT8zsJdvzsBWdATU6G9fN7AlSOX9JFcdp/U3MljMy4SpbRLxj+tsSnEm8Xhf56l2W6r/vubZA45ZtBU7p//ZWMvu1nuV58bWm01am32udc5XPqix8qNdOm8GtCLAnoNg/ddKfK05xQHmo+SThN033FwlxyPHEkMqslMMDVN3OsdakD64gy7kjyzZ1d537Tjn20qcdaW/q6nsx9k/q/z4Dv6n2St5PtusRZ0VZSUUcSH/X/+WcbONzSOuxOJheGVKZPaDt3T3TXypwWE5f2zRf8vJ2XfPouuZZfr6pdx50nrcRZ4rspL/zyPS3sfIdt8FVM3tLtLlKk++6RW3q+0N+p9R0+H4/yDIwiLiK+n4x1K1zo1Kfht2mNZWfg8rvcag3TbZlo1K+6uR17FgB9n837f8uts9V5FE2phkjr8/1d8K5lvvIZe2z9DFWjqDecPXBYe0fyUeKucPLwSz8peXTXll6qcruWRaOjOC7D6Kv0oX2c5B94C60++PUPyRvh1vWh0WoPcJ264btVmZr79T7/sZmqWWzzOAdzVR7mRSZaL1r/HvFA5QxPwvfGL/n2GNVJsZSIDdLnjdPO1i2s9Bd7cTEXLcJrR6yoUBRvqGK6tMChSuDJWet43MeZS/K7mNVnL9qw2szoZ2IlwVpfDRg+Z0tuLZAFfBC65xMuP7LzF6toKeNzy+Jcdwy4S0gqsoRAMaLMt1d9T7RX5+Z/r5/eVjUofZG2sLfCsKhEl18zHqXIu/rJtqr6047IgNLd6xjGVjNB8rEnhjGRIN0Cl5Zcjk9ZLt4ItApn9dwZ30QeS6Dom+1FGcV2R0xMwc43eOmEb2x34wH7ru6sk/luhm+c0aVdLi/b7MMuHncdnkL9f1iSalzg3y/uuW1TV03rDo7SP01l+tNE23ZKJavum1i2VgB9n937f+uts+p8igb0yyTl+T/NetYyvPkkNrnVdqHuDSiNqarD97X97HPHddzWzx15uwI29dt91W6YvsPsg887Ha/6T7TMO3fYaepazZd18r6MAi1R9hu3bLdQrb2Mi2LJ7FZatssMwrLb57zLB8JVckdEXyIUthnHcsXHndLnie/ee2cO6jn5kdctxtncSJ4p6C8/8uEV4vxdfK2qGJYZ51bq+c2eJ6x2/S3s/EpzHOahj/N7C8O7gxQfidNsXODdBpvW8c97Zz+FHjeg8Q4dqheChlZdeQIAONF1QG6ovtEf4l39F5T7M3bhfamir5/om2QhGcarrbQXrmDYy889+W/+dIMZ6JBbJVXI9JZN6bZVT3azvMF2umabCnOKrI7bGYOcLrH0J7sB6XTh922DCrdTeRxk32/qnWwC+9XN662dZ2Zo+VpXOpN3bZsLpSvKpSNFWD/d9f+HzW9UfSc0JhmrLxksih3VD9j2ht/L2ufZdVhmSyQD7CWzAF9sFTlY0/cSD6/VnnayMq/K8zoMip9lbrt6yD7wNhf3bWJUtLUxfRT1uP6i9hu3bDdYm1tbJYG+jAL1Ei5YJ3bZQDq8YvTWXGV1p+qjMTD6wsze5LG5ZyZ7XyxW5XaRMR14yhDV+nmyrbMA9OncE974s47bK4XmbyzOCosK2iExXDYpAb2D2bmV8WpnV3JU/HIu6lpvKvPlY6jePnfMP0lslzFbS/119N8tPnGydPceHgvkJaNiXH0NP9CyxTVkSMAjBdNG/gy6P2d6qkXgU7fMNubGMp0ccj7usn2yhi/c0ZOPtEgA2iy8tQflt2wR/Nk0rJhxVnQdiI8q9ffVfsjBlmq75r17HwVj1XaIZC8uayG9Wor7pvambii927TPD5v+ssZfqb3zbfsgksqb/Faf7tCZ32p8X8NVodQnguH9J3k71dO3yEmv7epzG/pb3sRccbmVRXZGVPunBG6P7c572gncULj/9qyZeSrvYc6KNDTPLto5cdn+v6n9N1/dzrui9VmO6bPmVKb8lBDNmBIpqG4y9Lue1db9v8TUYeXafzH9X1+cPRjSj0qes8YGZSlwyX0ezdfivRH6N2KdIubx/OcuMrKc0xelPX9qryPW+dCsgq93xZtZ2UZ1xVWGfnLTH8xFFtmfLqqTJcMStdNaD2/oul4oc86ECnnIn1dVmfbzO9xqzeh5xW1ZYMqX0Zt1e80bUbf64Up/sCiqM6u1+PcVpGxgd8sW7jnyeuQLeGOFVzQvO5h/4+c/T+s9rluWQiNacbKS/SlLCkujhlt7qseGptdrPpjqab5fIGeKct/X31NtY1D+qlI1xeNHYoufWY9d5WW2ddmevsZufaJZ7w2pa0q6t/VKcux9cJnNxXpzRS7JVVuPtlsL7Ejeh3tA1fpn9mUjUvU7TP1Cvp8dWywWJuozP4N1dEUXVJmZ7lpqtpXaMOmqzI+4tovgxzvGQah9gjbrVu2W2heTurBe6Yd56dxtFn+fWMeuSijz9U4bIpdZua+PkVhO3NHnaKO3BbptZ0Fz56nlekfNSBi9gk6rM9c4UnjvojrIaUryvZpZIfIp3BvGL+38ksz7Zm9QJ9/1BQvqz1hKbY9mvZ7NTu7MmD32FLgZ8xMj7/1Gs9aPT6gcnml4bWZuezRSr3ffofzxr9/VRFlceQ8KzHQ68gRAManTWrDwM9Zrm2AxL2/YT1Vtb2JJUYXlxn4TbZXZc4ZD63BtPtqr+Y8dToGt61BkBVm5tZaRxPSdNDM/GJ1oQ50rLXOnVGDfpG2jT9oWhdqx1w6+D+aaa/uVZrvE3ruKye+KW2bywamTmu4YtrZfzSU5/mSmnusjuLjCvntyi0UZ2pepcrON8BpH8fcL2m969TXe06a8i0kN+rvn1rX72r5yb9m+MrMdFC4qQNnecf0dUn+ptiAIZnGxB1Ku+9dXdmH6nBPBzbftK5/ZunHlLJR9p6h9yhLh29AI/R7N198+mNd4N0WBnSLm6duXDHluaw8lvX9Ut/HrXNlsgq9n9Hy+tQaPJF8+qCiPrHjism7Qeo6GQj6Vuul0UEgKQdrItJapK/L6myb+T1O9SbmeW5bNujyZdS+/UPzaIMjmxT9mn+VeEwHS22b083rGFvCHiuQ8Z6r2P8jaf8Po31uoiyExjSblFddysZmz1nylzr03MyctInJ/1B9TbGNQ/rJp+uXBcYO8/KZp+UDMz33cVrPHXLqb4p+DLUldcpyar2w7aYiOVSxW1Lk5pPNf5fYEV3tA1fpn5W1ybed39ftM/moaoOl2ERVxkGWJeqSmLJqp6lOX6Fpm67q+Ihrv7Rd1oc5R1vWHmG7dc92883LbdD8aWMMclxtln9H8qt1/I6ZvcTJsJjqUOhy2tp4vyaU/eKC6+KocMkaJP490Mm3O/PPtGLknLQav7LrIaX73JR77lVRuC8SFe6EY3RNavovlihMUcBFq1bccu7b78i7Z/yrixQhMrvsnLto0pwzYvnKxC3JmirHKQKBMFZtUpsGvm3E3WlQT7Xd3tSlansVImbljJwrei5mEGSe5v1NtW97CWlyJ0Xe1s6UrwPxtjUJct2xq91OfP7FqXhef61pn9SBlTuBzkjRlxSr9dzGBmVcluc7NS+XqV3wtEJ++yaUiuJMzasqsgs5Z8Tcv0M7zXnH64JzfM25f9IZfLujdluRDpB8fd86fqA2oGnIBiySaUzcZWmfNNWdMw7q4FmRfkwtG6H3DL1HWTp8ZbDs926+uPoj9G4h3eLLUzuumPJcJtOYvl/K+/jqYEhWoffL8+KFNeByUgedq5QZO66YvBukrrvvPGu+6p1jEWkN6evJIeX3ONWbmOdVdc5oqnzZaToUYTuE6mw+uPzS+D8Gm0y0JWLGCrD/u2//D6N9bqIshMY0uyKvsrHZeY7M8uXWT3t+G8r/UH1NsY3L9NP9QP759IE4lX1nplcUyn/3u/VOvYT4TWT/rk5ZTq0XrlOrTw5V7JbUPo1PNiE7ost94Mma8ipzzqjbZ/JR1QZLsYmqjIOYRF0SE4ebH1X7Ck3bdE2NjwyyrFfhqZa1ovBnxfYI262btluRrb3QDH4+ec7aLL4tTZYZgPqdqqlAWfrS6txLhZOvfX6JeO56VaK3tUJc0vI7L/K6i3hbPdNKGfslrU/hnjDNLFU04TG6LmheHjHhSauvCq65A/P7PMozxTnjFzPbO+9gQCHWQd7rasTvqsgRAMaLtg18mfT8omE91WZ707SBH9tehWjLOUMQ7+6ftQOekk/upMjHnk680XMXC4zw66b4C4vrTqchJt9DTsNrG26DQ3kuX2Wf0w7UYWcgJDa/UyaUUvOqiuxCzhkx9xt9b1kmUZyGP1Ib96zmietIkTr4J2n40Tr+1hp4a8IGDMm0LO42nTOkHDwK6MfUshF6z9B7lKXDJeb3ZZPMoXcL6RZfntpxxZTnlAHJor5fyvv46mBIVmXOAkbf5ZH1zlV1rx1XrC4YlK677xk0k/jOR6a1SF9PDim/x6nexDyvaeeM1PIl9NSGPVBTv+bIxOjXnvOTibZEzFgB9n/37f9htM9NlIXQmGZX5BVqnwVZzvuGmf46W4JsN/SHmT15WKbbQvU11jYu00+hiQ6fPshX+JW/7zm2sKzec7lGv6ysLalallOf5dpNPjlUsVtS+zSpzhld7gN32TnjgJn+cv6VU+ar2GApNlGVcRAfofePicPN36p9haZtuqbGRwZZ1quwMCJUaY+w3bppuxXZ2m05Z4ylzZJvBbE5IaOWmNkTuR9owyAZstuTsa8iwjYDXaKO3N7QcrXLc22BXrMV9jo9tyAxjeIFfa3i9Y2qbPeZaa+4GKXrU7gbNf1rrHNVvBp9CjM35kR536sgxyadM2Rvs8cF8hbvyCem2AO0VyHtf0TIpKocAWB82qRBGPiHAoZXF9ubNgz8uu1VW84ZS9W+kHboHY3nWGSa3EmRQ5rX7gpzr830pIVrhJ/T9my+c88qvfarp43cUqGz3jShPF+lZXq51Z94WiG/UyaUUvOqiuxCzhkx9xt9V5l4Oq/59LYeX/KUgSqDf2LXvq/3rmvQBgzJNCbuNp0zzqgs5xU8P6VslL1n6D3K0uES8/uySebQu4V0iy9P7bhiynPKgGRR3y/lfdw6VyarGGeBldomyeDNjoR0hHRVrC4YlK7zOWdIHr4VkdaQvp4cUn6PU72JeV7Tzhmp5Us4rvr4Zkk6YtoRaUP2aFk7HmgTY2yJmLEC7P/u2//DaJ/rloWyMc2uyCvUPgu+yan8q9VjCXZeWX2NtY3L9FNoosOnD1bqu4hOXWSNS/6h592PzlL0Y6gtqVOWU+uFbTcVyaGK3ZLap0l1zuhyH3gUV86oaoOl2ERVxkF8hN4/Jg47TXX6Ck3bdE2Nj7Rd1oc5Rxtqj7Ddumm7FdnabTlnjKXN8tBjxIZY43n4DivT3tWCC/AoYOj95lxbrwXTNQTfKzGYfjfTe6mmXN+o5dRenihXuodL3utGgbJ/YGYu93zWhD3xfOw1/iU+pX5+W7FxKhuYT9nW5IrzjjbbVKHdNrM9JWV5x8sJeiZHdNOGwPU6cgSA8eJGQIeG2hvffWILiXftYsuAfGD8X7B3tb2pS5X2qqxd/9sUO2d8b2ZPNHzvXP9M/5cO8Y/Ws7ar0W3n61n9/4wJL1V40Mz0dhdZy1dxF5z274llqLt28lptz+5pZ2ypxit7Ha7TDtEnpu8dvlCN/O0NddZTHapj89wdzPjYTA8MhvLb5YmVl8tK4kzNqyqyO2JmOmfYxzH3G+3ovTTTX+P1tL5fKqgTKYN/ZzVvl2goWxI0xQYMyTQm7rK0u+/qk31RHc5lb+f9/Yplo+w9Q+9Rlg6XmN+7+eLqj9C7hXSLL4/tuGLKc+pgtK/vl/I+bp0rk1Xo/Ww+Nf0vYExCOkK66j8idcGgdJ2bx5KWHyLlHNLXZXW2rfwep3oT8zy3LRtU+VqiNuxe7cvv0zGcZYFxg7I6u8WyHd9Vu29tgVxjbAl7rEDS9xH2fyft/1gG2T430YcsG9NsSl5l/aeqY7OiW44X/P5HM3tl41D+l9XXWNu4TD+FJjqKxg5lhWHXsUye+TjQ/sS0VaG2pE5ZTq0XRyL6YLF9GJeUPo1PNiE7YluH+8Cp/TNfH7qoT9NEnylEqg2WYhPF2L91nTNiyqqdpndr9BWatumqjo+49ssgy/owCM0VYrt1z3YraluLnDOwWRJtlsdWRr40M/eVCnHYzHbOsAltIwHjQ77cjA9RjrdVOUjFvWqm92fMCW3V8Y5WvhUVri/1KFtX6e4oUFp7tcI/N9NfG+Us1oGPExquRQyaG6ceiVL83fj3c11sZi+7V8ZmzYfH+v9yTaPU+Umt87kx81EgP3Nl9LTkNyv1+b+qIvxEDZKTJn3lDEnvw8D1qnIEgPGiTHcXtTeh+7aonvtTDbRTqv9Gpb2pS9X2qqhdX6kG/JS2Mwed992jxut3asC+qf+/sgzf3SqPv7Tzc1mN8U36m2dm+suhy2o4z9f8nSqwgTfqAMeU2hUrrUEW2ULtorahF6z07tV3eKTpztmpAyX/6ICN7Sm/T2Ut134yxc4i29R2ym33g9oZNwFbq6pDdVmeL9O0/q1tff77zzUOX377OKHPkHr0vxFyjs2rKrLbqGVU+jH7tezYx/NK7rf50Onwn/MMAIid87WZ/jpHjn/TsrNJ3/+Rlqetes9xLed/ax5M6T3LG7ABNwZk2iuJuyzt7ru6sl9SUoeNpRN/1vfItzF8K7FshMrulggZlKXDNxhS9Hs3X4r0R+jdQrrFzuNdHhmEynNMeSzr+6W+j1sHV5SUybL3s+uC7+u02DLjK6+xuqBtXZcP/PygaTmn/Wo7LaG0FrWPZXW27fwep3pT1i752rJBlK89+swD1mD2nyY86RLSr1vVblxvDWi+Ujls9sh1e4kt4Y4VfKjp62H/d87+j2XQ7XPdPmTZmGZT8gqNi1Ydm92h5fiyZ3xvi+btlN4TY+eV1ddY2zikn4p0fdnY4WEze8J/pfFPVKW2VUVtSd2yHFsv/tOxm/4rIIdUuyVFbj7ZxNj+XewDV+mfuYT6NE30mcrG0VNtsFibqMz+DdVRk2AnlZVVO03ravYVmrTpqo6P2PbLIMv6sAjNFWK7dct2K2pbRUectcrpXmyWxmyWaA4HOmU9M9tLD8aTnha25Q0+76gqgMMVrrsNWBGrEV0nuGUN3iBHABhV0FPd50NTbeutUQCH6rnDUuPfqk86x/vncNwwvn0/iMO3rQkAYwXY/wDj0j53XR8AfWAAynr32yNst260rdgsFSq+zR7DdgJt0+XliVykIt3E6IFE5IvOvWQDoK8BoGXEs3nXHH4/HKrnDme1k2p/PSP7Zx830/toz8W4YbSg7zd4ZGlcnDOAsQIAGMf2GX0A9IGBsj5aZZ3+Im0rNktLFV+Whz5L+W2Vri9P5EO+tjuA6CASWS5qM9kA6GsAgFY76zhUjxZiT4uXvexdK0skypYl4gC4aI7HDaNZVun7DYZ8yVRxnpogO4CxAgAYo/YZfQD0gYGyPpplnf4ibSs2SwsV/6Tx79kNzcFSXAAA6GsAgDo2Ow7VAAAAAAAAQB8YgLIOACNc8WVZjmX6vyyb0/by7eJpMu5fIbMUFwAMA1nWfNyXjlyXha3oawAY0c46DtUAAAAAAABAHxiAsg4AI8CbWfg8C99mYaOekyVG/snCKw3ydfCmFtMg+858Y/pL684VZKngKSu80nfcEriHpbgAYNCsUMPPXQFiQRYuZ+FEFk7p/zGGYNl961QXSrvyPAsXE++vmq5YIzh2CWn0NQB0pbM+aIdqAAAAAAAAAPrAAJR1ABhRZKLtoyzsM3PLOUOQCUj5slqWHpI9nMUJ5mUWVnl+y/JEADBo5queWuK5ds/RSeey8GnEM0P3SXx3TH+FirX6uyn9TWy8VdMVizjWrYnIN/Q1AAyaLjhUAwAAAAAAANAHBqCsA8AII19NLzZ+5ww5f13PTznhqP5Gvpi+YPpbovydhbc78l7zVWGet869pWk/5Pk9yxMBwKA5nYWPPee3qK5aZ51bq+c2BJ5Xdt9+01+pw+ZBFu5G3l81XSnsMH0HkBDoawAAAAAAAAAAAAAAABgp3s/Cav3f55whTgzi5PBEj4+Y/mSizSdZ+ND0V6aQZz3vyLtJ2mXC8E3rnDiaiBOJOznJ8kQAMAx+Ud3rInr2tee8eOueDDyv7L6e55ro8KuR98emS5w4ZDWNm3rPXW1fxONYtiO5oW3FVc+zevq8lQXviL4GAAAAAAAAAAAAAACAkUL2UNpuHRdtayITabf1//tZ2OxclyV9lpvpSb91HXm/O5o2+SpdnDJkqfxLZrZjBssTAcAwEIc2cSDb6bl2o0AfvzSz976re98jM72NSNn9Kc8X54zHZtqR4ozpO8dt1eP1+v5rPc97ZvyrMKGvAQAAAAAAAAAAAAAAYOT4wkxPcOWTXFP6v/01s3xVLZNkMpH4zPOcu2Z6q5MzHXm3fEuTs1lYqP9/iMgBoEPsUr252HOtyAlCzlVxzii6T7Y5OZJwf8rzxSHujhPXlHXc0+MJz/O+ysIViggAAAAAAAAAAAAAAADMRXwrZ4hjgzhrLMnC0Sx85ly/l4VTpu8MIaFX8NwTpr+0/YEBvUu+pUm+isdNfbeFiBkAOsJO1VPLPNdEZ1bZ1iTlvs2q11PuT3m+65yxz8x0zjCm2DnjS+Pf8gQAAAAAAAAAAAAAAABg5HGdM2TCUCbWvtZj2dpEnBzezMJGPffS+l+2NnEn+lZl4XvrWP5fOYB3kXT/ZB1vM/1JwFOIGQA6whuql3Z5rm3Ua2usc6v13MbAM2Pv25KFg869vYj7U9JVxznjD097AgAAAAAAAAAAAAAAADAncJ0zxBlDJs526/FF019F47T1G5k8e276ThrylfNS55myzYm91L3837aDhEwUypfd7iofT7Lwp/FvIQAAMAwemeIVhR5k4X3rWLZp+sL5zbEsvJd439YsXM7CditIGiYi749Jl1DmnBHa1kTamg0UDwAAAAAAAAAAAAAAABgHjpiZjhVVEAePd6zjd7PwaYtp3mT6jhlTGq5Y107pub+yMA/xAkAHEJ14o+DaYtVhJzRcM7Ody2T7j68S7pNVhF5YOjIP4rjWi4w3Jl2yZcqPWXis/y/XeySuSdNfNeRdPf4oCyucex9SNAAAAAAAAAAAAAAAAADika+mD1vHR8zML6kBAMYZcYgQR4TlZMX/IyturCcbAAAAAAAAAAAAAAAAAOKRVTKOWseTpt2VMwAARg1xzLhpWNEnbyP2kg0AAAAAAAAAAAAAAAAAachWIvbWKFf1HAAATLM0CwfGPA/Wmv6WJgAAAAAAAAAAAAAAAACQyJosfGcdy/L9q8gWAAAAAAAAAAAAAAAAAAAAgOZ4OwvHNBwiOwAAAAAAAAAAAAAAAAAAAKAq/wc/548yY8RAbAAACMB0RVh0TWF0aE1MADxtYXRoIHhtbG5zPSJodHRwOi8vd3d3LnczLm9yZy8xOTk4L01hdGgvTWF0aE1MIj48bXN0eWxlIG1hdGhzaXplPSIxNnB4Ij48bXN1Yj48bWk+RjwvbWk+PG1uPjEyPC9tbj48L21zdWI+PG1vPj08L21vPjxtZnJhYz48bW4+MTwvbW4+PG1yb3c+PG1uPjQ8L21uPjxtaT4mI3gzQzA7PC9taT48bXN1Yj48bWk+JiN4M0I1OzwvbWk+PG1uPjA8L21uPjwvbXN1Yj48L21yb3c+PC9tZnJhYz48bWZyYWM+PG1yb3c+PG1vPnw8L21vPjxtc3ViPjxtaT5xPC9taT48bW4+MTwvbW4+PC9tc3ViPjxtbz58PC9tbz48bW8+fDwvbW8+PG1zdWI+PG1pPnE8L21pPjxtbj4yPC9tbj48L21zdWI+PG1vPnw8L21vPjwvbXJvdz48bXN1cD48bWk+UjwvbWk+PG1uPjI8L21uPjwvbXN1cD48L21mcmFjPjxtbz49PC9tbz48bW8+KDwvbW8+PG1uPjg8L21uPjxtbz4uPC9tbz48bW4+OTk8L21uPjxtbz4mI3hENzs8L21vPjxtc3VwPjxtbj4xMDwvbW4+PG1uPjk8L21uPjwvbXN1cD48bW8+JiN4MjAwQTs8L21vPjxtdGV4dD5OPC9tdGV4dD48bW8+JiN4Qjc7PC9tbz48bXN1cD48bXRleHQ+bTwvbXRleHQ+PG1uPjI8L21uPjwvbXN1cD48bW8+LzwvbW8+PG1zdXA+PG10ZXh0PkM8L210ZXh0Pjxtbj4yPC9tbj48L21zdXA+PG1vPik8L21vPjxtbz4mI3hENzs8L21vPjxtZnJhYz48bXJvdz48bW8+KDwvbW8+PG1uPjE8L21uPjxtbz4uPC9tbz48bW4+NjA8L21uPjxtbz4mI3hENzs8L21vPjxtc3VwPjxtbj4xMDwvbW4+PG1yb3c+PG1vPi08L21vPjxtbj4xOTwvbW4+PC9tcm93PjwvbXN1cD48bW8+JiN4MjAwQTs8L21vPjxtdGV4dD5DPC9tdGV4dD48bW8+KTwvbW8+PG1vPig8L21vPjxtbj4zPC9tbj48bW8+LjwvbW8+PG1uPjIwPC9tbj48bW8+JiN4RDc7PC9tbz48bXN1cD48bW4+MTA8L21uPjxtcm93Pjxtbz4tPC9tbz48bW4+MTk8L21uPjwvbXJvdz48L21zdXA+PG1vPiYjeDIwMEE7PC9tbz48bXRleHQ+QzwvbXRleHQ+PG1vPik8L21vPjwvbXJvdz48bXJvdz48bW8+KDwvbW8+PG1uPjA8L21uPjxtbz4uPC9tbz48bW4+MDIwMDwvbW4+PG1vPiYjeDIwMEE7PC9tbz48bXRleHQ+bTwvbXRleHQ+PG1zdXA+PG1vPik8L21vPjxtbj4yPC9tbj48L21zdXA+PC9tcm93PjwvbWZyYWM+PG1vPj08L21vPjxtbj4xPC9tbj48bW8+LjwvbW8+PG1uPjE1PC9tbj48bW8+JiN4RDc7PC9tbz48bXN1cD48bW4+MTA8L21uPjxtcm93Pjxtbz4tPC9tbz48bW4+MjQ8L21uPjwvbXJvdz48L21zdXA+PG1vPiYjeDIwMEE7PC9tbz48bXRleHQ+TjwvbXRleHQ+PG1vPi48L21vPjxtdGV4dD5UaHVzLCBmb3JjZSYjeEEwOzwvbXRleHQ+PG1zdWI+PG1pIG1hdGh2YXJpYW50PSJib2xkIj5GPC9taT48bW4+MTI8L21uPjwvbXN1Yj48bXRleHQ+JiN4QTA7aGFzIHRoZSBmb2xsb3dpbmcgbWFnbml0dWRlIGFuZCBkaXJlY3Rpb24gKHJlbGF0aXZlIHRvIHRoZSBwb3NpdGl2ZSBkaXJlY3Rpb24gb2YgdGhlJiN4QTA7PC9tdGV4dD48bWk+eDwvbWk+PG10ZXh0PiYjeEEwO2F4aXMpOjwvbXRleHQ+PG1uPjE8L21uPjxtbz4uPC9tbz48bW4+MTU8L21uPjxtbz4mI3hENzs8L21vPjxtc3VwPjxtbj4xMDwvbW4+PG1yb3c+PG1vPi08L21vPjxtbj4yNDwvbW4+PC9tcm93PjwvbXN1cD48bW8+JiN4MjAwQTs8L21vPjxtdGV4dD5OPC9tdGV4dD48bW8+JiN4QTA7JiN4QTA7PC9tbz48bXRleHQ+YW5kPC9tdGV4dD48bW8+JiN4QTA7JiN4QTA7PC9tbz48bW4+MTgwPC9tbj48bW8+JiN4QjA7PC9tbz48bW8+LjwvbW8+PG1vPiYjeEEwOyYjeEEwOzwvbW8+PG10ZXh0PihBbnN3ZXIpV2UgY2FuIGFsc28gd3JpdGUmI3hBMDs8L210ZXh0Pjxtc3ViPjxtaSBtYXRodmFyaWFudD0iYm9sZCI+RjwvbWk+PG1uPjEyPC9tbj48L21zdWI+PG10ZXh0PiYjeEEwO2luIHVuaXQtdmVjdG9yIG5vdGF0aW9uIGFzOjwvbXRleHQ+PG1zdWI+PG1pIG1hdGh2YXJpYW50PSJib2xkIj5GPC9taT48bW4+MTI8L21uPjwvbXN1Yj48bW8+PTwvbW8+PG1vPi08L21vPjxtbz4oPC9tbz48bW4+MTwvbW4+PG1vPi48L21vPjxtbj4xNTwvbW4+PG1vPiYjeEQ3OzwvbW8+PG1zdXA+PG1uPjEwPC9tbj48bXJvdz48bW8+LTwvbW8+PG1uPjI0PC9tbj48L21yb3c+PC9tc3VwPjxtbz4mI3gyMDBBOzwvbW8+PG10ZXh0Pk48L210ZXh0Pjxtbz4pPC9tbz48bWkgbWF0aHZhcmlhbnQ9ImJvbGQiPmk8L21pPjxtbz4uPC9tbz48bW8+JiN4QTA7JiN4QTA7PC9tbz48bXRleHQ+KEFuc3dlcik8L210ZXh0PjwvbXN0eWxlPjwvbWF0aD56qzhgAAAAAElFTkSuQmCC\&quot;,\&quot;slideId\&quot;:284,\&quot;accessibleText\&quot;:\&quot;F subscript 12 equals fraction numerator 1 over denominator 4 pi epsilon subscript 0 end fraction fraction numerator vertical line q subscript 1 vertical line vertical line q subscript 2 vertical line over denominator R squared end fraction equals left parenthesis 8.99 cross times 10 to the power of 9   text N end text times text m end text squared divided by text C end text squared right parenthesis cross times fraction numerator left parenthesis 1.60 cross times 10 to the power of negative 19 end exponent   text C end text right parenthesis left parenthesis 3.20 cross times 10 to the power of negative 19 end exponent   text C end text right parenthesis over denominator left parenthesis 0.0200   text m end text right parenthesis squared end fraction equals 1.15 cross times 10 to the power of negative 24 end exponent   text N end text. text Thus, force  end text bold F subscript 12 text  has the following magnitude and direction (relative to the positive direction of the  end text x text  axis): end text 1.15 cross times 10 to the power of negative 24 end exponent   text N end text    text and end text    180 degree.    text (Answer)We can also write  end text bold F subscript 12 text  in unit-vector notation as: end text bold F subscript 12 equals negative left parenthesis 1.15 cross times 10 to the power of negative 24 end exponent   text N end text right parenthesis bold i.    text (Answer) end text\&quot;,\&quot;imageHeight\&quot;:46},{\&quot;mathml\&quot;:\&quot;&lt;math style=\\\&quot;font-family:stix;font-size:16px;\\\&quot; xmlns=\\\&quot;http://www.w3.org/1998/Math/MathML\\\&quot;&gt;&lt;mstyle mathsize=\\\&quot;16px\\\&quot;&gt;&lt;msub&gt;&lt;mi&gt;F&lt;/mi&gt;&lt;mn&gt;12&lt;/mn&gt;&lt;/msub&gt;&lt;mo&gt;=&lt;/mo&gt;&lt;mfrac&gt;&lt;mn&gt;1&lt;/mn&gt;&lt;mrow&gt;&lt;mn&gt;4&lt;/mn&gt;&lt;mi&gt;&amp;#x3C0;&lt;/mi&gt;&lt;msub&gt;&lt;mi&gt;&amp;#x3B5;&lt;/mi&gt;&lt;mn&gt;0&lt;/mn&gt;&lt;/msub&gt;&lt;/mrow&gt;&lt;/mfrac&gt;&lt;mfrac&gt;&lt;mrow&gt;&lt;mo&gt;|&lt;/mo&gt;&lt;msub&gt;&lt;mi&gt;q&lt;/mi&gt;&lt;mn&gt;1&lt;/mn&gt;&lt;/msub&gt;&lt;mo&gt;|&lt;/mo&gt;&lt;mo&gt;|&lt;/mo&gt;&lt;msub&gt;&lt;mi&gt;q&lt;/mi&gt;&lt;mn&gt;2&lt;/mn&gt;&lt;/msub&gt;&lt;mo&gt;|&lt;/mo&gt;&lt;/mrow&gt;&lt;msup&gt;&lt;mi&gt;R&lt;/mi&gt;&lt;mn&gt;2&lt;/mn&gt;&lt;/msup&gt;&lt;/mfrac&gt;&lt;mo&gt;=&lt;/mo&gt;&lt;mspace linebreak=\\\&quot;newline\\\&quot;/&gt;&lt;mo&gt;=&lt;/mo&gt;&lt;mo&gt;(&lt;/mo&gt;&lt;mn&gt;8&lt;/mn&gt;&lt;mo&gt;.&lt;/mo&gt;&lt;mn&gt;99&lt;/mn&gt;&lt;mo&gt;&amp;#xD7;&lt;/mo&gt;&lt;msup&gt;&lt;mn&gt;10&lt;/mn&gt;&lt;mn&gt;9&lt;/mn&gt;&lt;/msup&gt;&lt;mo&gt;&amp;#x200A;&lt;/mo&gt;&lt;mtext&gt;N&lt;/mtext&gt;&lt;mo&gt;&amp;#xB7;&lt;/mo&gt;&lt;msup&gt;&lt;mtext&gt;m&lt;/mtext&gt;&lt;mn&gt;2&lt;/mn&gt;&lt;/msup&gt;&lt;mo&gt;/&lt;/mo&gt;&lt;msup&gt;&lt;mtext&gt;C&lt;/mtext&gt;&lt;mn&gt;2&lt;/mn&gt;&lt;/msup&gt;&lt;mo&gt;)&lt;/mo&gt;&lt;mo&gt;&amp;#xD7;&lt;/mo&gt;&lt;mfrac&gt;&lt;mrow&gt;&lt;mo&gt;(&lt;/mo&gt;&lt;mn&gt;1&lt;/mn&gt;&lt;mo&gt;.&lt;/mo&gt;&lt;mn&gt;60&lt;/mn&gt;&lt;mo&gt;&amp;#xD7;&lt;/mo&gt;&lt;msup&gt;&lt;mn&gt;10&lt;/mn&gt;&lt;mrow&gt;&lt;mo&gt;-&lt;/mo&gt;&lt;mn&gt;19&lt;/mn&gt;&lt;/mrow&gt;&lt;/msup&gt;&lt;mo&gt;&amp;#x200A;&lt;/mo&gt;&lt;mtext&gt;C&lt;/mtext&gt;&lt;mo&gt;)&lt;/mo&gt;&lt;mo&gt;(&lt;/mo&gt;&lt;mn&gt;3&lt;/mn&gt;&lt;mo&gt;.&lt;/mo&gt;&lt;mn&gt;20&lt;/mn&gt;&lt;mo&gt;&amp;#xD7;&lt;/mo&gt;&lt;msup&gt;&lt;mn&gt;10&lt;/mn&gt;&lt;mrow&gt;&lt;mo&gt;-&lt;/mo&gt;&lt;mn&gt;19&lt;/mn&gt;&lt;/mrow&gt;&lt;/msup&gt;&lt;mo&gt;&amp;#x200A;&lt;/mo&gt;&lt;mtext&gt;C&lt;/mtext&gt;&lt;mo&gt;)&lt;/mo&gt;&lt;/mrow&gt;&lt;mrow&gt;&lt;mo&gt;(&lt;/mo&gt;&lt;mn&gt;0&lt;/mn&gt;&lt;mo&gt;.&lt;/mo&gt;&lt;mn&gt;0200&lt;/mn&gt;&lt;mo&gt;&amp;#x200A;&lt;/mo&gt;&lt;mtext&gt;m&lt;/mtext&gt;&lt;msup&gt;&lt;mo&gt;)&lt;/mo&gt;&lt;mn&gt;2&lt;/mn&gt;&lt;/msup&gt;&lt;/mrow&gt;&lt;/mfrac&gt;&lt;mo&gt;=&lt;/mo&gt;&lt;mn&gt;1&lt;/mn&gt;&lt;mo&gt;.&lt;/mo&gt;&lt;mn&gt;15&lt;/mn&gt;&lt;mo&gt;&amp;#xD7;&lt;/mo&gt;&lt;msup&gt;&lt;mn&gt;10&lt;/mn&gt;&lt;mrow&gt;&lt;mo&gt;-&lt;/mo&gt;&lt;mn&gt;24&lt;/mn&gt;&lt;/mrow&gt;&lt;/msup&gt;&lt;mo&gt;&amp;#x200A;&lt;/mo&gt;&lt;mtext&gt;N&lt;/mtext&gt;&lt;mo&gt;.&lt;/mo&gt;&lt;mspace linebreak=\\\&quot;newline\\\&quot;/&gt;&lt;mspace linebreak=\\\&quot;newline\\\&quot;/&gt;&lt;mtext&gt;Thus, force&amp;#xA0;&lt;/mtext&gt;&lt;msub&gt;&lt;mi mathvariant=\\\&quot;bold\\\&quot;&gt;F&lt;/mi&gt;&lt;mn&gt;12&lt;/mn&gt;&lt;/msub&gt;&lt;mtext&gt;&amp;#xA0;has the following magnitude and direction (relative to the positive direction of the&amp;#xA0;&lt;/mtext&gt;&lt;mi&gt;x&lt;/mi&gt;&lt;mtext&gt;&amp;#xA0;axis):&lt;/mtext&gt;&lt;mspace linebreak=\\\&quot;newline\\\&quot;/&gt;&lt;mn&gt;1&lt;/mn&gt;&lt;mo&gt;.&lt;/mo&gt;&lt;mn&gt;15&lt;/mn&gt;&lt;mo&gt;&amp;#xD7;&lt;/mo&gt;&lt;msup&gt;&lt;mn&gt;10&lt;/mn&gt;&lt;mrow&gt;&lt;mo&gt;-&lt;/mo&gt;&lt;mn&gt;24&lt;/mn&gt;&lt;/mrow&gt;&lt;/msup&gt;&lt;mo&gt;&amp;#x200A;&lt;/mo&gt;&lt;mtext&gt;N&lt;/mtext&gt;&lt;mo&gt;&amp;#xA0;&amp;#xA0;&lt;/mo&gt;&lt;mtext&gt;and&lt;/mtext&gt;&lt;mo&gt;&amp;#xA0;&amp;#xA0;&lt;/mo&gt;&lt;mn&gt;180&lt;/mn&gt;&lt;mo&gt;&amp;#xB0;&lt;/mo&gt;&lt;mo&gt;.&lt;/mo&gt;&lt;mo&gt;&amp;#xA0;&amp;#xA0;&lt;/mo&gt;&lt;mspace linebreak=\\\&quot;newline\\\&quot;/&gt;&lt;mspace linebreak=\\\&quot;newline\\\&quot;/&gt;&lt;mtext&gt;We can also write&amp;#xA0;&lt;/mtext&gt;&lt;msub&gt;&lt;mi mathvariant=\\\&quot;bold\\\&quot;&gt;F&lt;/mi&gt;&lt;mn&gt;12&lt;/mn&gt;&lt;/msub&gt;&lt;mtext&gt;&amp;#xA0;in unit-vector notation as:&lt;/mtext&gt;&lt;mspace linebreak=\\\&quot;newline\\\&quot;/&gt;&lt;msub&gt;&lt;mi mathvariant=\\\&quot;bold\\\&quot;&gt;F&lt;/mi&gt;&lt;mn&gt;12&lt;/mn&gt;&lt;/msub&gt;&lt;mo&gt;=&lt;/mo&gt;&lt;mo&gt;-&lt;/mo&gt;&lt;mo&gt;(&lt;/mo&gt;&lt;mn&gt;1&lt;/mn&gt;&lt;mo&gt;.&lt;/mo&gt;&lt;mn&gt;15&lt;/mn&gt;&lt;mo&gt;&amp;#xD7;&lt;/mo&gt;&lt;msup&gt;&lt;mn&gt;10&lt;/mn&gt;&lt;mrow&gt;&lt;mo&gt;-&lt;/mo&gt;&lt;mn&gt;24&lt;/mn&gt;&lt;/mrow&gt;&lt;/msup&gt;&lt;mo&gt;&amp;#x200A;&lt;/mo&gt;&lt;mtext&gt;N&lt;/mtext&gt;&lt;mo&gt;)&lt;/mo&gt;&lt;mi mathvariant=\\\&quot;bold\\\&quot;&gt;i&lt;/mi&gt;&lt;mo&gt;.&lt;/mo&gt;&lt;mo&gt;&amp;#xA0;&lt;/mo&gt;&lt;/mstyle&gt;&lt;/math&gt;\&quot;,\&quot;base64Image\&quot;:\&quot;iVBORw0KGgoAAAANSUhEUgAABfoAAAJhCAYAAAAZhQHWAAAACXBIWXMAAA7EAAAOxAGVKw4bAAAABGJhU0UAAAEvcu6ehgAAgABJREFUeNrs3Q/kXuX/OP7Ly8zMRGZmJpGZmSQymUzGJDOZkSTJjCRJEslbkoxkksx4m0mSkUySRDJJPt5kJkkiSZKJZDIzo9+5fvd1f1/X63T/Oec+59x/XvfjwWX1uq/z7zrnXOc6z3Od64QAy+lskf4p0ifrdJ3X+/YBAAAAALDkBPrtEwAAAAAAFphAv30CAAAAAMACE+i3TwAAAAAAWGAC/fYJAAAAAAALTKDfPgEAAAAAYIEJ9NsnAAAAAAAsMIF++wQAAAAAgAUm0G+fAAAAAACwwCYJKt9fpPeL9EeRbhTpUpHuKdLOIj2e0u1zss5Nguaz2k6BfgAAAAAAKqsTVL6tSF+k/J8WaV/6ewx+/69IL6bfYtozJ+s8SdB81tsp0A8AAAAAQGVVg8oHivRnyvvCgN9PFOmv9PvPc7LOdfPOy3YK9AMAAAAAUFmVoPLBIl1P+Z4ckudYWO3lfnoO1nmSvPOynQL9AAAAAABUNi6ovCus9mA/M2I+z4bVAPiRGa/zJHnnaTsF+gEAAAAAWrC1SG8U6aN1vp2jgsorRbqcfv+pSJtGzOejlC9+tHbDDNd5krzztp0C/QAAAAAADdxSpFeL9HdYjmDrqKDyc2G19/rDI+axJfQC3zHfxzNe50nyztt2CvQDAAAAAEwg9uJ+Max+iLWfljXQH3urX0m//ThmHs9n5fXUDNd5krzzuJ0C/QAAAAAAE4i9+O8LvWFc4hjtyx7ofzwrg5dHTB8D5b9keW+b4TpPkncet1OgHwAAAACgoWNBoP98Vgb3jZj+pSzf9zNe50nyzuN2CvQDAAAAADR0NAj0573XV4ZMu6tI32X53pzxOk+Sdx63U6AfAAAAAKAhgf7Vj87+M2S6+GHar4t0Mst3aMbrPEneedxOgX4AAAAAgIYE+kO4npXB7aXfbinSl0V6tEgfpzzXwvAe8VXsqTF9m4H+aW9n29sHAAAAAMAAAv0hXMzKII5jv7lIm4p0vEg/h97HizeG1R7x5ydc/tbQGwrnZppfk3WeJG/X23lXkd4r0tU0jytFOl2knS1tHwAAAAAAAwj0h/BgVgbl9FLK80j2tydqLjf2in++SH9m85hFoL/L7TwSeg8wBs07Bvz3tLB9AAAAAAAMINDfEwPc34deT/TYIz32Zr87+/18Vk47ai439pjfXqSnwmwD/V1t5440rzeKtDf0xvq/r0jvZ/P6toXtAwAAAABggGUK9B8o0okiPVBzutgj/2oqo0sNln841A/011nnSbev6XaeKtLrQ347l23z/g7WGQAAAABg6S1ToH9Sh7Iyeq3BfCYJ9C/Cdl4esT07s3k+6lACAAAAAGifQP94/w2je6VXNe+B/km2M37Q98SYPH+neT7iUAIAAAAAaJ9A/3i/p/L5q+F85j3Q39Z2lvUD/fscSgAAAAAA7RPoH21fVj7nG85rngP9bW5nbkORbhbpZ4cSAAAAAEA3BPpH+zArn2cbzmueA/1tbmfuUAfzBAAAAAAgI9D/b/cV6XSRvsvKJqY/i/RmGD8m/TDzFujvajtz74fex3pXHFYAAAAAAN0Q6P+3TUXaMiZNYt4C/V1tZ99doTc+/26HFAAAAABAdwT6p2feP8bbprh93xbpIbsdAAAAAKBbAv3Ts0yB/neL9JRdDgAAAADQvWNBoH9aliXQ/0qRXrW7AQAAAACmIwZk+8HnHxVHp5Yh0P9kkc7Z1QAAAAAA3dsWekHZq2E1+BzTqSLtKdKKImrdeg/0x2GgRr0VErf5ZYcBAAAAAEBzMRj7T4V0QFG16khWtpvW2bYdLNI3ofcAacuAdG867g45DAAAAAAAWFTvhNVA/2PraLvuLtJfYfyDo18dAgAAAAAALKKT4d9DJMX0c5GeX/Bt21Gk30O1N0ROOhQAAAAAAAAAAAAAYIgnivRukb4N1XrnDkvbFCUAAAAAAMzOSpGuh9XA/Y0iPZD+nosfE91VpGNF+jLl/U3xAQAAAADA7MXgfj/Q/3HFaeKbAB8oOgAAAAAAmK07wtqheJ6uON07RXpB8QEAAAAAwGydCGsD/XsqTncu9Ib4AQAAAAAAZuh8WA3y/1xjuvuKtEHxAQAAAADAbF0Nq4H+c4oDAAAAAAAWx71h7bA9R4fkiz33PQQAAAAAAIA585+wGuS/WaRNQ/LFj+6+qrgAAAAAAGC+XAyrgf4vh+SJH9y9VqS7FBcAAAAAAMyPOBxP7MXfD/R/X6TTKf23SO8V6XL67acF2q7DYe1wRG2kqw4XcL4DAAAAwLyJ4/Hnwa3Pi/RJ+jf27s8/0vvmAm2XwB8sD+c7AAAAAEst9tzvB7bi0DwrA/I8m34/sEDbtbFIWztIVf0jtZKUtf2/COc7AAAAAMzUD2E1qPbhkDy3FOmKoqpFkFagX5peoB8AAAAAltbOsDao9tSQfPuLdFZxAQAAAADAfDkR1gb69wzJd1+RDiouAAAAAACYL+fDapD/Z8UBAAAAAACL5WpYDfSfW2fb5uOcsDyc7wAAAAAspXvD2mF7jq2z7Tsc2v8w6FWHDTjfAQAAAGBe/CesBrRuFumWdbZ9An+wPJzvAAAAACyli2E1oPXlFJcbP/i7ovgBAAAAAGByt4W1PVfPTmGZcbzrN0Pv7YGNFfLfVaT3Qq9X7Y0iXSnS6SLttPsAAAAAAFhmMeD+WVgb6L9cpNs7Wl7svf98kf7Mljcu0H8k9B4IDBpOIwb899iNAAAAAAAsozNheAA9pr+KdF/LyzxepO1FeipUC/TvCL1e/G8UaW+RtqR1ej+b/lu7EgAAAAAApiv/WOaoQP+pIr0+5Ldz2Tz2K1IAAAAAAJieqoH+yyN+35nN41FFCgAAAAAA01Ml0L+5SCfGzOfvNI9HFCkAAAAAAExP1R794/QD/fsUKQx1V5HeC73vXdwIvY9Ynw69t2IAAAAAACbSRqB/Q+h9TPhnxQlDHQnDP7odA/57FBEAAAAAMIk2Av2H0vTPKk4YaEfo9eJ/o0h7i7SlSPcV6f3s/PtWMQEAAAAAk2gj0B+DlfFjvStLUmanU3kddfhQ0akivT7kt3PZObhfUQEAAAAAdTUN9Mcxx+P4/LuXpLwOZeUl0E9Vl0ecXzuzY+pRRQUAAAAA1NUk0B/zx+FGHlqSsorDrfwSBPqpZ3ORTozJ0/+Y9SOKCwAAAACoq0mg/90iPbVEZfXfsPYDqgL968udoTcM1Q9h8Adz++l6kf4q0idF+k/o9chvqh/o32c3AAAAAAB1TRrof6VIry5ROcUhe24U6c0g0L8Mvg1rg/svFGlD+m1XkU6GtYH/ZxosK873ZpF+VuwAAAAAwCQmCfQ/GXofEF0W/SF7Yu/tE0Ggfxl8lO3n34bkeTysfRhwfMJl9b/78KxiBwAAAAAmUTfQH4Pbn4z4Pc7j5XVWRmeLdCn9t0D/criS7ed3R+TLh/n5dcJlxeGC4sd6VxQ7AAAAADCJI2E1ULlpTN6DRfqmSNtCr5d7Od0beg8BDq2j8nkg9IZm2Z3+X6B//dsd1vbUH/WB3PdKeW+puay7Qm98/t2KHQAAAACY1DthNUj52Ih8d4feB0j/GZN+XUdlc0vanhezvwn0r3/PZPs4jp1/64i85UD/rTWWE99+id8CeEiRAwAAAACTiB8TvRr+HaiPHwR9vpR3R5F+D+OD/P+k+a4X8SHI/5X+NkmgPz4weKlIX4Ve7+2bFctyz4B5xbcu4tjwcbiX74p0LfQ+Ehz35YdFuseh3diFbB9cGpP3yyzv3zWXE4cEekpxAwAAAAB0I367IB+yp69uoP9AWDvee9X0x4B5PRd6b1XEBwVnQm+IpP53Fe7Kpj1m901sJe33flm+PiLvHaV9dqrGcl4p0quKGwAAAACgG3H4ld/Cv99siOoE+veFXo/7fyZI50vzej+sPgAY1Gv/UFifwydN28HSfhj2vYn4ZsVXpTLfWnEZTxbpnKIGAAAAAOhOHFLl/4b8VjXQH4fricO+xKDu5vS3n0KvN34eEN6T5vXJiHk9my3zxJA8p4JAfxtey8ox9uxfGZAnPmj5Jsv3S6j+Md2jY/Z1fEPjZbsBAAAAAGByR0JvrPU7hvxeNdAfA8Z3Zv9/X5rm8wH54t9HjdX+U7bMTUPyxO8oxF7i/y3SLrtxYv/Lyjp+lyIG3eM3EZ5L5Xu59HscgmdLxXnHtwXiA4JtaZpyujf0HgIcshsAAAAAACYTh+yJwdtnRuSZ5GO80TtpmudKf+8H8XeOmDYf/mez3dSZ+BZG/qHkGPSPb2X8HdYO5xPH7T9Qc953h973FcYN2eRtDAAAAACABuKQPV+OyTNJoD8G52+kafZkf783/e3SmOnPZsu8kM0jDgEUe3/fate14uGwNui+Pf09vi2RPwB4suZ84/S/h2rfZjhpNwAAAAAATOah0BuTPY6/vnVEij3y+0HZx0u/DfNkyv9z6e9vpb+/Ombd4rjtH4fhweEf7L5WnMvK9LvSb59lv32tqAAAAAAA5k/ea37SNMzX6ffT2d/iR177vbzvHTHtvtB7QBDzxaFf4pjx/TH4Y8/++FbB7XZfK37J9uXbpd8eK+3r3YoLAAAAAGC+dBXo35v9/mD290Ppb3+OWKfb0u8x329BQL9Lu0v78qHS7xvC2rH6DbEDAAAAALCg6o7R/3rKG4PEK9nf+x/nPV/Kvyn773womWOKvlNPZ2Udx+PfOCBP/jDIR3MBAAAAABZUnUB//Ehuv0f+O9nfY8D/avr7c9nf7yrSK9n//5Uta0XRd+pCVtbDPsh8IKzt9X9IsQEAAAAALJ6qgf4tYe0HXA9kv92T/f2L0AvixyB/HIs/H57nZqge6I9jyO+weyYSy/ZaVtavjMj7c5bvXUUHAAAAALB4qgT6XyvSH1m+y6Xfj4XBY/yfKuW7lP32yIh1+k+RzkywLc+nZVwMvQ/Rxl7te5dwn95f2g8HRuR9Lct3I/Qe6AAAAAAAsEDGBfr3hX8H8B+skCcOF7OhlC8ODdPv1R+HADqe5dlWpCeK9H9h7fA/VcTvAMQ3Ca6E1cB+7NUehxeKPdsfWLJ9+mpYG7wf9fbErtJ+e9IpAQAAAACwWMYF+u8LawPB54bMJ/YMv16k30Pvg70bh+S7M/SGiIlDxsQgdAz8x2B8fDAQA9S3TbAN76Z1O1H6+0paTvw2wM4l2Z/9be7vrz8qTPN1lv97pwQAAAAAwPrzZugF8U/P4brdG3oB6viwYFDP9ZfC8ow/H99sOBvWPpiJD1LGfWT3ydI0p4OPJQMAAAAAMCVxeJ4YnP5wyO/9YYViwHvbOi6H+J2EG2HwtxJi+rtI+4dMe8uAaeObAAcdXgAAAAAAdK3/keDXhvwee6b3vwvwiOICAAAAAID5sSOs9kAfFcT/M+V5R5EBAAAAAMD8eDCsBvqPjMj3acrzsSIDAAAAAID5cTSsBvofHJHvk5TnsiIDAAAAAID5EYfr6Qf6D43I1w/0/6bIAAAAAABgftTt0X9JkQEAAAAAwPwwRj8AAAAAACywLWE10P/IiHy/pjzvKDIAAAAAAJgvP4deEP8/Q35fKdLNlOcxxQUAAAAAAPPldOgF8T8Y8vtd6fcY7N+uuAAAAAAAYL7cHXqB/L9Cr/d+2fPp948UFQAAAAAAzKfYmz8G8x8v/T0G/n8Ivd78exUTAAAAAADMp1uL9E2RroS1Af0zwdj8AAAAAACwEDYW6eUifV+kL0PvI70XinSPogEAAAAAAAAAAAAAAAAAAAAAAAAAAAAAAAAAAAAAAAAAAAAAAAAAAAAAAAAAAAAAAAAAAAAAAAAAAAAAAAAAAAAAAAAAAAAAAAAAAAAAAAAAAAAAAAAAAAAAAAAAAAAAAAAAAAAAAAAAAAAAAAAAAAAAAAAAAAAAAAAAAAAAAAAAAAAAAAAAAAAAAAAAAAAAAAAAAAAAAAAAAAAAAAAAAAAAAAAAAAAAAAAAAAAAAAAAAAAAYF3aU6QVxQCoGwAAAABgsWwt0ptFulmkjRXy7yrSuSJ9U6Qvi/Rzmn6rogR1g7oBAAAAAKYn9tB9vkh/FumflMYF8w4V6e8ivZD9bUfoBfZ+D72ev4C6Qd0AAAAAAFNwvEjbi/RUqBbMu61IfxXp2wG/7U7T/1SkTYoW1A3qBgAAAACYnsOhWjDvTMpzasjvX6TfX1akoG5QNwAAAADA9FQN5v2d8jwy5PeXw2rPXUDdoG4AAAAA5t6OFuYRP1D4RpE+mvG2bC7SkdALxpwPvd6ZG8ZME4M+D4XeEA9xLOeHi3TLOtm3TffLopVNlWDe1izPkSF5jmV5djVYnw1pnR4r0tNFeqZIT6RyPDhgHV8aMI87FrRu2FukR4v0bDp+Hgi98dKn4b4iPV6k51J5H5pw2eoGdYO6AQAAAJh7W0IvEH6mwTxiYOfVsNoL8pMZbEcM4MWgXhxS4WaRvkr/v7nCtPGBwLXQ6515tkjnivRrka4X6ZUF3rdt7JdFLJsqwbx9WZ6jFebz0ATrsb9IHxfpRprH5SK9m861s2l/9H/7uUgfpuP2nwHzeiv0HlrduiB1QxzH/Ous/PIUj58jHa53nPePQ5Z9pUgn1vnxr25QNwAAAABLJvYE/KFIJyecPn6I8MUi/RnWBtOmHeg/kLajP5TCAxWni4Gez9J0n4a1gZ8Y5Pwi+21lgfZrG/tlkcumSjBvc5bnqSF5DmV5Hqmx/BhwO59NG8voziF5t4XeOODlgPSg9Y779McwnR68TeqGGMS8GnoP3C6msrgQegHgfBu7CPY/FQYH+MvplLpB3aBuAAAAANaD2Gsx9m493WAesUdoHB4jBnP6Hy+cdqD/xWy5cfiJLTWmfT9NF4Neg3pDbg2rAbE3F2jftrFfFrlsqo7D/VPK8+GQ3/Ng3sMVlx2Hufkhm65qz+b4cOpqNt2WEfs2nre757RuiMfF76HXW/m20m9xmz4Ia3v2t73e/6RyjL2cH0377YUi/S/8O2B6VN2gblA3AAAAAIssjpsdAzEXW5xnPmbxtAL9b2XL/LDmtA9l0742It9rWb67F3BfT7JfFr1sqgbznkt5Ys/zO8aUXZXe5zHomQ8ZU3fImzx4ePuIfDFY/lvo9fidt7ohnpPvjfg9jkn+S7ad+1pc9xjMj4HUnUN+fzqsDfRfUjeoG9QNAAAAwKKKYzPHQNtfRdre4nxj79hpBvpfzpb3TRj/sd2y77Lp947ItzesHWZh0UyyXxa9bKoG86ILKd+3YTWgF3s7x16634dqwbXyvPrjam+aYN3fTNPfPyJPDBrGnrsX56xuiD2NL1U4F9/NyulwS+sehwu6OeZ4zcu3n25RN6gb1A0AAADAInon9IIFL7Q832kG+vPejfGDhbtqTp9/bPGvCvn/CNWDOg+l7d/UYPvi2wmPz2i/dFE2B0Ovl+kk6b0JtrlOMC86kcombksMVMehSY6H3lAY/cBcqLDf8wDyiQn3V+yNHgPW474z0e9x/Pwc1Q0xGHpPhXxnQ7VgcR3xTYK3K+S7rbSfDqkb1A3qBgAAAGDR3JsCAPGjmJtanve0Av0xOPNztqy3JpjHq9n0Fyrkz3tjPjsiX/yo4s2w2ot1kjLOl3XPDPZLF2WTB9fqpkmOpbrBvGH6vXbfqJD3UrbMa6H+Gya5i2F8T/fYez4+5IoB161zXjeU9cd4v9ziPONbPbdXzJuPd75f3aBuUDcAAAAAi+bz0As2nO9g3tMK9L8Q1gZ77phgHh9n05+tkD/vgfzBmLynwtohK6oG9OKQEHlg7NSM9kuXZTMtbQTz+r1wY+D7tjF595WOyablEHs5VwlafxTGj5U+D3VD+TiPQ4vEQOR9Lc63TkCz39M8Bt43qBvUDeoGAAAAYJHsCqvBhic6mP+0Av0/hX9/TDMOZRDH/f4q9Hr2xuEt4vAFtwyZx1/ZPJ6usMwns/y/VsiffyS4SkCvHMh7a4b7peuymYamwbzN2XH2UoX8J8PaYN5zU9rOZ9Py4sdzN8xx3ZCLvcKvhvbG5p/E32lbL6ob1A3qBgAAAGDR/CesBhsOdDD/aQT67w5rgyYxAPZ1GD60QwxylMczXinlebTCch/N8t+suK5VA3oxCPNR6CaQV3e/TKtsutY0mPdhqNe7/eNSuR2dwXY+PMd1Q18/+PjYDI+NW7NtfVzdoG5QNwAAAACL5rPQztjEw0wj0P9MWBs0ieMdxyBlf/iEuF0xsH85rP1Y7/3ZPDaX5nGswnKPlaapOuTGuIBeOZB3esb7ZZpl06UjE65PzHs+Tfd2jen+KJXBA1Pazjxo/f4c1w3x4UH5gVw8FrfP4NjoB59/CL3gdVA3qBvUDQAAAMAiuR5WxxXuwjQC/e+GakGTGJT5vyzfj2E1qLcl1O9hebQ0zZYa6zwsoLchlVP/tzNzsF+mXTZdeSdbn6q9xw+F3gc2fwm9YOAk51Y/3T/Fbe1/4PXXOawbYoD/2zD8jZvfwvSD/RfTsg/OwfGvblA3zHvdAAAAAMyZPEjzZ0fLmEagP+/h+r8xee8KawMsRwaUxbQCVuWA3pYwnUBe3f2y6MG8OB721fDvgPLPRXp+QP74Iec4Znz8tkPsrRuHuFiZYLnlYN7BKW7z36FZb/xp1A0xgL2/SC+GXrC0PPzWtOwPo4fAUTeoG9QNAAAAwFy7P7vh/72jZUwj0J8HwN6pkP9Slv+/6W+bQvOA1SRDUOQBvT8GrFeYg/0yq7KZlR2hneDj36UyeHCK25AfS3fPad2QiwHH86Xyum0Ky4295L8r0hdzePyrG9QN81g3AAAAAHMo/zDfpY6WMe1A/9kK+c9l+T/O/n4z+/sjFebzSGjno5Knw9qgzztT2Pd198usymaRfRPqj1/eljyY98Cc1g1lsWf0tzWPs6beTtt365we/+oGdcO81Q0AAADAHHowrB2qoAvTCPR/EOoFwp7K8l/O/v5T9vfjFeZzPMv/y4TrXh53O6bPQ/e9XOvul1mUzaJ7v7RfX5zisn8PzXoLT6NuGOSJbLkvdbys42nbts3p8a9uUDfMY90AAAAAzKF7shv+Kx0tYxqB/jezZZyvkP/xLP/X2d/zBwZVhsd4O8v/wQTrXQ7k5b2Zuw7o1d0v0y6b9SA/zmL6cIrLznvtHpzTumGQXdlyX+lwOfGNhfjR350V86sb1A3qBgAAAGBubcxu+K92tIxpBPqPheof443yIEv+0c9nQ73Ay4dZ/mdrrnMM5H0c/j3kUD5UR5cBvbr7ZZpls17Esbzzj25eS/t9Gv7KlnvLnNYN45bb1dA9MbgZe5LvrjGNukHdoG4AAAAA5lr/Nf6uxkqeRqA/Bk1upGXEf1fG5M+H7nkz+3vem/i3Csv9Lct/R431jQGdj8LwXrD5Rzi7CujV3S/TKpv1Jn/bJKYnprTc/vlwfY7rhkG2Z2W1t4P531ukX4u0r0LeTeoGdYO6AQAAAFgU58NqoGF7B/OfRqC/vB2HxuR9J8t7oPTbV9lvo3r87s7yfVljPeNDiFGBvL48oPdpaD+gN8l+6bps1qP4kdd8TOwfwuQ9d+N0VcaTz3vFfzbHdcMg/bdzuvgA8J2hF+Q/UCHvpgHnhbpB3aBuAAAAAOZWPozNkQ7mnw+rUzfQH4MScQznG+nfUUGQfEzx98fM94ewOu51WR7kennEPF7J8h2uuD0xkHchVB/PusuA3iT7pcuyWc8OhNVetDG9PcE84lsrMTD3WoW8+0M7H/nsum4Y5LNQbezwOnVDdHvoBVWrHI/b0jnxkrpB3aBuAAAA6Imvc58r0jeh13Pr59B7VXmrouncXUV6L/TGVo43kfFjinF83522k5LNYTXQ8HIH8381rAYWfqw57aNh7dAGx8fkfzesDjVy15A8h7I89w7J0w82xsDgoDGMY0/M/gcNP624LeVA3pmK05UDehtmvF+6KJtlEIOa17IyP1lj2tgL+rtQ/cOlj4V2hkZpq264I7UBvijSQxXW+2TLdcOO0OvJH8v/tzHpj1Q3xLRd3aBuUDcAc3rf8nowBBcAMEUxmPZ3kV4o3Wx/k24C9yiizhxJQYp/BqQr66jsl2U7p+FMKreLLc4z9op9Mt3M5PvmVNo3KxXm8Vhp2qfG5I89G78Oq2NFl4+BeCP1Sxj/oc8YkLoUVnu05r1l43/3A1qXQ/UHl5ME8vrysZybBvSa7pcuymZZxKFjvsvK/P/C6GFkYvnFHtB/la6l4/SH3PlsTuqGV0vH2gelczMec8+noMfzFedZtW6Ix/uPQ64To9In6gZ1g7oBmNP7lvuCb20AAFN0W7r5GDQsRn981p9CNx+RW3Y70k36G6H3IcMtqTH4ftaY/NZ2UnJ7WO3F2sbbEJ+EasG0cWNlx+E5Pgy9AOCFinXGpnRcXE/bE8e8jsGz2Ns/PnyMgaj9FeYTezOfSsuObyOdTemXNN+3Up4q7gyrwbMzE5bpqTR9nM9dM94vbZbNMopD4nydlXfsbX4+HRuxZ1/8hsSX6Tr5WqrvqtqQHWt3z0ndsCcFMcrH2S9pO+O/b6ZlVVW1brgU6gf5xw0ro25QN6gbgFndt2xJ9atAPwAwNf0egKeG/P5F6G6YkGUXy/z1Ib+dyxqT+20nJSdD/WED5lkM/MVhQuKQHidCb6iPSYJgsZfq0TSfmI6lv9W1f8QxW1XsGX1gjsq4rbJZVnF4kxhQfiwdozE9nsr0tgnn+XSoNsb7tOuGjaXzMf77cOgFPBaVukHdsOx1AzD9+5bYcaX/vROBfgBgKv4Oo4fGeDms9uqnXfGV+I1DftuZNSQftZ2UxPL8Pt00GLsXFk8MpMah8eJQNVvUDUDHdQMw3fuW+ND0YjqPBfoBGGhHg2njRSn2xoq9TOKYqo9M8QZwX+j1bHk+/XvfjOczj+L4nfH1wI8a3Nj3e989n/b1LRWX22+sHBnRSOnn2eU0bM3mdD6OMu4hzDD3Zftsd4N1jK+O93upxd5lzxTpiXR8HRzQCH6pg+0UqBouno9/ht7QAMBiidf7Kx3VceoGUDe4P5rvZce3PV5031rrvnWR7s/iB+Ljw7oYgxHoB+Bf4sXhTJhsPND4mnX8iFN/XNQ4jzj+5uV0wfkoXYi6sD8t54/Q+2J9XHZ/XNF44Ts85fnMo9ioeTVrMHwywTxij/trodfjPu7b+Erhr6kx8cqYafeF1YDw0SF5Dmd5HhqS52wYPD5s3D9VXv/eGMaPNXtiCc/9/nGxr+Z0/TGALzc4dz9O9UZ/Pu9m9ccn2W9x3Mk49vJX6f/b3s44RvD5YBiBUfsqjiN6WlHAwojD6sRA3l0dLkPdAOqGZb4/muWyN4TB3zopp/vdt9a6b12k+7P4wfX+g4A6gX731ABLIPbm+CFMNtbq4XQhjReGQR9NezFV9r+FZm8LDBJ7AMcPeX1XpG2l32Jv4z/Tsl+a0nzmzaZU/n+WLrx1GkzxQv5Zmu7TsLZ3dWxQfJH9tjJkHpuzZT81JM+hLM+wngtx/rFnypkBjYmPa5TJg9k2/ZMaUrEX+a4R27BebUjH/s8TTNv/6NOrNaeLDcjzWfnHY+fOIXnj+XhqwP7e2MF2vpjqMb3bBtuXbihfVRQw92KQ4/sp1WfqBlA3LNv90Tws++kwPtj6nfvW2veti3J/Fu+p3y9tX9VAv3tqgHWuf4M2SW+s/tfiY8V+74h8/QtAm68l3p9dVIYt+9EwPnjc1nzmUbzpvi9daM9M2GB6P00TG12DnvBvzRpkb46Yz08pz4dDfs8D/Q9XWK93BjRM6nzINzagfk/TvbDE53+/3J+tOd09WbnfWbPO+CGbtmqvmgeyuuafUH882arb+WqqD3cHBtme6o9TigLmVnxDKX5cc7O6AZhx3bBe74/mYdmxPX09tY+HJfetk923zvv9WQykx85J+VBEkw7d454aYJ3Zmy52Fyecvv9192tj8uXjr29rYb1XwmqwcFxP5B9HXPDbms8iODZBg+mhbJrXRuR7Lct395A8z6XfY++EO8as35EK67YlDO65cqhGmfR7le9Z4jogNogvh/q9Lk6G+h9PvjU7j/4J9YcJyx8G3d7hdn4Qem8gbQsM40EIzK/b1A3AnNUN6+n+aB6WfSRMNuym+9Zq963zfH8W//a/0PuO2aB747qBfvfUAOtIfAL8S5H+CpOPn38hVep/jcn3QHbReLCFdc8v5O+Nyft6GN57uK35LIKjEzSYvsum2Tsi396wdhiWccfLt2E12B8bK7EH//ehXhB32NiAf9a4kTmXptmwpHVAHJs1vmI5SWCm/4Ds9Qnqi/6DtU0TLPfNUH+80brbGR9IxF79FwMAAOvVJPdH87Dsr1KyX7q7b53X+7MYhxj09tykgX731ADrSP81rSavWH0cVntpj+rlnn9otY0PAr2fze/5Gg2FnzqazyAPpYbJpgbbGYe5eXxGDab8A7p/Vcj/R6gWqD+Rlh/zX0r74Hjova5Z5c2KcqPk8/DvsRwvVSz3/muhyyiW37dh+IePR9kTxg93Neh8aOMDTTtTffNAx9v5XMV6oY55qxMAAJbZIgb6+8NnHmlxXdy3/lvsMf/bhOm9Cbd73H1L3M74QGNQQL1poN89NcCCuze7EDS5oL+XXQhGfai2HzS7Edp50vtNttxHx+TdXbpg7e5gPmVxzPKbYbWnwCRlnPd+vmcGDaZXs/wXaq7vsxOsX79H/xs1GyXx2xKHwr97IbxTYR6nl7hR8m4Y/mHkcfpDdv1WY5pL2b651rAeiD3tD3e8nVtSfRVvFra2UN7zWCcAACyzRQz0f5i1wz9I911711kbdR7uWw+H8R87HpYmPZbG3bfEIXL+DMMfMPyTHRtVHzi4pwZYJz5PlfH5hvM5EtZ+ZX3QhT0fB//1ltb/r1A9QL+hdLE61sF8BjkV1r4WWLXRtFJqfLT1Ybu6DaaPs/xnK+Q/m+X/oOa69Xt7xwdPVV8RzBslITWKyg2TJ+e0URJ7Y8QhaPK3F+5JjbHYeLuRGmf/GTDtsbT/rqV88WFV3eGwXkkN4kldTuX2Vo3t/afB8VEWe9jcPoXt/CiMH+ezjnmrEwAAltmiBfrvCMODy/E7WC+GyQL17ltnr8p9y/nQ/gOHRb6nBiDZlVXaT7Qwv7xXfAxSlj8M0x+z7XyL25AH6Kv0Hr8ZBg8Z0tZ8hnmrZqOp3Fh6q8Uyq9tgysvm6Qr5n8zy/1pjvTaH3lBI494KGdcoic6UGiUxEH7vnDRK4pAzb4fedzH669d/tbL/Uah4fP1d2ob+B2vjdzS+DKsP1W6W8h2suB5PpnOyjfqj6jJPltb1uSmUd9PtDKlO6NdrbY05OU91AgDAMlu0QP/bYXxwN95XTdLD333r7LRx39J06J5FuacGYID/ZJX2gRbmFwOY+atiMQAZn0ZvC70esVeL9EzL2/B5trx3K+S/nuU/3cF82mg0bQirPYi7COjVaTCtlC7uj1aY/6OlY6Cq/uundR8EbRyyHz4vrftv6VicdaNkezpXjpcaTfG4+yL0XpVcSXn3h7UB/zge/Q/pPNqYbf/pLM83FY+BT8aU6ctj5vFCWt4fNbb949I+OTqFG6em2xnlr+w+3OL6zUudAACwzBYt0B/bhjGge19qm8ae6VfC4A+p3rXAbdR5vW+d5/uWNgP983xPDTCXmoz3NixdrbH8z7LpNra0TbvC2mB/P/1fkXZ0UIZvhrWvKY5zfUhDpK35NG00lRtLpzsoszoNps2h3jBFIeXJpxnXCyT+3n/98O0JtmdYo+TWtC/zdbk4Z42SKsfRW6UG6IEhDdvfs3zbRywz9r7/JjXQtgxI96bj4tCYdf9fWladXid/lPbHAx2WbVvb2T+W+uv8fsvrOQ91AgDAst0LT3p/NMt7s1Hi/cCJAffiv6S27CK2UeftvnUR7lvaDvQvwj01gMZNcn3Ci8A4MaD/3YB1eyu0N+xF352lZewfk/9Glvd4B/Np0mjakC7g5aFaZtlg2hLq98A+Wppmy4i8sbHyfWqAHplwezaOaFzG8Sv/LK3Pm3PUKLlaoZwerri/8ldmh5Xl3WHtK63D0rhXV3dmeR+coM7pp/s7Kte2tjN3M3T3Wu+s6wQAgGW7F570/miW92ZV3FpqPzYZM999a/favm9pO9C/CPfUAHMjVqZbO0h1LgD9V/raFHsTXxxywfpfGN3beBL52HGXw/An8Y+Mufi3NZ9JGk1bwvQCerNuMMWGQhzS6avQ68kfA9krDc+jUb1IYg+J8jj2D89Jo6RKoP9wxf31bhj9qmp8APd7xZukk2PWuz9m/d8191050H+wgzJtcztz+RBKGztY72nXCf9IkiRJkiR1kBbhXng9B/r7Pik9AFlZkDbqMgX6u7hv6SLQP+/31ACEXk/afgX9e4vzjeMEXklB3FuK9Hj499Pfn0O7w/jEHgX52N/xQ6V7st/jf78RemOb5+uxq6P5TNJoyoc0+e8cNSY3tdBg2jSgQdNmI2pcoyR6Ivy7t8+eBo2SuMwPQu/Njg/C5G+qdBXof7zjY6j/MeC6w9iUPzD8YFgc+Tl6d0fLmGadIBAhSZIkSdIsA/3zZD0G+m8t3WvcuyBt1Hm6b10ms7inBqBFefDwUkvzjONtxyfHP4W14wDGYT4uli4K33SwTU+kbek/af47XXw+Sb/lF/LfpzCfKk6XyuWdOWxM5k/uH6mQP3/jYRofNarSKIlOlcr6xyy4XrdR8mhpXscnXPdFDPRvr9mAzn0T6o+dOY+B/i6/LTCLOgEAYJmtx0B/lAfoH3LfOvP71nk2i3tqAFr0YFjbw76pOBxLP2g5LPh3pnRRONHRtsXXEuPHeMq9rM9ly357ivMZpjy2YUzxq/Zd9ySo22D6KdQLaB8Paz/+NC+NkjCgvD+asFHyWGk+T0247osY6H8qLeNGqP8mw/ulcntxgerM/LXart5EmFWdAACwzNZroD//2OzRBvNx37r+zeKeGoAW3ZNVzFdamF+/Ur8WRo//91G23C+muL3xDYN8fPC9M55PubH07RQbTXUbTB+Eeq9nvp3l/2DOGiUxmF7+UPR/wmRD93wYesHuCw321yIG+j9vsG8fL5X9hwtUZ+Y9+rv4tsAs6wQAgGW2XgP9h7J5H3HfOvP71nk2i3tqgHVZmc7qA0Qbw9qx1Zr6Jc3r4ph8t4XVV+quTbGsX2vpIt7GfMrfAjib/n56So2mug2mZ0O9wOyHWf5n56xR0j8Gr5QaJpdm1ChZtED/Ldn5+9gE08dtzB+UXQuTf99g2vKPi9/S8rxnXScAACzTvXDT+6NZ3pvVcTCb923uW2d+3zrv5+Oi3lMDzI3Dof2PH9UJ2veHomhjPLrrNS7A/wvTHQdvV7Z+MVi3c4bziY2l/K2Gck+Dt6bQaKrbYNqV5f+tQv7fsvx3zGGjJLovrA04z+rjYYsW6O+/3nojTP5B5TdLZf7EgtTXN9L6Xm95vvNQJwAALNu9cJP7o1nem9VxrMY9nPvW5bbI99QAGjfJ+Wy67Q23pd/b9XKFvBdCe28SjLMprVN/Ow/PcD4rYxpLgxpNn3bQaJqkMflVNs3uEfl2Z/m+nNJ5tGmCRkn0eBDor+vj7LicVBz+Kh/v/ocwea/+ON22KTZ8Y/qsxfnOS50AALBs98JN749meW9W1Ttpvq+6b52L+9Z5tsj31AAMqJSPNJxX/yObsZf+uMBb/5Wu8yPyxMBaHBrnRvp3kkDghtTg6G/joxNuWxvziY2lC6H6mIFdNpqOTdBgyhtZL4/I90po/lClrn7PjXcnmPZkEOiv0/jr92pv+iHtA9m8Jv2odSyvGHR/bQr7aX9o/wPC81QnAAAss0nuj9q6b51k2RvC6O/iRbvTvfmvod6buO5bl9M076nbiPUAMMDmsBpse7nhvO4Kq2N3nxyRb292AbhnRL5HSxeL4zXXJ47PeDFNGz+iOenHM9uYT7mxdKbidOVGU1sXwFez+f5YY7rP0jSxN/agMcpvDasfLP10isdx/1j534TTXwizCfSvZOdMTLdXaKz+WnE7nuuwnG+Gycc/zcUG9bVsnU/WmDbeuHwXpvfRrMdCu6/1zludAACwzCa9P2rjvrXuss+G1aE0Y9twUBA//i12rvtrzD23+9bp3rfOs2neUzc9ZwAY4Uyo9hHdKp7IKuunB/weP9jyffr9mTHzeqxU+T9VYz0eC6tDg8RXDndMuD1tzWeSxlLfmy02muKbFk+Gtb3IYzpVpD1hfK+QW8Pq2xixR0XeW2NT1qCKQxxtndLxuzs7pmJ6vsJ2lMUHXt+E6Qb6Y4PzjdJ+ODOg3LaXjp+YXhpQ9rEHfz4+YhwO5+7QbiC4P9RXm6+23hl6Afv+ev9f6PX2HyaWzyvppuWFKe6v/ra3NWzPvNQJAADLrOn9UZP71kmX/X0pf2z331tqX8d7m59DrzOe+9b5uG+dZ9O+p24S6wFgjNiL+GZKO1uY333ZRTUG8M6F3jhvMVB2I11MD1WYT3yd68M0zYUw/hXAHekC8W02zf4J1r+t+eQNrasTNpb6ToXVMSfvmnAen4Rq41oeqHABP5XKJjYez6b0SzqG3kp5uvZUWBsgztPfof4rh3G//z6lc+7xMfvg7ICG9qD0SMp3PbQ/TmnZhrD69s/THZXJ12Htmwvn0zkT6484vmh8wPBT6A3Vs2OKdeSG7By+u4X5zUudAACwzNq6P6p739p02QdTW7mcN97LXEm/vTzBPZn71uUzq3vqSc4ZAGroj6l2ssV5xiftMRB5IqVH0t+68FW6QMT1j98a2DDj+ZTFBwWvN5zHqxUaM9MUe0nEIWWOp3Qs/Y31aWd2Lm/vcDnxTYc4pM9j2fIeT8fabTPa9qdDtfFJl71OAABgOmJv64OpnXwi3Y/F++07tVHdtwJAfKIaX9WKPYPvUBwA/+/GIPZKiWOCblEcAAAAAMy7+JX1P0O7428DLLL4bY74CrQHoAAAAAAsjPiqXhxP77SiAJZcHMIrBvmNgQ9AV+I15r3U/r6RrjuxHb5T0QAAAE3tSzcZryoKYEnFD5jF4cz05AegK/F7UPGDkIM+ghjb4nsUEQAA0FT82Gb82v0pRQEsmbdC78O7mxUFAB3ZEXq9+N8o0t7Q+w7MfUV6P6wG+79VTAAAQFt2KwJgydymCADoWOxM8/qQ386F1WD/fkUFAAAAAADz53KRNg75LY7P3w/0P6qoAAAAAIBltaPBtDEA+1CRjhfp+SI9XKRbprTebS07DgPzeJGeK9ITRTpUpJUZrs8sy7SJLr7VEoeGOzEmz9+hF+h/xKkMAAAAACybONb5mZQmET/Gfa1IPxXpbOgNo/Jrka4X6ZWO172NZccPvP4Yhn/g9cQMymKWZdpU/G7L+SLdOuXl9gP9+5zSAAAAAMAyib2vfyjSyQmmjT3OPwu94OqnYe2wKvHhwRfZbystr3dby34qDA7wl9OpKa3PLMu0TS+G3sOTO6a0vA1Fulmkn53SAAAAAMAyiT2fY4/10xNO/37oBZ3/DIN7b29Nv8U8b7a87m0se1/6/Wro9UKPY7vH4XFeKNL/wr+D/UenUBazLNO2vZqOr91TWNahVCbPOq0BAAAAgGWxN/QCxhcnnD6OHd8PgL82It9rWb67W1r3tpYdg/nxbYadQ6Z/OqwN9F/qeH1mWaZd+aBIvxVpW8fLiQ9I4sd6V5zaAAAAAMAyiB90/aVIfxVp+4Tz+C6sBpv3jsi3N8v3aUvr38ay94feUC97xyzrzbA22H9Lh2UxyzLtSnwrIfbqv9jhMu4KvfH5dzu1AQAAAIBl8U7oBYlfmHD6/pA3Mf1VIf8fWf7bG657W8uOQ/W8XWH628LaQP+hjtZnlmXatefSej7fwbzjNwy+Db23IQAAAAAAlsK9oRd0vV6kTRPO49WwGmS+UCH/hSx/0zHU21r2N6F6gPxqNo/9Ha3PLMu0a/EjwjdC7wHG1pbn/W7ofVAZAAAAAGBpfB56weHzDebxcVgNMp+tkP9slv+Dhuvf1rLrBJz7vefjUD8bOlqfrss0vjEQhyH6OfvbPUV6L/S+1RAD8XEs/f8MmPZYkT4p0rWULz4kebDmfvsojP/2QF2vhN4DEgAAAACApbErrAaHn2gwn7+y+TxdIf+TWf5fG27DLJb9d5r+Yofr08V2xY8Mx+GJfsnyXk+/9T/oezPbvn46k/LE7zd8mf72d8qb5ztYowyfTdPEhwobWjiW4/afc0oDAAAAAMsm9tbuB2kPTDiPlbA22PtohWkezfLfbLD+s1j2rdn0j3e0Pl1tVwzUx2D/8Sxv7JEfh7v5IvS+N7CS8sYhifKA/wNF+qFIz4TeOPgh/Xs6y/NNjXI8nE33cMPj+GjovWEwTFzPl53uAAAAAMB69FlYDbZunHAem8PaoPSxCtMcK02zaYGW3Q+ox6D3SkfrM43tup7lfWtInrfC2ocHgx4GxTL4Pcu3vWI55g9M3m9wDMe3COIDhm2hN/Z/OcVvUMSHAIec7gAAAADAetQP9l5vMI8tYW2A+WiFaY6WptmyQMu+GIYPU9PW+kxju65WyPtwlmdUj/n8Q8BHapRlf+ifSYdQujusHeJoWPrVqQ4AAAAArEd5MPnPluaz3gP9+8PoHvDrLdCfD68zKtD/bqg3zFBfPjRQ3TdKdoS1bxKMSied7gAAAADAenR/WA2E/t5gPptC86D0pgVYdvxg7HehN5Z91+szje3qKtD/eI3990c23d1OSQAAAACAevIg7qWG87qZzeuRCvkfCe18jHeay347ldOtU1qfrrdr3gL9DzglAQAAAADqeTCsBll/bjivn7J5Ha+Q/3iW/5cFWPbxVEbbprg+XW/XPAT686F3HnRKAgAAAADUc09YDbJeaTivD7J5/bdC/rez/B/M+bJjsPu3Iu2c8vp0vV3z1qP/oFMSAAAAAKCe+PHTfpD1asN5PZvN68MK+T/M8j87x8uOwefYO373DNan6zKdh0D/X9l0tzglAQAAAADq6w+d0nSc/F1hNWD7W4X8v2X575jTZd9bpF+LtK/CPDd1sD5dl+k8BPpvpGmuOxUBAAAAACZzPqwGaLc3nNdX2bxG9YDfneX7sqXtaHvZd4ZekP9AhWXHIP8nHa1Pl2U660B//kbJZ05FAAAAAIDJxKBsP9h6pOG8jmbzenlEvleyfIdH5IuB4DjW/I3074YpLfv20HvT4XCFbY4f540B8Jc6Wp+2yzQ360D//myaF52KAAAAAACT2RxWh095uYX5fZbmFQPlg8ZcvzWsfoD10zHzejSsBoJjOj6FZe8IvZ7810JvKJxRKc7rZkrbOyyLNsu0byWtd79sbx+SL3/Q8OuI+V3I8j1XcR0eC+0N3wQAAAAAsNTOhF6w9WIL84pB50thtQd4PnZ9/O9+0PpykbaOmVceCI7pqY6XHXvn/1haZpX0Scdl0WaZRvFhwRulbTgzYNr48OJCKd9LA5Yfe/Bfz/L8UKS7w+g3MKL+sFGG7QEAAAAAaCj25u73TN/ZwvziWwKnQu9NgZ+LdDalX9Iy3kp5xolD93yY5hMDzps6XnY/mF43HZ5CWbQ1n8fHbMvZlO/CmHyPpHzXR+S5OmI9NoTVoYPudgoCAAAAADR3MvSCridbnGfsiR6Hfjme0rH0t2mY5bK7XJ95265JPZ2Ot/869QAAAAAA2hF7z38fej20jZdOl+KDifi9gThM0hbFAQAAAADQnl1F+rNIXyoKOvRRka4ED5QAAAAAADqxP/TGTj+tKOhAHBoqBvnvUhQAAAAAAN3ZF3rB2FcVBS16OfSGh9KTHwAAAABgCrYX6ZMinVIUtOCt0Pvw7mZFAQAAAAAwXbsVAS24TR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S2iLIgDnk7KYmZWW8wGzc3uRXizSXYpiLsvM/mE9tQvQtgbXeVD/wv9vX5FeK9L3RTqvOP7ltiK9XaQfi3Q9pe+K9JLGN86ndVsW0zrv47wOpHKK8z/dMN8iimV6rUifF2mTKoQFPzb2F+nVIl0q0j8pHbYr56bM6ixr2eumZd3+HTNe/jxe712nta21R9o9B5btnHLtdWws+j27+ne5z587uljZXVmF2FbaXKSni/Rb6e8O2LUOFulqkV4v0oYi3Vsqs7cU0VBnWz5mn5vz7XU+rZ+ymMZ5H3uxXEgXorycTk+Yb1FtLW3XY6pOFvjY2JvqjQ9K6y7QPx9lVmdZy143LeP2x955Z1KahXm93rtOa1trj7R7DizbOeXa69hY5Ht29a/zJ6RjKe7zW9tc4UPZysbG54OhF6jP/ZHl+Tz7+0rKe6RI72R5dqXf4wnxoQN2oG1F+jOVbe6+rLw+UEwjxadoR1M5lgP3Xxbp3VJ6Px2DHxfpSli8wKbzafHLYlrn/dZURrcU6fKI47xqPhdkNNbmy7dBoH+ey2zcsgQblmv7Y0+tH4p0csZlPo/Xe9dpbWvtEYF+11717bLes6t/nT99ccixH0OLvfsPpxV9fUSeYYH+sjMpz8Hsb486YAd6I5XJxwN+u79Ip8LsX+9dFP8N/w70P1hhumNZ/v8uyLYu0/m0Me2j9VQWszjvX614Q18136KJ2xVfs/wseEWVyY+NcfXRtH0SBPrnucyqLGs9101VzpdlqZvjq/hX5uy6Os3r/TIfC/N23VivbWvtEW1f117HxiLcs6t/xRWqzD+2GXe3MbPYG/9G6PXwGKZqoH9nkW6GtUHWRxywA/2eyuSComjsRPh3oP9QxWk/SvnPLci2LtP5dHrMDegilsUszvsTFW/oq+aDZXR6zs4Lgf75LrNl3z/zdr7MShxSIvYIvDjH7ebTjoWl2vb12LZ2XOHa69hYhHt29S9VxDdF4lBO25rOKD5V+nRMnqqB/uirUsXqgP23W7IyEehv7vEweaC//+T03QXZ1mU5n45WuAFdtLKY1Xkv0A/d10duZgUA7J/5PV9mdc3/pUh/FWn7nK3btK73y3wszOO2r8e2teMK117HxiLcs6t/qSqO0x979TfuJBLHmTo+Jk+dQP8zofehCgfscA8Egf42NQn0x/HQ4gfSFuXVtWU4n+4OvQ/frLeL4azOe4F+6L4+cjMrAGD/zO/5Mgv9b5e9MIfrNo3r/TIfC/O47eu1be24wrXXsTHv9+zqX+p6Lh0Hz3e9oDqBfgfseIeDQH+bmgT6F816P5/iQ8IrFW9AF60sZnXeC/RD9/WRm1kBgGXfP/N8vsyiLGIZxHFc57EjSdfX+2U+FuZx29dz29pxhWuvY2Oe79nVv0widkSOw+vHt0K3drmgtgP9K6HXw+Wb1Ai+FnqvJhwYMP358O8g7tkKef4ZsU4700n2SyrAaQSJDw9Zx0Fpy5B57A+9seR/SmUW1/3XtP33V1iH+OrwK2HtMDX/SZVPfMo47M2OO1OZ98vrWtp3r1Q48OJHR54t0hdpuuvpgP2g4jpXMUmg/70FbQQ0PZ/K4hs976Tj6HpK8Wvfb4XxH5hp+zyK3wu5OebcONBhWXRxrM7Ded9VoH+S9bon9MacK2/7pSLdlfI8k8q9nCfWUS+V5newdH36cchyYz315Jjj4GDang9Lf/s0bd+1dGzsq7jv96eyuJrKJv77WTo+d7dUH8R1ebNIP5fKONZvf6bl/pbq+bJj6Yaov+/iOfNgx3VGW2XT5r4admxUrY+6aKP0HUjb2C+nWM4vF2lzjZvZaVyDmxwTbZ93bZRZmOKyqtRNk7Td2tjvddp+da/fdba/rWth28faKJ/XvFGf9j6uc72ve363fSwcHTGfCyPKftzyuqgbJ932No7vZWpb52JP2bfTMdpf1+cGrGvVjyI33Q9N7o2atkfW4znl2uvaO4lJ1rmNe/Zlq3+nrW57ZMuYsj+ayuifCvdydc+fNuJk/W+JvjYiz2Npn/6SjvuZBvpjwfzfiAIvH3QrqcL7aUzB35oCHuNuovsfxvohLWslHQQnsu18sOODtO5TwlvSCflPOpDvSOu9Nx1A+bxuHXFS9A+yT9LfT5fK6+/SdHFYm1PpJIpfgL4tLXd3Kr9/UlkeGlHWP6Z57MymPZct8+0ZBfr/t04C/XXPp9zZ7HjYmx1TF9PfY0Nm1wzOo6o3oG2WxTSO1Wmf910F+puu17Z07Iwqi1uzOuafdL6uDFmfzanu+rvUAN6U6oZPs0bW46Vp70j7OO9p8Ula1n+HHEfX0jVplNdS3jNpnTamG4Kr2Xyup/+/moLxVe1Mx+IvpXnly72ZyiNf7zPZjcuXWZ1fboAe7KjOaFo2be6rKsdG1fOi7TZKX3+bzmVlvSv9PdZVlyrczE6jXpvkmOjqvGujzKpqsqyqx9+kbbem+71J26/KdaTO+df0mtPVsTbKrmxeT1S8aZ32Pq56vW9S57d5LOwp0velMnloSLtgJQX9/knXj10zqBvrPEhpq623TG3rPalu+q5UPttTMGzYup7ueD9Mcm/UZntkPZ9Trr2uvVW0VZ+2/Rb+eo1txLcVTqb79OtpXVcGHAufp98/nvL9Rv9hx4ulcvu+9GBgW1bOcR3vbnj+tBUnezY77zcMqZuvh7UdJ2cW6L+QDoT30gWmH7T4LMtzech8Xq7whGVjhZvor9Nv9w45WKcR/K1TeWzJgtKvVKg8/hfWPmV8Nl2sfi9VtA+nsr6Q/f1mdnKupP1yc8jTquPZdH+lijV3Wzrhhj2ByhtiL0450H9bWNzX+to6n05meTYPCEhdS799M4PzaJKLYZOymNaxOs3zvqtAf1vr9XqW570h8zleo7z+LjVW4jHwfuj1HsnrhccHNAhjXfdSqX6MT9C/SMfySppf3tD6bMS6PDfiYvtIqb69I5XPlhrH0fZ0bOflE29G3k3rfCirx/eXAv4PpEbHM+l62b9u5o3fbzqqM5qWTVv7quqxUff8aauNEtK+HLW8k6X5HJ5RvTbpMdHFeddGmVXVZFlVj79J225N93vTtt+486Xu+df0mtPFsTbOf8L43tuz3MdV67WmdX7bx8L+Ur6dI8p2d8rz5IzqxqrXjTbbesvUto7n1WNp2f15XExBrRjEOpLaEA+X8vyT2iFd7Ye690Ztt0fW8znl2uvaO06b9ek8BPrnPbbxVOi9afBwFmyP6Vgp4H2ldMxtmOL9Ru7VbB5/ZvfB/WPn17D6UK/p+dNWnCw/Dh8eUm/8PS+B/mEfFLg1rH2l4bYBeZ4I1V6lGHUTnd9kbxwyfdyBR+co0N//mNePY/K9n83z3JhgeL/S2JCdqPEgOZPlf2NMRbk1rO0JeqT0+8V0IRpWzk+GtU/EN08p0H9XdvIteqC/yfmU96geNPzSR9nv26d8Hk1yMWxSFtM6Vmdx3rcd6G9rvXZnv/8RBvcgivVT/yn19RENgz0pz91Dfv+4wgV5d+lYenNAnttLjfsNQ463/gX3jSHLym86H2lYH+RP8d8akuet0nofGNJQ+H3EOd+0zmizbNraV1WPjarnTxttlHw+v46ok+L+ujrmOjaNeq3pMdHWvmyrzKpoc1lVjr+6bbem+71p269OT+Yq29/FNadpvTHOZxXaSLPcx1X3U9Pzu+1jIfpyTMA2D9b9OaRtMY26seq2t9nWW8a2dbmDwAMD8mwqBRL/HnA8t7Efmt4btdkeWY/nlGuva+84bdan8xDoX4TYRt892fzezY7ZyymwvS0d209MOP+m7ZF+/ZDfZ+YPOGJnwSsjpq1z/rQZJ7s1m9f7Q/I8HFaH7jkwSeG2Fej/ZES+z0dUXuUKd9Kb6LywHh0y/UNh8BOTNlWtPPZk+d4YM89dpW3fM2KZ18PosfV3p4r25ph8b2YVap7v/vT3D0ZMe2dpfY81KM9Bgf5rYXXoh34aND7WIgf6m5xP+Tjpewf8no8pfWjK59EkF8NJy2Kax+oszvs65VmlN0ib6/X1mGO03BgbdjzF3gqjnmCfC9V6ruTfAhjmxyzffUMutv3fTwyZR/764JmG9UF+Q7NlRAOgynlyocM6o82yaWtfVT02qp4/bbRRNofVni+vjtn3o8ahnVa91vSYaGNftlVmVbS9rCrHX522W9P93rTtVzfYMG7727zmtFlvjJM/oK7bNuh6H9fZT03P7zaPhbxt2c/37Yh83wwJKE2rbqyy7W23qZaxbZ2fOx+PKb88SPpsB/uh6b1Rm+2R9XZOufa69o7Tdn06D4H+RYht5Prf1/su/f+nob3vnjZtj+Tb3b8WxAcc8SHJvpplMO78aTtO1l/fX7sKLrb9Md4wZgc90tFN9Ep2EMYLxl0zCtZWrTxOVQhy5fIeCydHLPOTMfPpL7fK6x+bw7+f7vdfret/ZHFYyvfVaw3Kc1Cg/0hYHfahn3ancvw2rI9Af5Pz6WA69p6qMP3hKZ9Hk45jN0lZTPNYncV5X6c8x+Vre73y3gTDGiPPjrmJW0kXvmdHrMfZ0F6gf9wNxMsVGpqHK17LqqgS6K9a9787pmHSpM5os2za2ldVj41pBvpP1Lg2jdq+adVrTY+JNvZlW2VW99rUxrKqHH912m5N93vTtl/dYMO47W/zmtNmvTFKvpw/J2gbdL2P6+ynpud3m8dC+ZrfzzvoTb69I4IB06obq2x7222qZWxb1wnG5ef2hx3sh6b3Rm22R9bbOeXa69o7Ttv16byM0T/vsY1cf1ibm+m+/FSLsaGm7ZFcPoRPfPMhDmn7fot1ddtxsnxono2hA+sl0B/lY2feTAfhljBdVSuPz2tWem9n+T9tcMH6Nox/EjhKv8HQL9sqaVOD8pxkjP6bYbkD/cNsShejn8cce12eR9O8GE7zWJ3FeV+nPMfla3u9NofVt2xuDDl+vi8dZ7cOKNM47S0Nb3baaog+E8Y/vNib5Xm54bnSVaD/8Q7qjLbKZj0H+vOxH7c2uJmd9jV40mOijX3ZVpnVuYlpa1ltBxua7vembb+2gw1tXnOmFWy4P5v+9wnaBl3v40n206TndxdByeiVMfN9PQVxZnl/UmXb225TLWPbuk4w7qks788d7Ycm90azCvQvwjnl2uvaO07b9ekiB/pndQ/wXKmObfO+oml7JLehFF/4vUK9Urf+aDNOlsfh7+6iENdToL+8rP4X5B+dYrC2auXxVxg/tMWwMvqzwQXrZoX9NcxKtpx3plSedQP90VdBoL8cYItDZVxKFXWVC2ZX59G0LobTPlZncd7XKc9x+dperxBWx1Mc9IGvg1l938/zdCnPxxXqqWkG+g+EtWMeDnryno9jeKDhMTXLQH/dOqOtslnPgf58DMpxvTaGbd8srsGTHhNt7Ms2yqyqtpfVZrChjf3epO3XRbChzWvOtIIN+f66NME0Xe/jSfbTpOd3V0HJHdmxejWsHc95JbVFn5zx/UmVbe+iTbVsbes6wbjDQ+qAtvfDpPdGswz0z/s55drr2jtO2+fxogb6Z3kPkN/nvTJn9xuj7jfj/t9eY9lV69a24mR5HP6BLgpzvQX6QzoAb5byx9c37pijgN+1UO81pGNh7RfZJ7lg5R+Q+HiCbdvYcsVYxSSB/veCQH8UnwzGJ9nfly6MVV+B6uI8mtbFcNrH6izO+zrlOS5f2+tVbhR8Wfrts3S92ZYdY19nv/f/Pu5cn2agP5QaGy8N+P357DxpahaB/iZ1Rhtls54D/TdbuJmdxTV40mOijX3ZRpnVvRmfx2BD0/3etO3XRbChzWvOtIIND4bBvYartg263MeT7qdJz++ugpJR/uG9/ON+h9Jxs2nG9ydVtr2LNtWyta3rBOPuHxLY62I/THJvNMtA/7yfU669rr3jtH0eL2qgfxb3AH3xIcON0PyhVRftkUEuT3ju1X1bqmmc7Pds2ge7KNT1GOiP7gxrvzbfr4QOdXwiVK088nJ/vsJ8j2b5f2zhgnV1gm3bkE3/x5QqlkkC/YuqzUD/6+n3jwY0nOpUmG2fR9O6GE77WJ3FeV+nPMfla3u9+n7K8t2e/tb/qNL96f/zL9z3L44xUFzlwzTTDvTH4YU+K5VVfzzNg+kGMz6w2NbCMTXtQH/TOqONslnPgf46H1sctn3TrteaHBNt7Ms2yqyqtpfVZrCh6X5v2vbrItjQ5jVnWsGGvJfYlQnaBl3u40n2U5Pzu8ug5MHSTXN+HfvvHNyfVNn2rtpUy9S2rhOMOzAkltHVfqh7bzTrQP88n1Ouva69dWKVbZzHixron0UcLq/z+oH+3zuYf1txq+i51Ea7GuoPW1u3bm0aJ8uP7YNd7Lj1Gujvi0+Evi8V/vYOT4SqlUce3Hq/Zll/MOEFK2QnaUz7J9i+69n091acJu7fHROWp0B//fOpP2TKL2FwL41Jnoy2dR5Ncxy7aR6rszjv65TnuHxtr1df/pHW/rjs8XW8y0MaZP08sWFW5dXAaQf6++LHfm6mYyzWqXG4mvjBn/iBopWW6oNpBvrbrDOalM16DvTn9dGxBjez06rXmh4TbezLtsqsbtumjWW1PU5w0/3etO3XdrChzWvOtIINkwRtprmP6+ynpud3l0HJkK4ZeQeA/nd/9s3B/UmVbe+qTbVMbes6wbgHhlyju94PVe+NZh3on+dzyrXXtXects/jRR6jf9pxuJDaCLH++Dpb9q4W419t3oPuTWUUYwv5t1uqDuEzSd3aJE6WD0t1SxfBxfUS6I+VzdsjDtC8p+ETHQZrq1YeL4R6PYPygNlTDS5YX4V6H3y6s1Su+ZfMP6sw/d2pcpiUQH+98+lAhXNpVIXZ9Xk0zYvhNI/VWZz3dcpzXL6216vvtixfLNut6QJ8PMuzkl2HfsyO4Sqvvs0i0L879MYN3JsFfzZ2UB9MK9DftM5os2zWc6A/7/FxrsHN7DTqtTaOiTb2ZVtlVkXby2o72NB0vzdt+7UdbGjzmjOtYEPUf8365gRtg673cdX91Mb53XVQMj8+XkvL+3ZK5ddGO7arNtUyta3rBOMeDYOHP2hrPzS9N5qHQP+8nlOuva69dY7dNurTRQ70TzsOF8W3fk4W6aEOYqlt3oNuTHVaXrb5sLJVhvAZd/60HSfrPwi83lVwcd4C/e9WCAAMC/T/VDHgdDp0p2rlsT2sfco7Lnjdf5oZe0fe0uCC9VKpHF8YkXdnKtPbh1SeMT03pszjxymeb1CeTwSB/jrn0+kKx/kHYXSgv8vzKL8Y/rfjspjmsTqL875O42JcvrbXK/dFNt+PUjmXe3a/neWJF+mqY9xPO9C/OzUy902hPphWoL9pndFm2cwy0D+qPmqjjZLXR3G80W0Tbt806rU2jok29mVbZVZF28tqO9jQdL83bfvVOV+qbH+b15xpBvrzNkeV3lrT3MdVr/dtnN9tHguD3JodH7+mYNlzUyq/NtqxXbaplqVtXScY12/j/NjRfmh6b9Rme2S9nVOuva6947Rdn3YZ6F9PsY3oaKorohhI749J/96Ae8BJtHUPGr2V7kO3lsqgzhA+VQL9bcXJ8rdEPwsdyV8ZqDsuYFuB/nzohnjx2TTkQMhfV9k4pLIZ9cXiYTvuobTc62k5GxqUZ/60a9yTo1eyvF+PyLcjO7Geb3jBihXen6VK4mzpohKDcPFjJ7+H1aE08nW5Vpr+dOmGJ07/RDrZfmhYnk+Hfwf6H+zoXNgT2ht2YxJtnE/vj6k0tpX2/0MtnkdV5AGzD0u/rbRcFtM8Vmdx3kdPVrygVMnX5noN2+cx/WdAnrtLear2FDiXTXO84+DxhnSM/N+U6oNpBfqb1hltlk2bNw1Vjo2q9VEbbZQdpd8/GXEzfiUMf5V9GvVaG8dEG/uyrTKrou1lVTn+6rTdmu73pm2/OudL1e1v65ozzUB/XgZHagYru97HVa/3bZzfbR8Lg7yTTXejdPPeZfm11Y7tqk21LG3r/Nz5aES+rSmgN+ycbGM/NL03arM9st7OKdde194q2qxP69yzL3Ns47Y0fT7v/8vuhfoOhMk7UbfRHglhdfi2QXHmOkP4jDt/2oyT7c/yvjgkz2OhF6v/JUww9Ff+ZKb/2kCdQGfe23rUE7ELYwI4W0qVfOwBele6AMUdejFVivnrF2+mg31DqeC/HxIU6X+I5kr499O9K6UT5lSDkz0/mH6rkP/TLP8zQ/J8OKZSOFYKQtQJKP9TOvh/z/bFsDc8nh0z/Y2s0r+rYeX53oDlnGg5oLY1HU83Q7VhJu5K63U1beuVVMHtbLgebZxPr5TK6pXUOIpjMcZXW78LvaE18gtN/O3pFs6jKg6UGpn9Dy/tC2tfaWyrbpnWsTqL8z6EtU+e32shX1vrVQ4C/5VdY24dku+7bF9UHe4lf8o/7FW6vRUbot+NCeAcLTWqHk1/G5Sa9vhfKV2bbx+S72jFuj8/T55ruc5os2za2ldVj42q9VEbbZSQyj4v67iMfJzLPakR/WtYO+TVc2HtR5q6rtfaOCba2pdtlVkVbS6ryvFXt+3WdL83bftVPV+qbn9b15w2641xNmfl/HKF/NPex1Wu922c310cC2X3hnrjMk+rzVdn27toUy1L2/pwKT6xb0xQ7M0O65mm90ZttkfW4znl2uvaW0Vb9Wnde/ZlqX9jmX6Ulrk71XfltydOhbVvVsT5xwcvmyYsuzbaI9vSdo/qFZ8PoXVxxMOPcedPm3Gyx8L/1979QOxV//8Df5uZmYlJMkkkM5OJZJIk5iOZmchMkowkH/nIh+RjZhLJJJmRycxMZDKZRDLJx0ckSZJIkslEZpKZsd95fa9z/e73fe7rzznnOtd1X9d9Px68te7rff69z/uc67qe51zvs/y5KYOygPy75zdNQoQ4OE8P6CSnytfqBP7nK51rUIATG5kPD3RhROe6NaT0x2zLv0THjn8zLT1cIr+qGEM/PFHuxI1lR7lSruMjA5Z9Y8CB0lQsJ660/FSZV4xpdfeI9txY+VD+Zhbq3J8d7MeH7Me9lQMgyrEaofPhSueplgtp+F2kKa386VC1XE71HxIyyObyALg2YN4/l9s96bjY0X6vpOVXCsfNc18lgMvLlezk3kYXx9P2tPLOgX75veyjhwa8dq6D46iu/GElN8sQ+HLlJNfluWWafXU1jvt+391fOT6inf5RefOqW6+r9RrmRI0Pna+m+kNCbSq3Kz+H/TpkP75U6W+DQvP7BpxDqx4Y04+qJfr5gy36VPTrtyrzOplW3nl1Z+XDYJTXKh+24t/PVtrpx3JbNnZ0zuiybbrYV036Rt3zURefUUadj65lx2h8wL5YWffX08qfxU7zvNZFn+jquOuyzeqYdFl1+t8kn90m3e+TfvYbd7w0Pf66eM/psq/VcTL7sjjq8+Ws93Hd9/suju9p9IVB+u332ITHcJffT5q8b0zrM9Va/2xdDfp/K7cnP9fm7fdmjc/qk+yHtt+Nuv48spaPKe+93nvTlI/jtt/Z18v59680fpipRwZkpjsmaLdJPo9sKL9L9o/n14fsw82V72f9G7Z2tDhXd5mT9S9Sfzric+RfTYP+vQ2+jD854krY10OCzrPZBp9NK++W7zfMoQHzjZ8tfVUG79fLnZCvw+lyJ+4c8yZ8q3Kw/V5+ML97xInqWmWath9GRpVRIXJ0pDNlp4rtj5/lfFsGY8PC48/GLG/cMxeig79XLvNmucx4E637s/cHy3W+kk3/ZXli2DrBQX+mQR+d5HkLz5dh2Ys199H2sp+8VV4M21oeyOcqfbupro+nHeUbw/WyL8XrRyv75Fz52uW0/K60SY6juuJN74ty+X+U+/COKZ9bptFXV+u4/8eIi035ubtuva7Wa9y54mYa/YDdO8s6u8bM69kx23S93KcPlR+qbg74UHI2W86ZIR8y4i6MRwfs818anJ+upPE/jW6ybf0HFX00pl7/p4ujvlRc6+ic0UXbdLWv6vaNuuejLj+jVI+Hc+XybpT74oPygkn/w9+pGh8Up/UePEmfmMZx12Wb1T1ftVlW3f436We3Sff7JJ/9Rh0vbY6/Sd5zptXXxrmnXObNEeHQrPdx0/f7Ls750+oLubhj98eWx/C0zo1N3zem8ZlqLX+2HvQZ+6Oync6VwcfNcplnsvNyHW33Q5vvRl1/Hlnrx5T3Xu+90zyOu/jOvtbPv6+UfeWPNHrs/1Pl8r5ueP7t+vvGwZrH8PUxn4uaHD9d5WQbs+x5VBs+nZaG7nk0MbEY2/InzbCuPFnzBB9XiIfdNZKP6fWwJoUVHu6ozmqKn+T9t/zwtrf8cB6/PIqLhofLDyYnyg9e/bs7/rlO9q+2AdaLN9LSnYBMz5aOggQW+7vZR5rDMQWwRvR/DfOeppitaPBjmmHdfpgcFfR/O+L1u7J5HNKksObEcR13EzQZ7zDuzjilbdZ12wBrT3wWjAuWcafXvZoDpvrdTNAPwFoQQzbF3f9xY/lWzTE7D5cNv01TrNsPk8OC/LgDYtxDgPvjaB3UpLCm9B+u0/RheTGm6BFts27bBli7YuzhGJbgC00BU/1uJugHYC2IYYpiuCU3icxQjPf2a+pmfFcW98PkJA/47Qf9D2lSWFP6Yys2/Ynd5+vgjVzbAOtV3CAU46ye0BQwte9mgn4AFl0M9xgh/25NMTvx4I5vNboPk6l90B8P1YgHcfyiOWHN6T/IJ96cd9SoHz/Fi+D7NW2zrtsGWPseKs9/hv2E6Xw3E/QDsMjiV+wx5KOb3GCVPky2Dfr3ltO/rDlhzTmfnSMi2I6x5eNhs/enXnB9W1EeTb1hu+K1q2n9BNnaBljv7izKxaIc1xTQiYPZZ4vvNAcAC+qd1LvJbYumgNnqIug/l3q/CtmgOWHNiee2XMzOE6NKDGXzkLbRNsC6s0MTQCfH0deVzw9xI9UdvmcBsGDu1gSwOiYN+mPIp798wYM177GinC7KT0X5O/XuYI/xmb9Mvav1j2gbbQMAtPJJ+flhWLmsiQAAGGeSoD/qx09K92tGAAAAAABYHZME/WeK8qImBAAAAACA1dM26D9alGOaDwAAAAAAVleboP+Foryv6QAAAAAAYPU1DfoPFOXiiNdjHkc0KwAAAAAAzMa+tBT0bx5T9/GifF2UO4qydUDZk3oXAfZqVgAAAAAAmI3TaSnof2ZEvQeKcjWrO6z8pkkBAAAAAGD63ijKtbQyqP+lKK9U6m4vyu9pfMh/q5wvAAAAAAAAAAAAAAAAAAAAAAAAAAAAAAAAAAAAAAAAAAAAAAAAAAAAAAAAAAAAAAAAAAAAAAAAAAAAAAAAAAAAAAAAAAAAAAAAAAAAAAAAAAAAAAAAAAAAAAAAAAAAAAAAAAAAAAAAAAAAAAAAAAAAAAAAAAAAAAAAAAAAAAAAAAAAAAAAAAAAAAAAAAAAAAAAAAAAAAAAAAAAAAAAAAAAAAAAAAAAAAAAAAAAAAAAAAAAAAAAAAAAzLndRTlblGtFuVGUK0U5UZS7WszrzaJc16QAAAAAADAb+4pysyi3BpQI/Hc2mNcj5XSCfgAAAAAAmIHtqXcX/1tF2VWUrakX1p9LS2H/dzXnFdP+kgT9AAAAAAAwM8dTb6idQd5PS2H/wzXmdaYoR5OgHwAAAAAAZubbomwa8lqMz98P+g+Nmc9TRbmUenf1C/oXzz1FeTX1ntUAAAAAALR0e+oNn3JhDS777tQLEdfjfokQfX9Rni/KK0V5uii3zcm2bSnK4TF1/kq94P7giDp3FuWn1LswIOhfHPErjWNF+SYtXdB5cg0eg3eVx93h8hiMvnzvKh3L96feL2V+LcrVonxWlBd0RQAAAIDFF0FRhG39QPXigi17Y+o9sPXWmPLYOtwvR4ryd1F+Lsqp1Av4fku9EPzogrRDf/sfGlHnk7R0IaBJ0H9qSF+Jiwbbaky/qUa/O+wUM1A8jyGGbPqw0l5PrqFjMLbx06LcKMpHRTlZ9rlvy/nFhYM7Z3gsP5d6D71+o1y3WHZcNLhcrucm3RIAAABg8WxOvbvc/0zLg7aLC7bsl9L4sPX7dbZfIrD7tJzuk7Q8wIsg/PPstQ1z3BZxESeCyV9G1Hkx9R7cm29f3aA/tj1+7XFyQJ/5uMH+eiJr7ygRDP+zKPfNefvOi+/SfAX9XRyDsR0RzMdFo3sGvP5qOc8I2bfP4Fh+qKz37IDXYvm/F+VdXREAAABg8cSdqo+kXjiUB50XF2zZP6ZeqHttRDm4zvbLuXKaCCoH3Zl+e1oKMd+e47bYW67jy0NejyA9gtR8+JK2Q/ecTivD/iMNpo+LEr+X0/3b6aWRi2m+gv5Jj8Ht5Xknptkzol4/wL8wg2P5fFG+HPF63Nl/s5wfAAAAAAsqHmQ6y6C/q2XvS+OHdVlv+2V/Ns3rI+q9ntV7YE63P0LOGOZk0J3K8bevivJ45e9tg/6tafCvQfY2mMcH5TQ7nVIambegf9Jj8GhZ/+8G875jysdyXHgYdeFqWzn9ft0RAAAAYHEdSKsX9E+y7C/T6LtU1+N++T6bZteIeruyep/M4bbvTr0hcHYMeT3C1OMD/t426B823n7cLX13zXm8X06z0SmlkXkO+tscgx+V9a+OqfePbN5PTPlYjqD/lRHz2JwE/QAAAAALbxGD/gfLafZ1uC77y3XYPME8YoiMZ1epbR7K6l+tUf+PrP49Q+rEHfOXW5azLbc7Qvfv0vDQMbYzQtBBgfqkQf9naeXY7N/U7BP9YV5oZq0F/R+X9WMonFEPdX4yDX9YeNfHcvTrCzW2817dEQAAAGBxLWLQfz4tPczyw9Qbx33XBOtxf+oFc/27YtuE/R9l2/LgKrTNsaz+Rw3Xd9g4+HkY2bS07UtnUu8hu8PEEDl/puEXGG5lfaPuBYd+0H8iLT0bIC+na8zjRBL0t7HWgv6z2TSvjaj3r7LOjbTyolXXx/LT5WsPD+n7367CuR8AAACAji1a0H9vGh4ux8NZX03tgvrjafkQGHXnEePF50Hb8VVqm4+z+qdq1D+V1f9wTvpiDMlzbEydD1L3FxzyoD+8OGA+L4yZx7wF/fFA2bhA8Vvq/cLhenl8vJN6D4wdJX7JEUMRna/8LY6Lv8vyear/fIxHy3nFEDI3yvWIMeO3pLUX9O/Lponhpx4ccs74sazz5oyO5eifcYHsUFp67kU8T+KLcn/c6a0QAAAAYLEtWtD/bhof7v6c2t3h/05qFvZXQ/53VrFtrmb1X6pR/4Ws/m9z0A9jfd6fcB6TDt1zIvvbyUqfioB6z4h5zFPQfyrrN7vKfhr/vVT+/UpR7qtMc2/Z/lcq/S6mfW/IcRaB//1j1qU/7fvZutxX/j0C5m/S2gr6w9dp+XMeqg+N7j/P4YMZH8vPFeWH8viIixDXynPWNm+DAAAAAItv0YL+GOYiAt24YzmGpIhQMw8n84Btd4t1qhv2x3pcSNMJ+Zu2zYbKth+qMf9DWf2bc9AHR21jBPFHasyny6A/fFZp1xgK6I4h85iXoP+NbH23VF6LQPfv8rWvK6/dVvaj1yr9Lvp43L2/p3w97gL/X1bn0xHrcmZIuw5a17UU9N+Vlg8jFcfXsbLvRHtGwP7PVTyWN6bJnkUCAAAAwBxaxDH6qyIcO5yWh2tRfk3t7lYdF/ZXQ/4Tq9w2Wyrb/VSN+T9VmWa1gr+42zlC5whBtw4oe8rt31tjXl0H/dF3fqq006Uh85iXoD9/mPDtA17P++2g4Vp2VLb37QF17knLg+VBD0Z+Li3dYb5pxHF7La29oD/cN+B8FCUukmxfo8cyAAAAAKtoLQT9fdvS8jG/Jxkzf1jYv7GyjJNz0DZbK9t8oOH8b5XzmLUH0vJhSoaVukMLdR30hxjS5s80Pvyel6A/D5cHDV+VP+Ng75i+dG3EcvILII9UXouwuv8rm3HPXFhrY/TnItD/fkB/ficNvjiyyMcyAAAAAKtsLQX9fXl4GGHlhpbzqYb9W9NsQv6mbbOI4WCEoL+neg/UfaPmPKcR9If41cHNyjo9XakzL0F/rGs8N+LFIa/nQf+TY/rStZrHWHU+h1P98H4tB/3xi4n4Bcigi1lfpcG/qBD0AwAAANDKWgz6487+fEiQPRPMKw/7/8j+/d4ctc3mNHk4uJ6H+xgX9IfnKu0V/Wtn9vo8PYx3WB+JAP6XNP2g/3waPXxQ3fks8rkxfuUQv2r4MvWef/BsWvnLkNgX2x3LAAAAAHRhLQb9IQ/o9084rxNpeZB2eg7bJr/j/GCN+gfT/DyMd7XVCfrD8Uo/iOFrtlb6yLyJ4XvilyffFOVfafkDhqcV9OeB9qYx67cWg/5/pN6vSn5Oy58REg/pvVTpQ187lgEAAADowloN+vMHVB6YYD7VMfmjRFi6ec7a5ues/vM16j+flj+0eD2rG/SnAX3hQvn3eQv64/kHMdzUD0XZl/19FkP35EH1egv6701LvyYadt45WelDhx3LAAAAAExqrQb9e7N572s5j2rI/12aXdjftG0+TM2GFXo3q//hOj8GmgT9EYRXH7D6nzRfQf+baekiRDVon0XQn7fNzjHrutaC/n4/+DuNfjbIhWzenzuWAQAAAJjUWg36H8/mfXeL6SPk/zibx6ny7/kwPtMM+5u2zctZ/fM16ufjqL+8zo+BJkF/KvvTlbQ80P4mzUfQfzot3dk9qG/OIui/nr321Jj1XWtB/69l/Us1+lD/lw9/O5YBAAAAmNRaH7rncotpI+TP77it3lWbj/8/rbC/advcl9Wvs82Xs/r3rvNjoGnQH+Jhq3mg3S+r6dG08sJU1SyC/i+y194fs85rLei/3qD+V2nwuPqOZQAAAAAaW6tBf//O5mMNp4vhNkaF/H152B9joW+eg7b5Mptmx4h6O7J6XzgE/m/fNQ36w7NpvoL+/Ncmw7YlHxZmWkH/key1uFv9jpbzWcRz49Wy/rc16n40op0dywAAAAA0kj+0tmnYHndCR3B4o/zvxhksO5axYUydCL/iLtnfUi+4rCvm+1GqPz72NMP+Nm2TB5NHRtQ7muY3XF0N/Tuoz7SY9o00P0H/uWw9Ph3wegTuf2Z19g+o00XQvz0t/7XDsP67LS0fAumpOesXbY7B/j64mUZf4Aj94Z4+WMBjedJzPwAAAAAdizve+0HRTw2nPZSWh5zPT3nZp8q6ES5FyD4oxI+/RYAWd9Y+2GBdqiH/yZrTVcP+jau8Xz4tp/m9KLcNeD3C1T+y9WWpH3/Vcvq836ymo5Xj8Wi5v7eU2/h9WgqX+wFzvPZSNo9dqV7Qnz+QeNDDrv9VWZfoa/dlr8dDev+Xehfj+nV+LKd7fIHPjbvT0tj7b4yol7fzgwt4LE967gcAAACgI3G36QupF+blgc3x1AvhNtSYxzOVaV+c8rJ/qNSPYHBP9vr9Rfm6KL+kXuDWRJuQv+/t1F3YP+l+ifCvH+bGXcj5rwzi3/3wMIYWud1h8H+//sj71Ss1+35uS9nvVjvojzvp/0wrhxPqh8UPp5UBbZRz2Txeyv4egfU9A5ZzX2X6YcNjHRmwrGtZ334uLf9lQDzI9vU0eqiaRTg3PpdN89KA1+/O+tw/F/RYbnvuBwAAAKBDebg2qjw6Zj4xfMP51LvDPoLyzVNedtzp+1saHGJeKV+LcHFLw/aICwT9UO9kyzY9npaCzN2rvF+2lOsT+yUuepwqSwSpEd6+06KN1poIJr8f0r5/pebD+Gwv++Fqi5A8njFxvdz/36Xenf35r1/Ola9dTkvDwjxUHss3K20RFw7Opt4d6Klsl0EXEz4Z0i8fLJf3R7nMOD7ilwQPlK9/UPbNR9bYuTG2px/SRz+LhxKfKLc32iHC+b011mdej+U2534AAAAA+P/ibtoI/ONBqIdTb8iIg6kX1k8i7nZ+c8J5xJ3Nj85RW8UdwQfKNoryVPk3YDZ2luenw2U5WP7NsQ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1s0AQAAAAAALA4Ith/tCivF+X7opzQJFPxWlH+LspnRdmsOewnbQSOFQAAAGgivmDeGlGuZ3U/GlM3yuUhyzkxYhrh8fzZXe7vv+2rqbu90sbPzPn6nqpxHmhS/mU/6cvgWAEAAIDJxB3bT6ReQJ9/6Yy7t3eklUO13FWU99PKsO6NomxPo4d2uTP17gzvT/NFUfYmw8HMowghNhbltqJ8mwT9027rRQt84u7TA0X5c8C5II7rM5VyrigfFOXjolxJi3nxSDCnjcCxAgAAwNx7rPKl8/yIuhHM/1ipf1eDZUX9P1IvRGb+HUuC/lm0cfx65tM0fgiHTUV5ak7W+720Muh/osZ0T2X131uj+0lfXqy+PI+0z+K2aZ3lOJ8AAAAwNXEnbj98u5ZG32n/Uloe7h2uuYy7yvpvau6FcTgJ+ufJiTnaD4fTyqB/b81pL5T137dL9WW0zxprU/sOAACAVZXfZRvl6RF1txblRlb3y5rLeK6sv0NzLwxB//w4MGf74dnUPug/VNY/Y7fqy2ifNdSm9h0AAACrLsZkv5qWArvPxtT/MC0P+HbWWMbnRfmfpl4ogv758EDq/dJmrQT9cb6JC4aGrNCX0T5rpU3tOwAAAObGibQU2N0syt0j6u5LywO+42PmfXdZ7wXNvFAE/atvT1r+ENu1EPSjLzunaJ+11Kb2HQAAAHP3hTgP7Y6MqHtnpe6fafS4/v9JveF+ttZYj3iQ3cup9wuAv1PvgXXxa4P4FcFjHW7v/UU5VZRfy3WLZX1dlKNFuX3MtI8U5XRRfivXL8pPRXmnKNvHTPt46o1Nfr7yt0/Kdfi73PaHOtrOSda1btB/V/l6vy2bBsAPl23yc7n9N8r1/WDCff5gUS4PWJ9virK7rPPPtPzXLPmzKl4bsO/+yOr8NOTYiD50ptL/r5TzfH7ANNHf4iLYo5W/xwW1mwPWLS+PrtIx1CboP1vWe3JBz5HD9tMsj+8PBrT7qRp1bs1onbvuy+McGDG/jwbU/2yGx1CT95hJ2mfS82ebc9Y4XR8HbbaxbZs2fc9su5w655Ou9vEife5o+3nimfIY/bVsLwAAgHXvp+zL1C8j6r064MvXsyPqx5fTczWWv6tch+Pll724eLCj/ILaX867E27jxnL+8cXzWOr92qC/nB/T0oWLYV8mT5V1Lpbru6H876Xy7xGO3FeZ5t5yG/I7/i6W0743JBiIL973T7itbdY1Vyfo31W2149l4BDL2FpO2w/Fnxgy7W1paRiod8p26q9j/guTCOy2tWyDO8r1GxX+bcv2fZSv0vALV1uK8ldZbh8QbNzI2jxVtuNWOV3YXB4zEbTcHHMMNfllxSyOoZTaBf1fpcUL+uvsp1ke3xvK6X5Ow4P+fp9+Ow0P+rtc52n15bpi6LgfKuu6f8gxHH87Uta5POT8N+kxNMl7TJP2mfT82fScNc40joMu3iOatOkk75l1ltPkWJl0+xfxc0fbzxMbyuMtv5gPAACw7v0n1Qvuvi+DkL+zupeG1H2kfP0fY5Z9d/kF8PUhr3+dLevVltsXXwY/Lb9gD7qL7vlsGVfLL9m5N7LXt1Re25a1x9cDvqzHsl+rfOG+kHp30e0pX4/A6n9ZnU8n2Jdt17VpcPHf8vU9A17r/0pkULAbX977we/RGsv/KtX7Rcggb2bzOTukzvNp9MWAXARfedAXd/5GYPZ7Zf/GQ62/LeeXD4sVYUZc+Dqf6l0sqxtUzeIY6msa9N+d1VuUoH9nzf20Gsf3kTQ66A+b0vCgv6t13jmlvtzUw5Xl3zWi7o40fCi5SY+hSd9j6rbPpOfPpuesDTX2QdfHQVfvEXXbdNL3zHHLaXqsTLr9i/i5o+3niQ3l+7KgHwAAILO98gX07IhAJb48nqzU3zGg/qkyTBjnUhl8bBry+gtp+R2GW1ps31tjvjTfnpb/BH9f5fX8zvBBw/tcyF6/c8DrOyrt9faAOvdUApaNLfflpOtaJ7jIg8Rh+y1CjQMD/n46DR/+JncuW8b7Ldsib/c/0uDQKtq5f0fg9RHtvrOs88CA156thC5ns/m8WPbbk5VpPk7dhaOzOIYGbeu4oD+GSfpvWrygv+l+muXx/VwaH/SnNH7oni7Xucu+3MYX2bz/NaLey2n4cHOTHkOTvsfUbZ+uzp9tzllNzreT9KmutrFum076ntmkb9c5Vrra/kX53DHJ54nwdFoauufRBAAAwP/5PPuyFT/pr95xeKr8Ihh3TD5Q+QL51oAvbnEH17iH9T5WTv/hiDr3V5b1VIvw4WZZRo3B/3b25bpaLx/vfdeAafOxsQeFnlvT8jHgh8mHUHqk5X6cdF3rBBfbstcPDZnH/vILeG7niD5TdV9lv+9s2R550LyvRmDy9JA6cafvsLsFn8ymv57GP+sh5MOBTBKOzuIYyg0K+v8u+3VeBo2xvIhBf539NMvjO2//SYL+Lte5q77c1v5s3t+NqPd1Ghx2TnoMdfEeU6d9ujx/tjlnjdNFn+pyG+v2uUnfM5v07XHHSpfbvyifO9p+ngAAAGCEaoD3cvZaBPdxh99n2d++ScPvlu5/8X1gzDLPpKULC9dGlHy9Xm+4XcdT/Z90b0mD7/aMh9fFkAYvDpku/xL75AQByMU0eSg66brWCS6ijfoPso3hLnY33Be3an5pz4cVeKNle+R34g4L8l7O6nw8ZHt/qxwTuTw0u1hzvU6lbsLRWRxDo84T/QsoWytlR7mPv0uLHfTX2U+zPL5nHfTXWeeu+nJb/ePz1oj3nV1peAg56THUxXtMnfbp8vzZ5pw1Thd9qsttrNvnJn3PbPMsgGHHSpfbvyifO9p+ngAAAGCE+Ml2PtZpfmdkf7iIg9nfXqgEH/mX0i/T6Dsr+/rhzPG0MigcVjY33K5+0PjhFNpsc/kl/5c0P0H/pOtaN7jIn+twM9uHo3zWcPvezep/0nK7I1jr311+Y8g6/lDZlurDDZ9Mg3/lkr++WkH/LI6hXJsx+m8mQX9Xx7egf7CjY+Yfz+v435SOoS7eY+q0T5fnz3kN+rvcxkn7XN33zC6D/i63f5E+d7T5PAEAAECDL6H5nZExBnJ1bOMIUPMLA5+Xf7831Xvo54Zs2tNT3KZ+yPhBh/OMu0Jj/OK4g/NfNb6cr+YX7qbr2iS4+KDSX+Ln+4dG1L+axg+jk8tDzT8naIPT2XyqD+J8PC2Fpv06L1XqfDym/6xW0D+rY2jYPqkT9Icvk6C/q+N7LQf9sU63jynDxvDenp3rY3s2Vo6Ty2nwQ3i7OIa6eI+p0z5dnj/nNejvchvbBv1N3zO7DPq73P5F+9zR9PMEAAAAYzxS+aIVX1r748C+O6B+9aG8EfK/Xv77njHLyh/A9tGUtidfxscdzC8ufMRdcz9UvoTP09A9k65r0+Ai7qS9WekHl8q+UPV3ajYswVNZ/asTtMWj2Xy+qLz2aRlC3JFtx3+z1/t/HxVmr1bQP4tjqKpN0H82Cfq7Or7XctB/akDfavKch/yBn89lf99bnns2T+EY6uo9pk77dHn+nNegv8ttbBr0t33P7DLo73L7F+1zR9PPEwAAANTwU+XL4Vvlvx8c8qUu/0IWY8T+mnp38I6zMS0f438aNtX8olvHm+V8LqSVd5XOW9A/ybq2CUjiQZVfVPpCbGc1AP4je/2VGvM9kNX/acL993M2r/5FqP6DDx8r///jtPyiVXgt9Yb2GGW1gv5ZHENVbYL+RSboX5yg//G0PBzsizH435vS+1BX7zF12qfL8+e8Bv1dbmOT97FJ3jO7DPq73P5F+9zR9PMEAAAANRxJK8OVUePtf1P5MjZo6JNhrmfT7qk5TXw53t5ge25ky3i4ZZv0h36JixiD7gqdp6B/0nVtGlzk4g6+Hyrbemf2eh6kn6sxv4Np/IN02/TrI+Xf4hcp32Z1DgyoE+HJ0THzXs0x+mdxDFWnFfSv3vFtjP7RfkzLL9b1n9Hx0BTfh7p4j6nTPl2eP+c16O9yG+v2uUnfM7sM+rvc/kX73NH08wQAAAA13JNWBnmj7ix7qVI3fnZ9e81l/S+b7tMa9eMXBD823J4vU7MHusbdZPkwRfmwL8OCtXkJ+rtY1zrBxdY0eCinVH7J/zQNHkLj39nfr9TYnjycf3HCfn13Nq8fyz4aAd/zWZ0Yr7t/R+VPWXuOGzZgNYP+WRxDOUH/6h3f1fYX9K+Un2NeL5c77sHwkx5Dk77H1G2fLs+f8xr0d7mNddq0i/fMLoP+Lrd/UT53tP08AQAAQE2X0vLg/o4xX+5vNAw6Bn1JjfKvEXUjqI2Hs73ScFteqyzj3yPq3pV6Q7zkzxc4UeNL/IdpPoL+Lta1TnCxtWynUftq0PR3VvrKuIC4f3djPPT5tg769efZsi+U/WlDpc67afkvWS7VmO8sgv73VvEYyj2XBP2rdXyntDzoP1NjfeYx6H9vivtrW3aOiSG3vhxzTHRxDE36HlO3fbo8f85r0N/lNtZp0y7eM5v07XHHSpfbvyifO9p+ngAAAKCm/ItrnQcMns7qP99gOTH0wd9p5QOA859nRxAb4WLc3RZ3UW5suC3x5ffPyjLiy/Y9lWXEg+9+T0tDtvSdS6Pv9ryjMv/9UwpA6uhiXcMLaXzQH6/9Y8S6DAszjmav/XdM3+g/lO+Vjvp19W70/wyoU33uRJ07CNuEZu/XOGby9T1feW3DDI+hXPUXPFGemNJ5aGdaeSFm1ursp1kG/fnwUhFkDxomI/Z/PhzNpimvc1d9uSv5+1GEpuN+YTbpMTTpe0yT9unq/DmvQX+X21inTbt4z2zSt+scK11t/6J87pjk80R4JvUeRBzDBj2cAAAAWKE/rnHdL36PZqHK1obLejkNfujin2UociP7orq75fYcHLOMfij22Zgv3bfK/99WttGhonyflj+n4IPytfw5BbtqfuH+Pqu3r8V2drGuIb/r8OyIAOGHIfu7/1DMCMUG3Yn/STb/fw7ZlvPZOnZlYxkI3Cr3+bYx+yH21aYa830qLQ9f68jvcHx3zHHVP7Z2ln9/KC3/5cwsjqG+swOWc7jj808Es2+nXohVp/13l+t1rdzW6HcR1N7VwbrU2U+zOr77x14e4n9ebn+0WQRol8rj97OsTrTl9rQ8nO5ynbvsy13Yk5qNc97FMTTJe0zT9uni/NnmnDVOl32qi22s06ZdvGc22Xd1jpWutn9RPndM8nliQ+V8+I2P7wAAAIN9UH6xqnu3Zfz0uu2dgUeGhCT9cjnVf0jiMIcrXwir5cKQL5kRkP05ZJoIcB4uv8xWX8sDpvwu6Agv7xmwnPsq0x9rsY2Trmvs6/1p6aHK/aAq7rTLQ8L8TsEY3uaJ8vWN5fyvlNM9MmQ9o15+MeHNrE1i/OqPyr8fn0K/PlEjZHk11RsmINprbyXE6O+7YSHzprKN877464j+/UOl71wtj4d7Z3wMxZ3jz1T6Rr/8XLbDpgn3TbTnK5U+PG6e+9LSXa3VEv1wZ8t1abKfZnV89/1zxH5+v6yTB/3fl8fY9o7XeVp9uQv9Y/KxGb4PtX2Pado+k5w/25yz6uryOOjqPWJcm3bx/l5nOU2PlS62f1E+d0zyeSL6819J0A8AADBWfCl9q2FIMsmD0h5MvTGnr5RfSmMohRhf+d+p+a8EhtmRemPo/potIy5OPFVjugvll/Qb5ZfRo5X1Ole+djktDc0Qd/SdTyuDyPjSGncg7yrrnRnyRTnu6nu0xTa2Wdd/pOGBafVn/VuHvH6z/GJ/MvXG1R1nT7ntv5brE/vj29QL4XdOqV8/WK7nqHDxzrLOrjHz+mxMe1Xv3n12TP3rA/p6rOcXZfvEg4Lj4sMdMz6GzoxZ7+qQJ209X7b9i6le0B8B07XyPLWr3MZH0vKhJL5rsR5199NqHN99MQzMV2W/iPX5PC3/9VUMX/P6gOOoq3Wedl+eVIyz/+MqvA+1fY9p0z5tzp9Nz1l1TPM4mPQ9ok6btn3PrLucNsfKJNu/SJ87uvg8EefC/tA9jyYAAABgXXm4ozpMRz5++KigP+5mfXPIa/lY2Pbl+hNDgzygGQAAAAAAVkfdoP/bEa/flc3jkCYFAAAAAIDZqRP0xx3b4x4C3B+7+aAmBQAAAACA2al7R/84/aD/IU0KAAAAAACz00XQvzH1Hub4i+YEAAAAAIDZ6iLo31tO/7LmBAAAAACA2eoi6D+Xeg/r3aA5AQAAAABgtiYN+nen3vj8OzQlAAAAAADM3iRBf9T/rij7NSMAAAAAAKyOSYL+M0V5URMCAAAAAMDqaRv0Hy3KMc0HAAAAAACrq03Q/0JR3td0AAAAAACw+poG/QeKcnHE6zGPI5oVAAAAAABmY19aCvo3j6n7eFG+LsodRdk6oOxJvYsAezUrAAAAAADMxum0FPQ/M6LeA0W5mtUdVn7TpAAAAAAAMH1vFOVaWhnU/1KUVyp1txfl9zQ+5L9VzhcAAAAAAAAAAAAAAAAAAAAAAAAAAAAAAAAAAAAAAAAAAAAAAAAAAAAAAAAAAAAAAAAAAAAAAAAAAAAAAAAAAAAAAAAAAAAAAAAAAAAAAAAAAAAAAAAAAAAAAAAAAAAAAAAAAAAAAAAAAAAAAAAAAAAAAAAAAAAAAAAAAAAAAAAAAAAAAAAAAAAAAAAAAAAAAAAAAAAAAAAAAAAAAAAAAAAAAAAAAAAAAAAAAAAAAAAAAAAAAAAAAACYqt1FOVuUa0W5UZQrRTlRlLtazOvNolzXpAAAAAAAMBv7inKzKLcGlAj8dzaY1yPldIJ+AAAAAACYge2pdxf/W0XZVZStqRfWn0vgFEBHAAAM50lEQVRLYf93NecV0/6SBP0AAAAAADAzx1NvqJ1B3k9LYf/DNeZ1pihHk6AfAAAAAABm5tuibBryWozP3w/6D42Zz1NFuZR6d/UL+gEAAACAhbO9g3ncnnrDp1xYhfWf9rLvLsqrC7pvJ22bCNH3F+X5orxSlKeLctucbNuWohweU+ev1AvuD46oc2dRfkq9CwPzHPTfO8V5v1Zu899FOV+UzU6LAAAAAPPtVBr80Mq25V+adGFFqHmyLG1F6HssLQWqF2e4/l0se2PqPbB1XD9/bMH2bRdtcyT1gt+fy/NGDIXzW+oFwkcXpB362//QiDqfpKULAU2C/mHn0rhosK3G9Jtq9Lv8QsY7Rfmg5rybuH3Acp9xegQAAACYf3G35oGi/JlWBjxfpN5Y1XmJB1tGwPRxWhmKntCcCynuDv6xKG9M0IdeHdCHLs6o/3a17JfS+LD1+wU7tidtmwigPy2n+yQtHxongvDPs9c2zHFbxEWcm6n3gN1hXizPb/n21Q36Y9vj1x4nB/SZjxvsryey9o4SFyf+WZT7BrRv7NufUrd39wv6AQAAABbce2llwPNEjemeyuq/pxkXTtzdHBdsJrlIE3eLP5J6QWQedM4i6O9y2XGxI0LdayPKwQXat120zblymrhYMOju8dvT0oWEt+e4LfaW6/jykNcjSI/QPB+KqO3QPacHnEuPNJg+Lkr8Xk737xr7OI7fHR33mxup9wuOuKhr6B4AAACABRLDQlTDqb01p71Q1n9fMy6UXakX0l7qcJ75hZ+LM96eSZa9L40f1mWRtWmb/dk0r4+o93pW74E53f64YBEP6x30q4P421dFebzy97ZB/9Y0+NcgexvM44Nymp016n5YlMtFucMpDQAAAIBnU/tg6lBZ/4xmXBhx5/KvRbmaeg8g7cqBtHpB/yTL/rIsa1Wbtvk+m2bXiHq7snqfzOG27069IXCG3fUezxg4PuDvbYP+YePtx0W1u2vO4/1ymo016sYvLeKu/ksJAAAAgHVvkqA/wqgIxQzxsDj6w4v8u+P5LmLQ/2A5zb4O12V/uQ6THBPny+NyNdrmoaz+1Rr1/8jq3zOkTtwxf7llOdtyuyN0/67cH8O28/s0OFCfNOj/LK18PsI3NftEf6iluv5V1n/FqQ0AAABgfZsk6Gex7ElLAWbXF2cWMeg/X04TgXIMgxLjuO+aYD3uT70Hv/bvcG/Txh9l2/LgKrTNsaz+Rw3Xd9g4+E+m8Q87Hlba9qX4ldGLI16PIXL+TMMvMNzK+kbdCw79oP9EWno2QF5O15jHidQs6I+LEjGuflyUud0pDgAAAGD9ahP0ny3rPan5Fspn5X77YArzXrSg/940PFyOh7O+mtoF9cfT8uFs6s4jxovPQ/Pjq9Q2H2f1T9Wofyqr/+Gc9PMYkufYmDofpO4vOORBf3hxwHxeGDOPpkF/6D8r5fUO2m5buY6XnN8BAAAAFkuboP+rJOhfNPdl+/e5Kcx/0YL+d9P4cPfn1O4O/3dSs7C/GvK/s4ptczWr/1KN+i9k9X+bg34e6zPpw8EnHbrnRPa3k5U+FXff7xkxjzZB/8tp6VkAG1ts7+byfSD66s1sXZ9NAAAAACyMpkH/3Vk9Qf/i+E+23x6dwvwXLejvP1/ikaI8nXp3pl9Jgx+kurvFOtUN+2M9LqTphPxN22ZDZdsP1Zj/oaz+zVXu4wfGbGME8UdqzKfLoD98VmnXGArojiHzaBP050MjPd1w2rjoEBe0PhrQ9wX9AAAAAAukSdAfged/0/wH/ZOMCT6sXFvw/fxpti2bpjD/RRyjvyqC7sNp+RjtUX5NvSFNmhoX9ldD/hOr3DZbKtv9VI35P1WZZrUezB0P/P069QL0rQPKnnL76zx/pOugP/rOT5V2ujRkHm2C/m3ZfM81nHZL9u+Pk6AfAAAAYGENCvr/Tr1gOy83BtQT9C+O66ldeFnXWgj6+7aV88n3f9sx84eF/Rsryzg5B22ztbLNBxrO/1Y5j1l7IC0fcmhYqTu0UNdBf4hnQvxZWZ+3B9RrE/SHm2ny4ZPeT4J+AAAAgIU1KOjfl1beEbsj9YaF+C7Nf9AfgdvtUyiLKg9w/5zSMtZS0N+XB/FxoWdDy/lUw/6taTYhf9O2WcSgf3tRfk/1Lta90fB46TLoD/Grg5uVdaoOtdM26P8rTf6LnVNJ0A8AAACwsNqM0d8Pq4zRP1oEhl1eaGgb4D2W7dvfp7StazHojzv7r2Xz3jPBvPKw/4/s3+/NUdtsTpMH/ZvX8fE+LugPz6WVvxTamb3eNujP+9QDLddf0A8AAACwwJoG/eHLJOivY9ADLicpB1uuRz6U0TdT2ta1GPSHPKDfP+G8TlT25+k5bJubDfvbwTQ/D+NdbXWC/nC80g9i/P6tlT7SVB70/6Pl+gv6AQAAABZYm6D/bBL01zEvQf8T2Tx+mdK2rtWgP3/Y7IEJ5lMdkz/KZ2n6d8A3bZufs/rP16j/fFr+0OL1rG7Qnwb0hQvl39sG/fnwRU+0XH9BPwAAAMACaxP0s1gezPbtlSktY60G/XvT8mdXtFEN+fPnXEw77G/aNh+mZsMKvZvV/3CdH2dNgv64g//7ynn3P6mbO/ofb7n+gn4AAACABbYWg34P413ZHvmY4NOwVoP+x7N5391i+gj5P87mcar8ez6MzzTD/qZt83JW/3yN+uez+i+v83Npk6A/lf3pSuXc+01qF/RfzeZxW8v1F/QDAAAALLC1GPQ/mbodMmeaAfms9If2mNY46mt96J7LLaaNkP9CGn6HfD7+/7TC/qZtc19Wv842X87q37vOz6VNg/7wSFGuDzjfNHWjnO76BOsv6AcAAABYYM8lQf96CPo/yLblzinMf60G/afL+R5rON2GNDrk78vD/k9S92F/m7b5Mptmx4h6O7J6XziV/t++axr0h0EXW5vIf7Hz6QTrL+gHAAAAWGAvpZUh0xNTWtbO1AtAmb08TNw3hfnnD61tGrZHUBnju98o/7txBsveWKMvRpAdv4D4LfXGVK8r5ps/iHncWPfTDPvbtE1+ceDIiHpHs3oezL30a4gzLaZ9I7UP+h/Opnt1gvV/v7IOz0/5uAUAAACgQ2fTyqD/cMfLiPHt30690HRTjfq7y/WKu+gjRIpxrOMu2bvsrta2pKXhPY5MYf7Hsv7zU8NpD6VmAeOky+7fuRztESH7oBA//hbjpcfY5w82WJdqyH+y5nTVsH/jKu+XT8tpYsinQWO+b0tLD4D9xOG1rB9/1XL6vN808UzqZvikDyvH4btTPm4BAAAA6EDcNRwBUYTp1aD/59QbvmfThMuI0POVovyZzXvcPONu85tp8PA5EfjvtOtaO1m246UO53lHUV4Y0I+Op/q/4HimMu2LU172D5X6PxZlT/b6/UX5uii/pN5FpybahPx9b6fuwv5J90sE+f0Hw15My39lEP/uXwj4Ni32g6q7sqPSr15JzX+9tKXsd02D/v6wXG2H7Ylz8v608lkBv1aOi66OWwAAAAA6EkNL1B2b/sQEy4k7PGM8+BdTvaB/e+oFk28VZVfq3VUdD6s8l03/nd3X2j2pdxElShe/jrhYsw89OmY+0SfOp94d9hGUb57ysh9PveF4qnXj7vUr5Wvxq4ctDdvj/rQUrJ9s2abH09IzIXav8n7ZUq5P7Je46HGqLL+WfeidFm201sS57fsh7ftXaj6Mz/ayH9a1MetzD7RY/2dr9JPrafCvXtoctwAAAAAssPzhuKOC/ggV3xzyWj5+9MOatLX+WOBvrPN2iLutI/CPoDOGqoqLUgdTL6yfxMMj+nBdMdzOo3PUVnF3/4GyjaI8Vf6N1dd/xsp7mgIAAACAaasb9H874vW7snkc0qStRfvGECNxl+69mgMWVlxsibv/49kLWzUHAAAAANNWJ+iPIUDGPQT4r3IeBzXpRO5LvecmfKEpYGFdSL2hplywAwAAAGAm6t7RP04/6H9Ik04shpiJsb1PaApYODH0VoT8uzUFAAAAALPSRdAfD52MB4D+ojk7ExdMIiw8pilgYcSDomP4LXfyAwAAADBTXQT9e8vpX9acnbqzKBdT70HIwHx7J/UevLtFUwAAAAAwa10E/edS72G9GzTnVOzQBDD37tYEAAAAAKyWSYP+GIc6xucXRgMAAAAAwCqYJOiP+t8VZb9mBAAAAACA1TFJ0H+mKC9qQgAAAAAAWD1tg/6jRTmm+QAAAAAAYHW1CfpfKMr7mg4AAAAAAFZf06D/QFEujng95nFEswIAAAAAwGzsS0tB/+YxdR8vytdFuaMoWweUPal3EWCvZgUAAAAAgNk4nZaC/mdG1HugKFezusPKb5oUAAAAAACm742iXEsrg/pfivJKpe72ovyexof8t8r5AgAAAADAuvP/AGT9/GNKS4kbAAAJcHRFWHRNYXRoTUwAPG1hdGggeG1sbnM9Imh0dHA6Ly93d3cudzMub3JnLzE5OTgvTWF0aC9NYXRoTUwiPjxtc3R5bGUgbWF0aHNpemU9IjE2cHgiPjxtc3ViPjxtaT5GPC9taT48bW4+MTI8L21uPjwvbXN1Yj48bW8+PTwvbW8+PG1mcmFjPjxtbj4xPC9tbj48bXJvdz48bW4+NDwvbW4+PG1pPiYjeDNDMDs8L21pPjxtc3ViPjxtaT4mI3gzQjU7PC9taT48bW4+MDwvbW4+PC9tc3ViPjwvbXJvdz48L21mcmFjPjxtZnJhYz48bXJvdz48bW8+fDwvbW8+PG1zdWI+PG1pPnE8L21pPjxtbj4xPC9tbj48L21zdWI+PG1vPnw8L21vPjxtbz58PC9tbz48bXN1Yj48bWk+cTwvbWk+PG1uPjI8L21uPjwvbXN1Yj48bW8+fDwvbW8+PC9tcm93Pjxtc3VwPjxtaT5SPC9taT48bW4+MjwvbW4+PC9tc3VwPjwvbWZyYWM+PG1vPj08L21vPjxtc3BhY2UgbGluZWJyZWFrPSJuZXdsaW5lIi8+PG1vPj08L21vPjxtbz4oPC9tbz48bW4+ODwvbW4+PG1vPi48L21vPjxtbj45OTwvbW4+PG1vPiYjeEQ3OzwvbW8+PG1zdXA+PG1uPjEwPC9tbj48bW4+OTwvbW4+PC9tc3VwPjxtbz4mI3gyMDBBOzwvbW8+PG10ZXh0Pk48L210ZXh0Pjxtbz4mI3hCNzs8L21vPjxtc3VwPjxtdGV4dD5tPC9tdGV4dD48bW4+MjwvbW4+PC9tc3VwPjxtbz4vPC9tbz48bXN1cD48bXRleHQ+QzwvbXRleHQ+PG1uPjI8L21uPjwvbXN1cD48bW8+KTwvbW8+PG1vPiYjeEQ3OzwvbW8+PG1mcmFjPjxtcm93Pjxtbz4oPC9tbz48bW4+MTwvbW4+PG1vPi48L21vPjxtbj42MDwvbW4+PG1vPiYjeEQ3OzwvbW8+PG1zdXA+PG1uPjEwPC9tbj48bXJvdz48bW8+LTwvbW8+PG1uPjE5PC9tbj48L21yb3c+PC9tc3VwPjxtbz4mI3gyMDBBOzwvbW8+PG10ZXh0PkM8L210ZXh0Pjxtbz4pPC9tbz48bW8+KDwvbW8+PG1uPjM8L21uPjxtbz4uPC9tbz48bW4+MjA8L21uPjxtbz4mI3hENzs8L21vPjxtc3VwPjxtbj4xMDwvbW4+PG1yb3c+PG1vPi08L21vPjxtbj4xOTwvbW4+PC9tcm93PjwvbXN1cD48bW8+JiN4MjAwQTs8L21vPjxtdGV4dD5DPC9tdGV4dD48bW8+KTwvbW8+PC9tcm93Pjxtcm93Pjxtbz4oPC9tbz48bW4+MDwvbW4+PG1vPi48L21vPjxtbj4wMjAwPC9tbj48bW8+JiN4MjAwQTs8L21vPjxtdGV4dD5tPC9tdGV4dD48bXN1cD48bW8+KTwvbW8+PG1uPjI8L21uPjwvbXN1cD48L21yb3c+PC9tZnJhYz48bW8+PTwvbW8+PG1uPjE8L21uPjxtbz4uPC9tbz48bW4+MTU8L21uPjxtbz4mI3hENzs8L21vPjxtc3VwPjxtbj4xMDwvbW4+PG1yb3c+PG1vPi08L21vPjxtbj4yNDwvbW4+PC9tcm93PjwvbXN1cD48bW8+JiN4MjAwQTs8L21vPjxtdGV4dD5OPC9tdGV4dD48bW8+LjwvbW8+PG1zcGFjZSBsaW5lYnJlYWs9Im5ld2xpbmUiLz48bXNwYWNlIGxpbmVicmVhaz0ibmV3bGluZSIvPjxtdGV4dD5UaHVzLCBmb3JjZSYjeEEwOzwvbXRleHQ+PG1zdWI+PG1pIG1hdGh2YXJpYW50PSJib2xkIj5GPC9taT48bW4+MTI8L21uPjwvbXN1Yj48bXRleHQ+JiN4QTA7aGFzIHRoZSBmb2xsb3dpbmcgbWFnbml0dWRlIGFuZCBkaXJlY3Rpb24gKHJlbGF0aXZlIHRvIHRoZSBwb3NpdGl2ZSBkaXJlY3Rpb24gb2YgdGhlJiN4QTA7PC9tdGV4dD48bWk+eDwvbWk+PG10ZXh0PiYjeEEwO2F4aXMpOjwvbXRleHQ+PG1zcGFjZSBsaW5lYnJlYWs9Im5ld2xpbmUiLz48bW4+MTwvbW4+PG1vPi48L21vPjxtbj4xNTwvbW4+PG1vPiYjeEQ3OzwvbW8+PG1zdXA+PG1uPjEwPC9tbj48bXJvdz48bW8+LTwvbW8+PG1uPjI0PC9tbj48L21yb3c+PC9tc3VwPjxtbz4mI3gyMDBBOzwvbW8+PG10ZXh0Pk48L210ZXh0Pjxtbz4mI3hBMDsmI3hBMDs8L21vPjxtdGV4dD5hbmQ8L210ZXh0Pjxtbz4mI3hBMDsmI3hBMDs8L21vPjxtbj4xODA8L21uPjxtbz4mI3hCMDs8L21vPjxtbz4uPC9tbz48bW8+JiN4QTA7JiN4QTA7PC9tbz48bXNwYWNlIGxpbmVicmVhaz0ibmV3bGluZSIvPjxtc3BhY2UgbGluZWJyZWFrPSJuZXdsaW5lIi8+PG10ZXh0PldlIGNhbiBhbHNvIHdyaXRlJiN4QTA7PC9tdGV4dD48bXN1Yj48bWkgbWF0aHZhcmlhbnQ9ImJvbGQiPkY8L21pPjxtbj4xMjwvbW4+PC9tc3ViPjxtdGV4dD4mI3hBMDtpbiB1bml0LXZlY3RvciBub3RhdGlvbiBhczo8L210ZXh0Pjxtc3BhY2UgbGluZWJyZWFrPSJuZXdsaW5lIi8+PG1zdWI+PG1pIG1hdGh2YXJpYW50PSJib2xkIj5GPC9taT48bW4+MTI8L21uPjwvbXN1Yj48bW8+PTwvbW8+PG1vPi08L21vPjxtbz4oPC9tbz48bW4+MTwvbW4+PG1vPi48L21vPjxtbj4xNTwvbW4+PG1vPiYjeEQ3OzwvbW8+PG1zdXA+PG1uPjEwPC9tbj48bXJvdz48bW8+LTwvbW8+PG1uPjI0PC9tbj48L21yb3c+PC9tc3VwPjxtbz4mI3gyMDBBOzwvbW8+PG10ZXh0Pk48L210ZXh0Pjxtbz4pPC9tbz48bWkgbWF0aHZhcmlhbnQ9ImJvbGQiPmk8L21pPjxtbz4uPC9tbz48bW8+JiN4QTA7PC9tbz48L21zdHlsZT48L21hdGg+GWoKyAAAAABJRU5ErkJggg==\&quot;,\&quot;slideId\&quot;:284,\&quot;accessibleText\&quot;:\&quot;F subscript 12 equals fraction numerator 1 over denominator 4 pi epsilon subscript 0 end fraction fraction numerator vertical line q subscript 1 vertical line vertical line q subscript 2 vertical line over denominator R squared end fraction equals\\nequals left parenthesis 8.99 cross times 10 to the power of 9   text N end text times text m end text squared divided by text C end text squared right parenthesis cross times fraction numerator left parenthesis 1.60 cross times 10 to the power of negative 19 end exponent   text C end text right parenthesis left parenthesis 3.20 cross times 10 to the power of negative 19 end exponent   text C end text right parenthesis over denominator left parenthesis 0.0200   text m end text right parenthesis squared end fraction equals 1.15 cross times 10 to the power of negative 24 end exponent   text N end text.\\n\\ntext Thus, force  end text bold F subscript 12 text  has the following magnitude and direction (relative to the positive direction of the  end text x text  axis): end text\\n1.15 cross times 10 to the power of negative 24 end exponent   text N end text    text and end text    180 degree.   \\n\\ntext We can also write  end text bold F subscript 12 text  in unit-vector notation as: end text\\nbold F subscript 12 equals negative left parenthesis 1.15 cross times 10 to the power of negative 24 end exponent   text N end text right parenthesis bold i. space\&quot;,\&quot;imageHeight\&quot;:269.584},{\&quot;mathml\&quot;:\&quot;&lt;math style=\\\&quot;font-family:stix;font-size:16px;\\\&quot; xmlns=\\\&quot;http://www.w3.org/1998/Math/MathML\\\&quot;&gt;&lt;mstyle mathsize=\\\&quot;16px\\\&quot;&gt;&lt;msub&gt;&lt;mi mathcolor=\\\&quot;#00007F\\\&quot;&gt;F&lt;/mi&gt;&lt;mn mathcolor=\\\&quot;#00007F\\\&quot;&gt;12&lt;/mn&gt;&lt;/msub&gt;&lt;mo mathcolor=\\\&quot;#00007F\\\&quot;&gt;=&lt;/mo&gt;&lt;mfrac mathcolor=\\\&quot;#00007F\\\&quot;&gt;&lt;mn&gt;1&lt;/mn&gt;&lt;mrow&gt;&lt;mn&gt;4&lt;/mn&gt;&lt;mi&gt;&amp;#x3C0;&lt;/mi&gt;&lt;msub&gt;&lt;mi&gt;&amp;#x3B5;&lt;/mi&gt;&lt;mn&gt;0&lt;/mn&gt;&lt;/msub&gt;&lt;/mrow&gt;&lt;/mfrac&gt;&lt;mfrac mathcolor=\\\&quot;#00007F\\\&quot;&gt;&lt;mrow&gt;&lt;mfenced open=\\\&quot;|\\\&quot; close=\\\&quot;|\\\&quot;&gt;&lt;msub&gt;&lt;mi&gt;q&lt;/mi&gt;&lt;mn&gt;1&lt;/mn&gt;&lt;/msub&gt;&lt;/mfenced&gt;&lt;mfenced open=\\\&quot;|\\\&quot; close=\\\&quot;|\\\&quot;&gt;&lt;msub&gt;&lt;mi&gt;q&lt;/mi&gt;&lt;mn&gt;2&lt;/mn&gt;&lt;/msub&gt;&lt;/mfenced&gt;&lt;/mrow&gt;&lt;msup&gt;&lt;mi&gt;R&lt;/mi&gt;&lt;mn&gt;2&lt;/mn&gt;&lt;/msup&gt;&lt;/mfrac&gt;&lt;mo mathcolor=\\\&quot;#00007F\\\&quot;&gt;=&lt;/mo&gt;&lt;mspace linebreak=\\\&quot;newline\\\&quot;/&gt;&lt;mo mathcolor=\\\&quot;#00007F\\\&quot;&gt;=&lt;/mo&gt;&lt;mo mathcolor=\\\&quot;#00007F\\\&quot;&gt;(&lt;/mo&gt;&lt;mn mathcolor=\\\&quot;#00007F\\\&quot;&gt;8&lt;/mn&gt;&lt;mo mathcolor=\\\&quot;#00007F\\\&quot;&gt;.&lt;/mo&gt;&lt;mn mathcolor=\\\&quot;#00007F\\\&quot;&gt;99&lt;/mn&gt;&lt;mo mathcolor=\\\&quot;#00007F\\\&quot;&gt;&amp;#xD7;&lt;/mo&gt;&lt;msup&gt;&lt;mn mathcolor=\\\&quot;#00007F\\\&quot;&gt;10&lt;/mn&gt;&lt;mn mathcolor=\\\&quot;#00007F\\\&quot;&gt;9&lt;/mn&gt;&lt;/msup&gt;&lt;mo mathcolor=\\\&quot;#00007F\\\&quot;&gt;&amp;#x200A;&lt;/mo&gt;&lt;mtext mathcolor=\\\&quot;#00007F\\\&quot;&gt;N&lt;/mtext&gt;&lt;mo mathcolor=\\\&quot;#00007F\\\&quot;&gt;&amp;#xB7;&lt;/mo&gt;&lt;msup&gt;&lt;mtext mathcolor=\\\&quot;#00007F\\\&quot;&gt;m&lt;/mtext&gt;&lt;mn mathcolor=\\\&quot;#00007F\\\&quot;&gt;2&lt;/mn&gt;&lt;/msup&gt;&lt;mo mathcolor=\\\&quot;#00007F\\\&quot;&gt;/&lt;/mo&gt;&lt;msup&gt;&lt;mtext mathcolor=\\\&quot;#00007F\\\&quot;&gt;C&lt;/mtext&gt;&lt;mn mathcolor=\\\&quot;#00007F\\\&quot;&gt;2&lt;/mn&gt;&lt;/msup&gt;&lt;mo mathcolor=\\\&quot;#00007F\\\&quot;&gt;)&lt;/mo&gt;&lt;mo mathcolor=\\\&quot;#00007F\\\&quot;&gt;&amp;#xD7;&lt;/mo&gt;&lt;mfrac mathcolor=\\\&quot;#00007F\\\&quot;&gt;&lt;mrow&gt;&lt;mo&gt;(&lt;/mo&gt;&lt;mn&gt;1&lt;/mn&gt;&lt;mo&gt;.&lt;/mo&gt;&lt;mn&gt;60&lt;/mn&gt;&lt;mo&gt;&amp;#xD7;&lt;/mo&gt;&lt;msup&gt;&lt;mn&gt;10&lt;/mn&gt;&lt;mrow&gt;&lt;mo&gt;-&lt;/mo&gt;&lt;mn&gt;19&lt;/mn&gt;&lt;/mrow&gt;&lt;/msup&gt;&lt;mo&gt;&amp;#x200A;&lt;/mo&gt;&lt;mtext&gt;C&lt;/mtext&gt;&lt;mo&gt;)&lt;/mo&gt;&lt;mo&gt;(&lt;/mo&gt;&lt;mn&gt;3&lt;/mn&gt;&lt;mo&gt;.&lt;/mo&gt;&lt;mn&gt;20&lt;/mn&gt;&lt;mo&gt;&amp;#xD7;&lt;/mo&gt;&lt;msup&gt;&lt;mn&gt;10&lt;/mn&gt;&lt;mrow&gt;&lt;mo&gt;-&lt;/mo&gt;&lt;mn&gt;19&lt;/mn&gt;&lt;/mrow&gt;&lt;/msup&gt;&lt;mo&gt;&amp;#x200A;&lt;/mo&gt;&lt;mtext&gt;C&lt;/mtext&gt;&lt;mo&gt;)&lt;/mo&gt;&lt;/mrow&gt;&lt;mrow&gt;&lt;mo&gt;(&lt;/mo&gt;&lt;mn&gt;0&lt;/mn&gt;&lt;mo&gt;.&lt;/mo&gt;&lt;mn&gt;0200&lt;/mn&gt;&lt;mo&gt;&amp;#x200A;&lt;/mo&gt;&lt;mtext&gt;m&lt;/mtext&gt;&lt;msup&gt;&lt;mo&gt;)&lt;/mo&gt;&lt;mn&gt;2&lt;/mn&gt;&lt;/msup&gt;&lt;/mrow&gt;&lt;/mfrac&gt;&lt;mo mathcolor=\\\&quot;#00007F\\\&quot;&gt;=&lt;/mo&gt;&lt;mn mathcolor=\\\&quot;#00007F\\\&quot;&gt;1&lt;/mn&gt;&lt;mo mathcolor=\\\&quot;#00007F\\\&quot;&gt;.&lt;/mo&gt;&lt;mn mathcolor=\\\&quot;#00007F\\\&quot;&gt;15&lt;/mn&gt;&lt;mo mathcolor=\\\&quot;#00007F\\\&quot;&gt;&amp;#xD7;&lt;/mo&gt;&lt;msup&gt;&lt;mn mathcolor=\\\&quot;#00007F\\\&quot;&gt;10&lt;/mn&gt;&lt;mrow mathcolor=\\\&quot;#00007F\\\&quot;&gt;&lt;mo&gt;-&lt;/mo&gt;&lt;mn&gt;24&lt;/mn&gt;&lt;/mrow&gt;&lt;/msup&gt;&lt;mo mathcolor=\\\&quot;#00007F\\\&quot;&gt;&amp;#x200A;&lt;/mo&gt;&lt;mtext mathcolor=\\\&quot;#00007F\\\&quot;&gt;N&lt;/mtext&gt;&lt;mo mathcolor=\\\&quot;#00007F\\\&quot;&gt;.&lt;/mo&gt;&lt;mspace linebreak=\\\&quot;newline\\\&quot;/&gt;&lt;mspace linebreak=\\\&quot;newline\\\&quot;/&gt;&lt;mtext mathcolor=\\\&quot;#00007F\\\&quot;&gt;Thus, force&amp;#xA0;&lt;/mtext&gt;&lt;msub&gt;&lt;mi mathvariant=\\\&quot;bold\\\&quot; mathcolor=\\\&quot;#00007F\\\&quot;&gt;F&lt;/mi&gt;&lt;mn mathcolor=\\\&quot;#00007F\\\&quot;&gt;12&lt;/mn&gt;&lt;/msub&gt;&lt;mtext mathcolor=\\\&quot;#00007F\\\&quot;&gt;&amp;#xA0;has the following magnitude and direction (relative to the positive direction of the&amp;#xA0;&lt;/mtext&gt;&lt;mi mathcolor=\\\&quot;#00007F\\\&quot;&gt;x&lt;/mi&gt;&lt;mtext mathcolor=\\\&quot;#00007F\\\&quot;&gt;&amp;#xA0;axis):&lt;/mtext&gt;&lt;mspace linebreak=\\\&quot;newline\\\&quot;/&gt;&lt;mn mathcolor=\\\&quot;#00007F\\\&quot;&gt;1&lt;/mn&gt;&lt;mo mathcolor=\\\&quot;#00007F\\\&quot;&gt;.&lt;/mo&gt;&lt;mn mathcolor=\\\&quot;#00007F\\\&quot;&gt;15&lt;/mn&gt;&lt;mo mathcolor=\\\&quot;#00007F\\\&quot;&gt;&amp;#xD7;&lt;/mo&gt;&lt;msup&gt;&lt;mn mathcolor=\\\&quot;#00007F\\\&quot;&gt;10&lt;/mn&gt;&lt;mrow mathcolor=\\\&quot;#00007F\\\&quot;&gt;&lt;mo&gt;-&lt;/mo&gt;&lt;mn&gt;24&lt;/mn&gt;&lt;/mrow&gt;&lt;/msup&gt;&lt;mo mathcolor=\\\&quot;#00007F\\\&quot;&gt;&amp;#x200A;&lt;/mo&gt;&lt;mtext mathcolor=\\\&quot;#00007F\\\&quot;&gt;N&lt;/mtext&gt;&lt;mo mathcolor=\\\&quot;#00007F\\\&quot;&gt;&amp;#xA0;&amp;#xA0;&lt;/mo&gt;&lt;mtext mathcolor=\\\&quot;#00007F\\\&quot;&gt;and&lt;/mtext&gt;&lt;mo mathcolor=\\\&quot;#00007F\\\&quot;&gt;&amp;#xA0;&amp;#xA0;&lt;/mo&gt;&lt;mn mathcolor=\\\&quot;#00007F\\\&quot;&gt;180&lt;/mn&gt;&lt;mo mathcolor=\\\&quot;#00007F\\\&quot;&gt;&amp;#xB0;&lt;/mo&gt;&lt;mspace linebreak=\\\&quot;newline\\\&quot;/&gt;&lt;mspace linebreak=\\\&quot;newline\\\&quot;/&gt;&lt;mtext mathcolor=\\\&quot;#00007F\\\&quot;&gt;We can also write&amp;#xA0;&lt;/mtext&gt;&lt;msub&gt;&lt;mi mathvariant=\\\&quot;bold\\\&quot; mathcolor=\\\&quot;#00007F\\\&quot;&gt;F&lt;/mi&gt;&lt;mn mathcolor=\\\&quot;#00007F\\\&quot;&gt;12&lt;/mn&gt;&lt;/msub&gt;&lt;mtext mathcolor=\\\&quot;#00007F\\\&quot;&gt;&amp;#xA0;in unit-vector notation as:&lt;/mtext&gt;&lt;mspace linebreak=\\\&quot;newline\\\&quot;/&gt;&lt;msub&gt;&lt;mi mathvariant=\\\&quot;bold\\\&quot; mathcolor=\\\&quot;#00007F\\\&quot;&gt;F&lt;/mi&gt;&lt;mn mathcolor=\\\&quot;#00007F\\\&quot;&gt;12&lt;/mn&gt;&lt;/msub&gt;&lt;mo mathcolor=\\\&quot;#00007F\\\&quot;&gt;=&lt;/mo&gt;&lt;mo mathcolor=\\\&quot;#00007F\\\&quot;&gt;-&lt;/mo&gt;&lt;mo mathcolor=\\\&quot;#00007F\\\&quot;&gt;(&lt;/mo&gt;&lt;mn mathcolor=\\\&quot;#00007F\\\&quot;&gt;1&lt;/mn&gt;&lt;mo mathcolor=\\\&quot;#00007F\\\&quot;&gt;.&lt;/mo&gt;&lt;mn mathcolor=\\\&quot;#00007F\\\&quot;&gt;15&lt;/mn&gt;&lt;mo mathcolor=\\\&quot;#00007F\\\&quot;&gt;&amp;#xD7;&lt;/mo&gt;&lt;msup&gt;&lt;mn mathcolor=\\\&quot;#00007F\\\&quot;&gt;10&lt;/mn&gt;&lt;mrow mathcolor=\\\&quot;#00007F\\\&quot;&gt;&lt;mo&gt;-&lt;/mo&gt;&lt;mn&gt;24&lt;/mn&gt;&lt;/mrow&gt;&lt;/msup&gt;&lt;mo mathcolor=\\\&quot;#00007F\\\&quot;&gt;&amp;#x200A;&lt;/mo&gt;&lt;mtext mathcolor=\\\&quot;#00007F\\\&quot;&gt;N&lt;/mtext&gt;&lt;mo mathcolor=\\\&quot;#00007F\\\&quot;&gt;)&lt;/mo&gt;&lt;mi mathvariant=\\\&quot;bold\\\&quot; mathcolor=\\\&quot;#00007F\\\&quot;&gt;i&lt;/mi&gt;&lt;/mstyle&gt;&lt;/math&gt;\&quot;,\&quot;base64Image\&quot;:\&quot;iVBORw0KGgoAAAANSUhEUgAABfoAAAI6CAYAAAB/zPniAAAACXBIWXMAAA7EAAAOxAGVKw4bAAAABGJhU0UAAAEfVDeuKgAAgABJREFUeNrs3Q/EJVX/APBrrayseL1eySuRrCSJV5LkFStJkkiSJJEkSaLf7nqee1ciyUrWkpUkWZIkSSRJ8ookSRJZSdaKZGWttexvzszc+5x7n/tn5t4z989zPx/G1nPn75kzZ85858w5rRasvfbFrWkd9n/djhcAAAAAgB1OoN/5AgAAAABghQn0O18AAAAAAKwwgX7nCwAAAACAFSbQ73wBAAAAALDCBPqdLwAAAAAAVphAv/MFAAAAAMAKE+h3vgAAAAAAWGEC/c4XAAAAAAArTKDf+QIAAAAAYIXNEjje+G+23DvZ9Ec2nc+mb7O//afVOvTvVmvz4WI6dNVy7f+6HS8AAAAAADvcNIHjQ1dm839WLNP5uNXauKn4ewh6t79utTaf31pn59rl2v91O14AAAAAAHa4uoHjjdtarc6fZVD7ue2/bz6W/f2vcp0nl2//1+14AQAAAADY4eoEjjdvz+Y7Vwa9Hx8+T+e+qHX70eXa/3U8XgAAAAAAdriqgeP2NVHL9WNj5ns6CnzfvTz7v67HCwAAAACwVg78s9Vqv5xNH6zPMVcJHHd2ZdN35Xy/ZP+9Z8z6PijnO5/Nt3s59n+djxcAAAAAYC10Lmu12oezf/8uW2Z/tD7HXinw/czWPJv3j5lvbxHwztPww+XZ/3U+XgAAAACAHS201N58fmuw1V4XLAL9W2m0O/vtdDnPzxPW9Wy0vieWY//X/XgBAAAAAHa00Ip/49aiq5bQD7tA/3abD0et2zdGrycPkP+6Ne+hK5dj/9f9eAEAAAAA1kbnPoH+ob+f2Po9vBQZZfNAtK4fl2f/1/14AQAAAADWRudegf6hv0et1sOXD0PnuSb77YdoXUeWZ//X/XgBAAAAANaGQP+I389P6NM+DEj7VTa9GKXf/uXZ/3U/XgAAAACAtSHQP+L3c1E/9FcNpNll2d+/aLU2H8z++8My7c6Obglf6TxcW2/55IH+OR9v6vMFAAAAALC2BPpH/P55NM+JLG0uzaY9rdbmo9n/nywGNO5cErWEPzHdfhz4Z9EFTudCsb5U+79sx9u+IZvezqYz5TpOZ+s72mod+nczxwsAAAAAsDYE+keky53988RTGJA22Hwg+tsjNdN9V7bcs9m/f0bpv8BAf5PH27m7eJExdP2ni68ZUh8vAAAAAMDaEOgfPU8e2P6xbIF+pmzpfmO0jhNb6zh4Rb3th5byBy/Pln1iOQL9TR1vmC9f18vZuq4r+vrfuDX7/3ei4/4+/fECAAAAAKwNgf4p021XGcAO6/h2hv24a3kC/U0cb+eVbHppxD69sbVPG7c0u/8AAAAAADuWQP+U6bY/WscLM+zHqgT6pzzeznejjyv0z9/rCujBZvcfAAAAAGDHEuifcvnXq7dGH7ueFQn0T3O8YUDfzccmzPN3Geh/oNn9BwAAAADYsQT6p1z+VJlmf824H6sS6E90vNvyXxno37ip2f0HAAAAANixBPrrLxuC0r3lT8y4HysQ6E95vH15b3c2XcjWebLZ/QcAAAAA2NEE+qdY9r1o+adn3I8VCPSnPN6+vLe/+joF+gEAAAAARhDorzb/xq1Z+hzNph/6l+38mf17ZHJf9CP3Y0kD/U0db98+vVMO1rsr/f4DAAAAAKwNgf6K6bQnm/aOn6bajyUN9Dd1vL39uaHsn39fM/sPAAAAALA2BPoXvB8rMhhv0jyXHWfn+2y6Z/XOFwAAAADA0hHoX/B+rGGgv/1WNj2xmucLAAAAAGDpdO4T6F/ofqxZoH+zne3D4dU9XwAAAAAASycEXXtB1J/X6LgF+ueu83i2/TdW+3wBAAAAACyNA/8qA69n+oOonVey6dps2rWzj1+gf75CF1HjvhgJx765sfznCwAAAABgKYSAaxw4HTVt3LZz02BZAsedu6NA/57m9n+Rx7t5e3Zs35Qvl/ZunzZuLvJkZ//yny8AAAAAAJbE0rTof3NrPzYfam7/F3W8nRuz6a8KL5Z+W43zBQAAAADAklh04Lj94vZuk/LpZDY9m37/F3G8B6/Itneq2tcjIT2W+XwBAAAAALBkVj1wvIqD8a7z+QIAAACAudh8pNVqv9Vqdb6v2AJ3xBT64YZlJ9DvfAEAAADAjtXZ1Wq1z0WBtfPZdEfx97759mR/vyb7977s3y/KeX+XfqwGgX7nCwAAAAB2tDy4XwbVOh9WWyZ8CdB5V9qxInlcoN/5AgAAAICdqnN1f1Ct82S15dpvZvM+J/1YDQL9zhcAAAAA7Fibjw0E+q+ttlz7jaKLH1gFAv3OFwAAAADsWO0TUVDtZPXlNm5ttTq7pR8AAAAAACxU+0wU6H9DegAAAAAAwMrYuHmg2557h88XWu57CQAAAAAAAEtm81AU5L+QTXuGzxcG3W0fll4AAAAAALBU2p9HLfq/GDHPHa1W52z27w3SCwAAAAAAlkbojie04u8F+n/M/v9oMbVfz6a3s//+rvztl9U5rvZd/d0RJZnOyC+wEygfAAAAANhRQn/8fcGqT7O/fVT8G1r39w3Se2R1jksgD1A+AAAAALAW8pb73f75z2bTru3ztJ8uft+4bYWO65JW68A/009VJQ8irukkrU2p88sylA8AAAAAkFTnpyhQ9t6IeS7LfjstreoQdBXoNy1voB8AAAAAdoxD/x4IlD0xfL6NW7LfjksvAAAAAABYKpuP9Qf6O9cOn2/j1mze26UXAAAAAAAslfaJKNB/UnoAAAAAAMBKaZ+JAv1v7KxjM9gmoHwAAAAAYEfbuHmg2577dtbxte9qYLDPM/INKB+UDwAAAAAsic1DUZD/QjZdtrOOTyAPUD4AAAAAsKO1P48CVF/Mb7thwN/OLukPAAAAAABTO3TlQEvU481vM/Rf3T5Sfj1wyeT52zdk09vlOALns+l0ttzRbN//7fwBAAAAALDG8oD7JwP983/Xah26qpnthdb77Wezf/+Mtjch0N+5u3ghMLR7jNPFVwEAAAAAALB22sfGBNBDAP6vVmvj1rTb3Hy01Tp4ebb+J6oF+g9eUbbifzmb77ps2lvsU/udaPnvnUsAAAAAAJirePDLcYH+zivZ9NKIdbyxtY6NW6QpAAAAAADMTeVA/3ejfw/983fXsfmgNAUAAAAAgLmpEujvXNpqbT42fj2dv8tA/wPSFAAAAAAA5qZqi/5JuoH+jZukKdS+Dm/IprfLcTDOl4NbHy2+lgEAAAAAGCtFoL+zuxxM+KT0hNrXz91jBuMOAf9rpREAAAAAMEaSQP/+ch1PS0+o4+AVZSv+l7Pr6Lps2ttqbdya/f870XX5vXQCAAAAAMZIEegPQcl8sN5d65FmoUuVPL3ulX+YMS+9kk0vjbiu3ti6NjdukVYAAAAAwAizBvpD3+J5//z71iO9el8vCPSTIj99N/q6C/3zd/Pa5oPSCgAAAAAYYZZAf5g/dCvSuWc90ip0q9L+VaCfRPnp0lZr87EJ85SDXG8+IL0AAAAAgBFmCfS338qmJ9YorV7vHyhVoH89dK4vu6f6acSAud3pXDbPX9n0Uau1eahokT/ztstA/8ZNzgMAAAAAMMK0gf7NdrbM4fVJp7zLnvPZdESgf52FL1j6XvY8l027y2vpmmx6sT/w335qhm1l6+1cyNZxUroDAAAAAGNME+jvPF4MFLouul32hFbaoasVgf41vl4+iAL5vw+fZ/Ph/pcBm49Ome+640E8Ld0BAAAAgDHqBvpDcDt0TTLy92wdmxs7LI2OZ9O3xX8L9K/59XI6CuK/NeY6iLv5+W3Kbb1TDta7S7oDAAAAAGN07o4C13vGz7t5ezbPN63WgX8VrdwHp42bi5cAoSXyTtG+o+yCZV+ZBgL9ayvkgb6W+mMGyG2/PdDFz2U1t3VD2T//PukOAAAAAEzQfjMKXD40er7OjcVAo2MHI52h9fIyCsHZcDybz2/9TaB/ja+Vp6Jzf6HV+r9/jJl3INA/bt5t+e6SYiyAzj3SHAAAAAAYIx809MyQQP3JbHq2f96DV2R/O1UhyH+xWO+OSaPwEuR//X+bJtAfXhhsHsiW+bJopZ0PsFohLTvXDlnXnrIP+NCtyw/ZdLYcJDicy/darY3/yNuN5Yf3o/Pz7YR5v4jO4981t/NWNj0hvQEAAAAAZpKPXXBue9cpdQP9G7cN9Otedfpj+7o6zxRfVeQvCo4VXSR1x1UIXb309us+5y+10E9+nh+6afzSmHmvHnhh80r17Wy2s2UOS28AAAAAgJmEblbav2//siGoE+jfuKlscX9xiulE/7pCC/7uC4BhrfZD0H8ndp+0LML4FH3B+xHjUIQvLsKXG/G5OPDPatvoPJ7N/4a0BgAAAACYWd51yv+G/1Y10J/37/9tEbztXFqu95eiNX4c+A3d8+Tr+mjM/jwdjaPw2IjtvSLQ32ieeCFK33NFC/9B4QVMGKy6N9+v1QfTDXlpXB4IX25sbjgPAAAAAAATde4u+9G/evjvVQP9ITDcuX7r/zduLZf7dPt8+d/H9MkeXhD0trln+Dz5OApvZNPr2XSN85ha++sogH+qCLqHsRJCd0oh3TvfDfzezv62t9q6w9cC4QXBgX8VywxOGzcXLwFGfUUAAAAAAEAp77InDDr81Oh5phmMN8gH9r1YBIb7/l4G8Q/9e/Sycfc/3a8DmJ/wdUbfAMpfl19r/D3Qnc9LxZgMtdZ9YzHuwsSunHylAQAAAAAwWd5lzxfj55km0B+C8+3z5TLXbv09tNTO1/XthP06HgV8399aR+gCKLTyDi8oaM7m/f1B94OXF38PX1HELwBCN0115F9hnKo4ZsOLzgMAAAAAwFide4q+10M/6yGAPmrKu2rp9pf/cP9vI9f9eLnMyf6/t18t/354wr5dkk0fjg4Cd35y/pqUd4nUTesfBn77JDoXX0krAAAAAICF6Ws1P+U0ct1flUHio1t/C4O5dltzh5b9o2zcVLwgyJf/q+gbvtsHf2jZH74qOHSV89do3vg1CvS/1v/b5kMD+WCf9AIAAAAAWIimAv2d66Ig8Z3R3/eXf/tz9D4durL4PV/+dwH9heSLfQNfT9wzcH53D/TVr4sdAAAAAIDlVreP/jBAaz7v30Ur/q7u4LztEwPz74nmibuMuU/aL0LnyegcXCi6URrU95LIoLkAAAAAAMutTqA/DJLba5H/5tbf8257zpTreGbr7+0bsvW3o/n+ira1S9ovQhj8uBfEHzFQ88ZtA63+90s3AAAAAIClVTXQ39nbP1BrCAZ3hQF/e4Hhz8rA/w1FX/xx9zyhBXnVQH/oK/7gFc5PSiHNO2ejwZfbo+ftjqOQT29JOwAAAACApVUl0N9+IZv+iOb7rv/30A3PsD7+O68MrOfbKMj8wJh9OpTNc6z+sbSfLbfxeTng7PvFmAIUNv7bf37ilzVDz3l33vPFix4AAAAAAJbQpED/xk1DAvh3Tp4ndAsTBnaNhS5guq36QxdAm49uzXPgX9n/P5L99r/+7n+qCOMAhC8J2qe3Avv5VwVvli3Y73Ceg/bhgeD9mK8q2tcMnPPHpR8AAAAAwFKaGOi/dSCA/8bw9eQtwM9l06liwN5hg7wGneuLrmDyrmHOlwPCni1eDIRA9KEr6x9Dvr6LxbH0bWtXsZ0wNsChf6/3ee6mRe88/lEhXb+K5v/RtQIAAAAAsLLaR4ogfufo8u3bxs3lS4qzw1uobx7Qz3z+xcPxgRb6FyYPshta8fctc9QgygAAAAAAJBa658kD0e8N/73brVAIbIfugdZNPn7C+eFjKOTp8neWRreMWPayIcv+0Wpt3i7fAQAAAACQSG+Q4BeG/x5aoHfHBRg3ADAAAAAAADBnB6/Yamk+LogfBv7N53tTmgEAAAAAwNLo3Bl1QXP3mPk+Luf5UJoBAAAAAMDS6NwbBfrvHDPfR+U830kzAAAAAABYGqG7nl6gf//o+bqB/vbv0gwAAAAAAJZG3Rb97W+lGQAAAAAALA199AMAAAAAwArr7N0K9IdufEZp/1bO96Y0AwAAAACApdI+WQb6Dw3/vbMrmy6U8zwkvQAAAAAAYKl0jpbd8rw7/Pf2DeXvF1qtg5dLLwAAAAAAWCqdG8tA/l9F6/1B7WfLbns+kFYAAAAAALCUQmv+vGuehwf+Hrrt+alozd+5TjoBAAAAAMBS+r9/tFqdb1qt9un+gH77mL75AQAAAABgJXQuabU2N1qt9o/Z9EU5SO/7rdbGf6QNAAAAAAAAAAAAAAAAAAAAAAAAAAAAAAAAAAAAAAAAAAAAAAAAAAAAAAAAAAAAAAAAAAAAAAAAAAAAAAAAAAAAAAAAAAAAAAAAAAAAAAAAAAAAAAAAAAAAAAAAAAAAAAAAAAAAAAAAAAAAAAAAAAAAAAAAAAAAAAAAAAAAAAAAAAAAAAAAAAAAAAAAAAAAAAAAAAAAAAAAAAAAAAAAAAAAAAAAAAAAAAAAAAAAAAAAAAAAAAA7UefabNolHQBlAwAAAACslAP/bLXaR1qtzoVsumTy/O1rsumNbN5vsn+/yKaTxfJhPYCyQdkAAAAAAHMSWui2n83+/TP792IxTQrmdfZn09/Z9NzW3w5eUQb2ThUtfwFlg7IBAAAAAOZg89FW6+DlrVb7iWrBvENXZr//lU3fb/+tva9cxy/Z73ukLSgblA0AAAAAMDftu6oF89rHynleGfH7Z8XvmxvSFJQNygYAAAAAmJuqwbzQLUcerHtg+O8hiNdtuQsoG5QNAAAAwNILfQ/PKh/o8OVs+mCxx9K5NJvuLoMxJ4rWmZ3dE5a5JJvuKbp4CH05b96f/f9lO+PcznpeVi1tqgTz8jTpznP3iOO+b2ueMCjn1Plxd7FPmw9l//1k9t9PZf/9SJGOm7dv38fNA0PWcfVqlg2d67LjeTA75qfL/HNH0V/6PGzcmm3z4Wx7zxTpnfe5vmvn539lg7IBAAAAWEOdvWU3BcdmWMdl2fKHt1pBdj5awHHsKoJ6oUuFzoXs3y/LIN+lk5cNLwQ6Z4vWme3j2fRGNv2WTeey39orfG4TnJdVTJsqwbyNm6J57q2wnnvq78fGLdlyH2bLny/X8V3271vl9Xa8OB/d39ons+m9It+G/9+2L68WL63+7x+rUTbk/Zh/FQVD4+m30QHUJPudrbv984htn87y7WM7O/8rG5QNAAAAwJoJLQE7P7Va7RenXH5Pq7X5fPbvn/3BtHkH+jduK4+j7EohtBqutP+XZPN+Uu7zx/2BnzzI+Vn0264VOq8Jzssqp02VYF54AdRLmydGzLN/a55RXXgMEwJu+ZckF6M0un74vAf+VfQDPhiQHrbf4ZyGAPY8WvDOUjaEIGb7TPnC7fMyLd4vAsB9x9hAsD8ebHXcNKrvdWWDskHZAAAAAKyUvNXi6Varc3T6dYQWoaF7jBDM6Q5eOO9Afx7g6AZBPigCTZX3/51yf/8c3hoydOHQC4gdWZ1zm+K8rHLaVB5w85dyvveG/94XzLu/2rZDNze9l04Xq7dsDi+nQnC8t997R5/bcN2GFvPLWDbk3Z6cKlorH7pyID2zY+q829+yP/l+XyzT8dWiy6C8K5nnsv//ekjA9F5lg7JB2QAAAACssNBvdh6I+TzhOu+bf6A/77Lg4viAzMj9vSda9oUx23ghOq4bV/BcT3FeVj1tKg+4+Uw5z4XhLWH70q5C6/O8tW7cZUzNLm/i4OGhq8bMF4LlvxctfpetbMivybfHrD/0Sf7r1nGG4Hyy8/51EUg99O8R235yINj/rbJB2aBsAAAAAFZU3jfzr9m/f7VaBy9PuN575xvozwfa7W7vm8mD7W7b3x+i5a8bM991/d0srNz5nuK8rHraVA3m5fO+X873/VZALx/v4f7s7z9WC64Nrqvbr3boJqX2vh8pA+D/HT1PHjQ8nfZFXYqyIe+25dvJ12LeF3k3ne5Ks+95n+cXxufXOH17+eMyZYOyQdkAAAAArKD2m2Xw4rm0651noD9u3ZgPWHhNveX7Blv8q0Ka/VE9qBNavIbjnyaQ09vee8VAwos4L02kzebtRSvTqaa3p0i/GsG8fP8eKwe//KMIVIeuSTYfLbvCKANzE9P5nv4Acp0BX2OhNXret/2EcSa6LY7bzy5P2RCCoRv/qbCd49WCxbX2/dVsXa9VSN8rBwL9+5UNygZlAwAAALBiNm4uAwDnZgs2DTOvQH8+EOTJKHDyav119II0F4uWlhPnj1tjPj1m364vAzHdQRanabUZbatK0DT1eWkibeLgWt1pmrxUN5g3cj3dVrsvV5j322ibZ+t/YdK3rs8nt3TPW8+fLwKuoU/0ZS4bth1ft4/37xKWC99Ua1mdbz/q7zx8CaBsUDYoGwAAAICV0v60DDicSL/uuQX6nxsI9lw9xTo+jNZxvEK6xS2Q352w7lf6u6yoGtDLB8eMAmNhPYs4L02mzdzyeYJgXq8V7rntg8oOils6p0iH0Mq5UncgH0zuK30ZyoZt+fx0EYgMg8KmUieg2W1pnnf1s1vZoGxQNgAAAAArJHRv0+s64JH0659XoL/9y/bBNENXBnm/318WLXtD9xah+4Jh/W/n+/pXtK9PVji2x6Nt/lZhH1+tF9AbDORN85VCqvPSdNrMJa/PGMzrXLqVzzYPVNjeiwPBvGfmdJxPl9v7c8ZWwg2XDX3bOly2qL9rcfmj83d5vJ8rG5QNygYAAABgxWweirp9uC39+ucR6O/cONB9QwiAfTWma4c/t/dnnAfO4v6SH6yQdg9G67xQbV+rBvRCEKbX+jJxIK/ueZlX2jRt1mBeeFFUp3V7X0vni0Waz/s4wwChy1o29Pa3DD5uPrS4vJEPVtpNs4eVDcoGZQMAAACwYtqfpOmbeJR5BPrbTw0ETc4WQcpu9wl5//13FH1/x4P1bvw32s9LB9ZxX4Vju29gmYpdbkwK6A0G8jpHF3te5pk2TercPd3+hHlDAC9f7rUa+fKPgZdMd8znOOOgdej3flnLhvDyYPCFXMiLBy+ff97oBp87PxXB60Xlf2WDsmEVygYAAABgCYX+hLv9CjdhLoH+t6oFTfKgzP+i+X7eCurlAxXWbGEZH1u+zN4a+zwioBcCeSGdeus9tvjzMu+0aSyvvxm1Zq3Yeryzvxxg89ciGDjVtdVtFf/f+R1rd4DXWbpGaapsCAH+zvdjBlT9ff7B/nww04tFX+eLzv/KBmXDspcNAAAAwJKJgzShO5tGtjGPQH/cjcXXE+a9YSDIdPf2tJhXwGpbQG/vfAJ5dc/Lqgfz8v6wzwwJKJ/MpmeH7PvVZZ/xXxatdUMXF4OtvCttdyCYNyyI3Nj5/XvGPsfnUTbsabU2bsnS5fkiWDrY/da8hH0Y1wWOskHZoGwAAAAAllpoRdgLNpxqZhtz6aM/DoC9OXn+MFhvb/7Xy3XsSRCwmqILijig19edw+vNnvtawbwFpc2iHLwiTfAxDqjlaXDn/I4hzkthDItlLBv60uqSrS5QulO3661Gtxtayf+Qbe+z5cv/ygZlwzKWDQAAAMASigfmC8HvJsw90H+8wnG/Ee3Th9F6LkQtLB+YvJ4wT4pBJUM/232tSd9s/tzXPS+LSptV1vmmfv/lya7tP2br/3seZcO29NrV36VPlXw28zZfK44v9F2+jPlf2aBsWLayAQAAAFhCoRVh3FVBI9uYR6D/3Zot+p+I9um76O+/RAGrRyevJ8zT2+6vU+77YL/bYfq0+Vaudc/LItJm1YXBLvu653h+jts+NVtr4XmUDUPzzSNReh1oeFuPFsd24F/Lmf+VDcqGZSwbAAAAgCW08Z8o2HC6mW3MpY/+I9FxnJg8/+bD0fxfRfv6br3uMfLWwN1je3eKtBkI5PUNUNpwQK92q905p81O0JfPwvTe/LYdt9qdpv/veZQNQ/f7mmi/2w1u565i0N9D/654vSgblA3KBgAAAGBZ5f1idwMNZxraxjxa9N9XfTDeoC/IEg362X66XuAlzNOb/+ma+7y76DZosMuhvq46Ggzo1W61O8e02THX197+QTc7Z4vzPpdt/xVt97LlLBsmbbeprntCcDMf/Hdf9WWUDcoGZQMAAACw1Lqf8TfVV/JcAv0haHK+3M75oq/vscccdd0Tvgbo/T1qTRxa+05Mu9+jY7u6xv7uzpb5YHQr2L5BOBsK6NUO5s0pbXbc9XVkoIuOR+a03e71cG55y4ZhDl4e5Zvr0q9/4+Zs3b9l/95U4RrZo2xQNigbAAAAgBURurrpBhpCkC21eQT6B4+js3/CvG9uzbtx28BvX0bBlzEtfsNvvfm+qJEeu8YH8nrrjwJ6nY/TB/SmOS9Np81OFAZ57esT+6fpW+6G5ar0J9/XGv+T5S0bhu77fc0NANy5vgzy31Zh3j3brwtlg7JB2QAAAAAsrbgbm87d6dcfd6tTN9AfghJ5/8/ni3/HBUH6+hR/Z8J6f9rq93rbb1GQa3NjTLq1o+3dVfF4dhVdBVXtz7rJgN4056XJtNnJQmC514r2YtFHee3ztbcIzLVfqLC9W9IM8tl02TA0z39Sre/wOmVDcOiqMqhaIT+GgGm4JgYHA1Y2KBuUDQAAwNrKP+d+I3sI+aZoudU+WXyqfOCf0qbxtL8hm94u+lbOHyJPF/37Vh140HGuj86lW4GGcQGaqc/R4Siw83O9ZTcfHOja4NEJ23prq6uRkDeGHu/+rXlCNx5D11MGG0NgcFgfxnlLzD+2gmyV0nkwkHesYvoNBvR2L/a8NJE2a1Em31X0w91L8xdrLLsvW/aH6gOXbj6UpmuUVGVD2Ie8DvBZ9t/3VNjvF9OWDQevKFry5+n/+4Tpj6JsCNOwrxiUDcoGZQOwDM8tnZd0wQUAzFEIpnX+zqbn+h+286B/eAi8Vho1lvZ3l4HOi0Om0zsn7dflOOfy4HGsTLfP060zbxX7ePkwE52bzivFuZnUj/5gUCKfnpiQJ0LLxq+2+ooezAPhQSofhHPCQJ95QOrbrRatcWvZ8N/dgFbnu+ovLqcJ5PWWPZIuoDfreWkibdambL6+CMr10v1/47uRCekXWkCHwTPje+nE/HIiXdccKcqGvsDxxbIFfnRt5oHuZ8ugx7PV1lm1bAj5PQSrh94nxkyjWrIrG5QNygZg0c8tG7caawMAmKNDV5YPH0O6xej1z/pLM4PIrbu85WJ4SH+5GMgwBD7zyuA70UP7946TgWv2qq1WrCm+hghBnirBtEl9Zef9Cb9XBgDfr1Zm5AGll4uHn/yB6oMyWPlW8fIxBKJC9wUT13NpEeDKtx2+RjpeTr+W6321mKdSelwfBc+OTZmmr5TLnxn9tcLczkvCtFlHeZc4X0Vp/lsZgDtWtOzLx5D4orhPhu44QnlX+Rzv3sprnRuXo2wIwYsQxNiW134tj/PXImAdtlV5nRXLhm7gufZ0l7JB2aBsAJbvuSVv1HJSoB8AmKNuC8DwsDf098+a6yZk3eUt714ake5vRA/rtzhOBtLtxfrdBix1HtlTdBMSuvTYfKzs6mOKIFhopRr6n87X82jRf3X4W10hL47Ks5XP0eFqA4nOS6q0Wdvy+rIioBxap+d59LEi0BfSNLwwn2qdT1br433eZUPep358PYZ/7y8CHqtK2aBsWPeyAZj/c0touNIb70SgHwCYS2Xm7/FdY4QAf7dVP4nT/rsioDJM3m1Jtz/jBx0nA2kaWsj+WLaE13cvrJy865RTRVc1ocWfsgFosmwA5vvckg+W/nnZql+gH4Bh6nzyOeymFFpjhVYmoU/VENSd1wPgxk3l563PFv+GT98WuZ5lFPrvzLuv+GD6B/tu67s8fe4fPrja0O12P0G8e0wlpftZ8jWuw2SVyEuL63HsPH9P7p986LVya3TO9s2wj7u3Wqnlrcueyv77kbIsuX17JXjzQPrjFKgaLVyPnT+LrgGAFbt+Pyj7+W2gjFM2gLLB89Fybzt87bH5vOfWOs+tq/R8FgaIDy/rQgxGoB+A7TeTvWX3KlP0Bxo+s84H1Cr7Rc3Xc7x4U53fcD4obkRNyD9vDtv5oxyx/ljUr+jP4/tUbWI9S3luLys+4e5WGEYNKDdOaHHfOVv2AXq8/KTwt6IyET4VHJu2N0WB/ntHPHDcFc1zz4h5jo/oI/bnap9/5y0QJ/Q1O6nStSOv/TJfhPNUa7lXtgbRm/ra/bAsN8r1hE9Pe+XHR1u/5f1Ohr6Xvyz+P/Vxhj6CQ5+3uhEYfa5CP6KhP2BgNeTd65yevo92ZQMoG3Z0/TfB89Eit503lDldYRyN/3purfPcukrPZ2HA9e6LgDqBfs/UAOtQ0bk6m36arq/VEKDNb6Q/Dx80LbQiyAv832f7WmDoTfyhckC4H1qtA/8aePi8tWxpdnF4C+Am1rN053VPkf7d/e8F0mtUmPIb+Sflch/3t67OKxSfRb/tGrGOS6PtPzFinv1RxWBEy4Ww/tAypdvff98xfVg9TTp3bh1TvuzfRSvyvHXirjW79neXg+GdnOLa7w76dLjecvnn4iei9P+4GHxwmHA99gYVjM/3JemPMy+rfta6bZT8hd3p+ucbmL+8O7wf51OeKRtA2bBuz0fLsO3eGAtjpvBs67m13nPrqjyfhWfqMHBv3/FVDPR7pgbY4boPaNO0xuqNFh/eNt885kb0yVbL/mT7/d+opcKIbecDLU4IHqdazzLKB2K7tbjRxjfyOhWmUIHIl/lz+Bv+8Fllr0J2ZMx6finneW9EZSEO9N9fYb/eHNJyoMZAvnkrmFPlsT23xg873XR/uub1958oP11fr8zIXyp2z1nFVjXtO7bKmnybe5s5znDN5AGrfS2Gnb/Li/Jj1KDawBLc+18tBtcML9mVDcAiy4ad+ny0DNvO69PnyvrxiMlz63TPrcv+fBYC6XnjpKgromm77vFMDbDDhC538pvd59Mt3x3dPbToH7udqP/1wRbzU+33rihYOKElct7tzogbfqr1rMS5vq9+hSl0odO76b8wJm1eiNZ944h1PVP+fmF4K6K+/bu7wr7tHdFyZX+Nik3Zqrxz7Ro/7LxTDgZVs9VF/tl3zcGT85b8P0fnq2Y3YfHLoGFfD6U6zs67xRdIKcqqHZtvvAiBpRVa6SkbgGUqG3bS89EybDs8K03T7abn1mrPrcv8fJa/CPm6GMds6LNxzUC/Z2qAnXQDDf3f/Zr9+9f0/efn/fFfLNYxdr47opvGnQn2Pb6Rvz1h3pdGtx5OtZ6VON/3TlFh+iFa5rox813X3w3LxPzy/VawP1RWQgv+8BlxnSDuqL4Bw4uYqg8yeX+NF4uWCOso9M2af2I5RWCm+4IsXBd1y4vui7XwyWftfT5Sv7/RuseZv5A4Pf0LUAAAdubz0TJsOx+z6kvnpcnn1mV9PgtxiGFfz00d6PdMDbBzdD/TmuUTq3wgzbKV9rhW7vFAqykGBOp+lpdPz1avKAy2Pk61nqHz31N+xr5nhuN8L7uZP7yYClPfALp/VdjXP6oF6sPAPPkgq2H+b4tzsPlo2WXKxep9xfcqJZ9u78sxrLdKunc/C13LB5tLyhcu90yx7LWTu7sadj2kGKDp0L/LPivvaPY4u1+gTCoXaq1zycoEAIB1toqB/m73mVW+gF7VOuoyPLeGFvPhC9+pprebeT4LxxleaAwLqM8c6PdMDbDaQnCueyOY6Yb+dhS4GzNQbS9odj7Nm97ON9F2H5ywj/sGblj70q9n2/5dXwYju4P9TNNyOWr9HCp0864w9QLvF4t9qbO/dft7z5fvtuh/uV6lJIwtEXfp0pverLCOo+tbKWm/NXpg5Em6XXaFimzl7X0b5b+zs5UDoaV9eHnY5HHmleXzxcNC6M9z5utvCcsEAIB1toqB/hBQ79bD8+4mnx7fgn0V66jL8NwaN1SsO02blyY9t4QucvJg/KgXDBe38kbVFw6eqQF2iPDGNi+4T8x4E767f5T1YTf2uB/8Ot18jN3uX9UD9PkAMfGN97706xk6/yv9nwVWrTTl/e5FlY9UA9vVrTB1v9bIp+MV8tTxaP3v1ty3e7ZePFX9RDCulOTbf2JIJevx5ayU5K1OjvR/vZC3znm7rLydLypnm4eG7PN9ZYubs2Ug+pv63WHlgfrDM+Sl78o0frXG8V6cPn9s2//bq3XvNOtxhsHDJ/XzWSvdlqxMAABYZ6sW6A9dn44MMP+c1X2fny5Q77l18ao8t3T7wk/5wmGVn6kB6N4gromC248kuBF/09+X2+DAMN0+22Z9qdC3zb/qtR7vtlIY7DIk1XpGpvWr9SpNg5WlqoHURipMUdp0nqww/+PRfv9WY78uLbpCmvRVyKRKSZ7exwYqJufHdy0zz0pJ3uXMa8W4GL39Kz+t7A4KlQ9U/PfAMZQD1oZxNNpfbL1Ui/Ninna3V0y3x4trMkn5UXGbvYF7u/npmTk8PM14nPl+P71VrqXqc3KZygQAgHW2coH+1yoEeH+ZroW/59YF5sMEzy2zdt2zKs/UAAwRWgn3Pq27bfb1hQBm/KlYHoA83God+FfZIvZMNj2V9hh6XyRcLD5xmzj/uWj/jqZfT4pKU/7FwAfNBfTqVJjyitvF6l875Pnqwf48UPlcvjfdi6BhlZJt57T8dDHkxUVXSkKgPlwr+XgEUaUp/0Tzs+JTyZDuwcYtAwH/O8qvYp4qjrt7/N39z9Phm2p5YNy5D+vc3JiwjufKbf5R41x9OBDov7f5B6dZjzPPS9Enu2HA6GTl15KUCQAA62zlAv27i4Duxq1F3TRvmX56+ECqYVDXVa2jLutz6zI/t6QM9C/zMzXAUpqlv7eR05ka2/8kurFdkuiYrhnoF647/a/VOnhFA2l4pP8zxYnznxteEUm1nlkrTYOVpaovERqrMF1ar5uifJn7BpaZ1Apkz9bnh6F1Su3jGVEpCYNCh3PZlw8/X65KSZV81JdnLgx/KZdXbE9tzRdeJoys0N5evAwIFbRQERycQiuNvEug/RP2/etyezVancQDXnVfXDQl1XH28lJ3n99JnAeWoEwAAFi3Z+Fpn48W+Ww2dj27ii/Ntz2L/1rUZVexjrpsz62r8NySOtC/Cs/UACo33e2fm+4mMEkI6IdR4Lft26vpur3o3Uyu799GaAE99pjPR2/5H02/nlkqTXnLjI+2d9Wy0ArT3votsOP158vsHTPv/nLw3V+LcR6mOp5LRlcuQ/+VeUuWOB8eWZ5KSf6Vy4R0ylvpVDhfff1ijkjLzo0D3VSNmiZ8upp/vdPd1p1TlDnd6+y/DeXxRMfZt84LzX3Wu+gyAQBg3Z6Fp30+WuSzWRUhMNtXf5yhz3zPrXM4/4mfW1IH+lfhmRpgaYTC9MA/00+1bgDlJ30p5X2Ifz7ihvX1+NbGU1VAor7jwuCgo97Ebz4w/uafaj1TVZr2zi+gt+gKUz541OFs+rJoyR8C2d2uaqa9jsa1IslbSAz2Y3//clRKqgT644egsYH+t8Z/qhpewMWt/sdOL07Y76ejMQJqnLvBQH/Vvv1rlT8Jj7Mvj/yd/guoRZYJyR+sTSaTyWQymS7Wq8Mv6ll4Jwf6e+v9qP8FyLTPW+v83Nq0Jp5bmgj0L/szNQCtoiVtr5A+lXC9t5b9A36ZFfSXZYX/w0Pe/p5M241P3qIg7vv7i+z/r41+z/67/XLZt3m8H9c0s55pKk19XZq8vjyVybxbnVkrTHu2V2hSVqImVUryiskj21v79J3bo/UfTDrvFl92hH+n/VKlsUD/ww2/oPhium5sBgcYrvM1wKLF12hoedPINuZYJghEmEwmk8lkWmSgf5nsxEB/3uVK9KwxbhBVz62L7bpnKa6BBTxTA5AyyBN/KvltonXeUbbY/aW/H8C8m4/PB26i36Q/pvzG8+3Wm+Y8qHimqBSE3/pu5KeaX0+lG+rRgZvlm8tXmYzf3IevGSaehwfmO6hRlUpJPt8rA2n981ZwvW6lJB64aZrum1Y50J9/sTPl1yzhuq/bd+YyBvqbHFtgEWUCAMA624mB/rz+GrfGv8dz66KfW5f6GljAMzUAKQvyO/tb2M+8vqu3gpajgn9x1zj5zfexho5tVzEYz2Ar6zBoaO9G/tr81jNy/bu3958YRrVvuiVB3QpTeHFTJ6Ad5okHf1qWSkk+72B6fzBdpWTzoYH1PDFl5XsFA/3hWPPtnK//JUP4AqCvDHh+dcrM+LPapr5EWFSZAACw1s/GOzTQHw82O013s55b1+gaWMAzNQAJbfwnKphPJ7gxlIV65+z4/v/CTaC33c/md7z5p4tR/+Cd6xa7nsHKUuf7+VWaareMeLfe55nh5Udv/e8uWaVk7/aBojcPTdd1T/u9clDm96c/XysZ6P90+nMb9quvUvje6pSZcYv+JsYWWGSZAACwznZsoH9/tO67Pbcu+rl1qa+BBTxTA+zIwnRhg/Fe0t+32qzCG/B8XZ+Pn+/QlVGXOGfnl9btF9LcxFOsZ9tYAMfLvx+dT6WpdsuIp+sFZvMAeHf+p5erUtLNg/k4Ehf7u6/aUYPxNhToD+NudK/f8FVD7eX3DrwoOzv9+AZzL6+jwcVDOiRd94LLBACAdXoWnvX5aJHPZnWExinddYdnIM+ti31uXfbrcVWfqQGWRl8/+ammGkH7blcUKfqj6wbvKt2Av55vP3hhsNze/v1VjBmwqPWEylLfVw0DLQ36BjpqqNJUu8J0TbRPv1eY//do/VcvX6UkyAeNPrf4wcNWLdDf+7z1/PQDKrePDLT+eGRFyuvz5T6fS5x/l6BMAABYt2fhWZ6PFvlsVmvd91V/hvPcut7X4yo/UwOo3HS3f2JruTDA5kw3hrK1a+e7Ctt9P92XBBP3a0+xT730uWtx6wldGo2rLA2rNHU+Tl9pmqYy2f4y2u99Y+bbF833xZwqJXvqV0qCbd3ICPRPTusPt/LltPLur+L+7n+avlV/WO7Av+ZX8c2nTxKud0nKBACAdXsWnvX5aJHPZpXT+M1y3Yc9ty7Dc+syW+VnagCGFMrT9tnXu1G+s9VKf1LgrftJV3jRMPJGc0nZx9754t9pAoH5p4YfR8HPB6e86SVYT15Zer96n4FNVpr6BmWqWGGKK1mbG2PyVHv2lyq181635cZbUyz7okB/rcrf+TQDaW/cFrWQn3JQ67wboE+K7rSatnFL+gGEl6lMAABYZ9M8H6V6bp3q2Wz3+HHx8rrjvrLLzd/qfYnruXU9zfOZOkWsB4BhBeylUeBuY8Ybww1bfXeHgn7kNq/bugGEAYFH3ngfHOje49F6+xP6ZwzjBeTL/zH94Jkp1rOtsnSsYpoOVpoS3QBDi47evvxcY7lPymVODe+jPG+p/cfsLb7r6uWVr6dMj/cXE+gP+aJ3zYR+M6+aXFkNFfUqx9F5prl0zl/m/TNBPryr6KO/d2wv1lh2XzEA1LwGzQrjEaT8rHfZygQAgHU27fNRiufWutsO/eR3u9IMdcNhQfy8Qcy3xVf34565PbfO97l1mc3zmXrWawaAcQXysWqD6Fa6OTwS3eCf3P57PmDLj+U8T01Y10MDn4A9UWM/Hoq6Bvmg1Tp4xZTHk2g901SWesseSVdpCl9adB7vb0Wer/eVbLp2cquQvEL07VaLiri1Rt7a+5Ot7ptSBIIrpc++KE+F6dnJx7GtQntpNn0z30B/qHC2Xx7I48e2p1voUqsv/4SK0IHtaZ9/nXNuoDucG9MGgntdfSX8tLVzfRGw7x3f/4rW/iPz8D+L1jfhoaXz3BzLyRNpu+1ZljIBAGCdzfp8NMtz67Tb7nv2Kev9GzcP1K/Ds83JojGe59bleG5d6pjQnJ+pZ4n1ADBBaEUcWuiGadpBamP5gCzdm2oI4L1R9POWB8rOFzfTzv4KN4rQJ/Z7ZUuF9yd/AhiC8OEG0fl+a5nQ3UZdqdYTV7R6FZRjU67jla0+J+tW1nrr+Khav5bjgqy9G/grZdqcLFuUhOnXsnX6q8U8jVdGnhgIEMcVwL/rf3KYn/dT87nmhvVj2DcdH1LRHjJtPlDOdy59P6Xbzvvura9/hr3ES5ImX/V/uZCXGcfK8uPN4gVD+5eiq55pX7pNfezlNRxensy8viUpEwAA1lmy56Oaz62zbjt8YZ7XlQfnDw3UThe/ha/16z6TeW5dP4t6pp7mmgGgTgH/Yv2uMyYW3tcWgcjQl3c+PVD8rZH9/7IMir5YjDUwbeuBVOsZFF4UdF6a8RgPT67MzFNoJRG6lAmf2YUp9J8Y/sbOFF4Cdq/lWQfuHltuXFZ06RNaefTKjoeLvBa+CFrIQ+CT1fonXfcyAQCAOdVPdxUB/1BPzuvLj5bP29ero3puBUBF4ZLyU61zafqfBtgJ8s9+TxV9gtYZxAwAAAAAFiKMst75M23/2wArXS5+UHwC7QUoAAAAACsjfKoX+tMLfWIDrLO8S7PT+sAHoMF7TXaPab9d9md9vny5fDTNuFkAAMCa27ipDG4dlhbAegoDmIXuzLTkB6Ap+XhQF0YMNHm6ubGtAACANRIG2wyj3YdR6gHWSfvVYuDdzqXSAoCG6tpXlK34X87uN9cV48Bs3Jr9/ztbwf7O99IJAABIpL1PGgDr5dCV0gCAZoXGNJ2XRtS/39gK9oduNQEAAAAAgCXT+S6bLhn+W+ifvxvo33xQWgEAAAAAayp0jTKtEIDt3NNqbT7aarWfzf69P/v/y+az36m2HbqB2Xw4W/aZ7N9Hsn/3Z9Ouxe3PItN0pvPRwFgtoWu4zccmzPN3Geh/wLUMAAAAAKyZ0Nd5+1gxTSMMxt05my3/SzYdL7tR+S2bzmW/tZvd9xTbDgO8tn8ePcDrpABzE2mxyDSdVT5uy4lW6//+Med8XAb6N25yTQMAAAAAayS0vu781Gq1X5xi2Uuy5T4pB0H9uL9blfzlwWfRb7sS73eibbefGBHgH5hC//Dz2J9FpmlKm88XL0+aaN0/NN12Z9OFbJsnXdMAAAAAwBoJLZ9Di/XO0emWb79TBp3/HN56+8A/i9/yYPmRtPueYtv58YffzxSt0EPf7nn3OM9l///1kGD/vc2nxSLTNLX24SJ/tfc1v63QzVKeJk+7rgEAAACANdG5rgwYfz7l8vdEQfAXRs8XfusFym9MtO+Jth2C+eFrhjCQ69DtPDkQ7P+22f1ZZJo2ls/ezfbz91brwL+a3U54QZIP1rvLtQ0AAAAArIEwoGv71+zfv1qtg5dPuY4fomDzdWPmuy6a7+NE+59g2xu3FF29jFs+CK3m+1r1X9ZcWiwyTZsSvkrIW/V/3tw22jeU/fPvc20DAAAAAGui/WYZJH5uuuV7Xd5cLF4WTNzeH1vzH7pqtn1Pte3QVU/ntcnLH7pyINC/v5n9WWSaNq3zTLmvzzaw7kuy6fviawgAAAAAgLWwcXMZdD3XanX2TLeOvO/1bvD7/Qrzvx/NP2Mf6qm23fmmeoA878O/XEf4EqCJ/VlkmjYtH0T4fPECI4wxkFL7rWJAZQAAAACAtdH+tAwOn5h+HZ0PoyDz8QrbPB61Vn93tv1Pte06Aedu6/m8q5/dzexP02mafzEQuiE6Gf3tP9n/v12O1XC+6Et/89CQNL8vmz7KprNlwP6bbLqzZr77YPLYA3VttosXJAAAAAAAa6N9zVZwePOR6dcTWmb3gsxPVpj/8SiI/dtsx7CIbef9v18c3s98qv1p4rjCIMOhe6IwHkNv3nNlXnghennx98Cgw8eKecL4De0vyvn+LuaN59u8vUbee7pcz5/bX5ZMdU7C8b/hmgYAAAAA1kxord3rgua26dbR2TUQ7H2wwnYfjILYF6bf/0VsOx9Mtru9h5vZn6aOKwTqQ7B/89Fo/efL7m4+K8YbCNsO8sGJ44D/Hdn//5T9+1TRD36+n6E//KPRdr+pno7tu6Lju3+2fNy5t/jCYOTv2X5ubrjeAQAAAIAdqP1JFKS9ZLp1dC4dGJz2vgrL3DewzJ7V2XY3oB6C3t2geOr9mcdxhZb8vflfHTHPq/0vD4a9DMpfSpzami+8TKgifmHSfmf6PBy+IggvGA78q+j7f3AKY1Dk3Qztd70DAAAAADtQL9h7bvp15AOrxgHmeyssc+/AMntXZ9uhu55R3dSk2p95HFc8oPCoeUNL+948Y1rMxwMBd+6ucf4uzNiF0o39XRyNnH5zrQMAAAAAO1AcTA79pKdYz04P9IfubMa1gN9pgf64e52xgf636nUz1Nvnv6f/ouTgFf1fEoydXnS9AwAAAAA70MZ/o0DoqenXE7qImTkovWf5tx0GjO38UPRl3/T+zOO4Ggv0P1z9/LX/iNZ/o2sSAAAAAKCWOIjb/na2dfW6YAmB3gcmzx/mSTEY7zy33XmtSKfQt/w89qfp41q2QH8Y7BcAAAAAgBo6d0ZB1pOzrav9SxTofXTy/GGe3rZ/Xf5t58ucLAZ8ndf+NH1cSxHoj7reCfkRAAAAAIAaNv4TBYZPz7auzrvRul6vMP9rUYD33eXedh7s/r3VOvTv+e5P48e1ZC36hw1uDAAAAADAGGHw014g+cxs62o/Ha3rvQrzvxfN//TybjsEn0Pr+Pa++e9P02m6DIH+zl/R+i9zTQIAAAAA1NbtOmXWfvLb10RB5t8rzP97FOC9ejm3vXFzNs9v2b83TV5nPPBtqv1pOk2XokX/+XK5c65FAAAAAICptE9sBWgPXj7jur6MAtNjWsCH33rzfZHoOBJvu3N9GeS/bfK2Q5B/MAiean+aTNNFB/r7vij5xLUIAAAAADCVEJTtBXLvnm1dnXujYO/GmG22owDvXWPWd0nZT/354t/O7vls+9BV5ZcOd00+5jA4bwiAbx5oZn9Sp2ls0YH+jVuiZZ53LQIAAAAATKVz6Vb3KeMCyVWFltl58PbU8D7X/+8fWwOwdj4ev67NB6Pgddi/R5vf9sEripb8nbNlVzjjpj+KLo/CNOxriFRpkTJNe+d9V7Hf3bQNLzeGzhe9aAjpMnIf349eCDxTbR82H0rXfRMAAAAAwFprHysDrp/Pvq486PztVgvwuO/68N/doHXnu1brwD/HrysOBOfTE81uO7TOb/88sM0K06iW7qnSImWa5stcls3/8sBxHNu+bHh5EQfw85ctB7ZvP/8q5FyUHj9l043jv8DI890J3fYAAAAAACQRWnN3W6Yf+vfs6wtfCXReKb8UOJlNx8vp17IV+avFPBPXE/pwf69cz/v9AeYmtt0Nptee7ppDWiRaT9xV09DpeJkW74+fb/OBcr5zY+Y7M+Z4dm91HRReCgAAAAAAMKP2i2Vw9sV06wwt0UPXL6HLnTB17iv+Ng+L3HaT+7NsxzWtzpNlfnvdtQcAAAAAkETeev7HooW2/tJpUt4V0amim6RRgwADAAAAADCF9jWtVufP7N8vpAUN5rMPsum0F0oAAAAAAI3YuKXoO71zVFqQXt5F1OlsukFaAAAAAAA0ZuOmMhh7WFqQzuZG0T2UlvwAAAAAAHNw8PJWq/NRNr0iLZhd+9Vi4N3OpdICAAAAAGCu2vukAbM7dKU0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g/jp7pQG4nqTFwtJpV9r5gMU5dFWrtfl8q9W+QVosY5o5P+ykegHq1uA+D8pfyG3clBW0L2TTj9l0QnpsuxldmV3Ir2Vp83M2nSumzg/ZDeqAyjeup52aFvO67sO6Nm4r0imsv3N0tvlWUZ6mZ7Nj+zT7d48yhNXOGxu3ZPt7OJu+zaaL5XSXc7ksaVZnW+teNq3r8R+8YsHBgyW837tPq1urj6S9BtbtmnLvlTdW/Zld+bve10/n6gZ2tn1NVCAmmjqXZtOT2X//PvCbDNufUW7P0uRMllYvZdPu7OK+eSDNXpVGI/Pt8cR59pnlPl7X085Ji3lc96EVS/v98kYU5/Oj0823qg78s/+4Nh9SdrK6eaNzXVluvDtQ/gn0L0Wa1dnWupdN63j8oXVe+1gxLaTevKT3e/dpdWv1kbTXwLpdU+698sYqP7Mrf10/eR3t1eKc/98/UhaO+6MdziqfnTuLQH3fhv+I5vk0WnZXGdS/O/v7m9E815S/ZxdE+z0ZdmhG+VeWPn8WaRvbuDWqfL8rncbm3T3ZdG+ZjoPB+y+y6a2B6Z0iD3Y+zP49vXqBTdfT6qfFvK77cCMKadS5LJu+G53Pq87nhozK2pKVgd8L9C9zmk3almDDmgWirs6mn7JjfXGxab6M93v3aXVr9RGBfvde5e26PrMrf10/XXmXYz8nbN0fCsE8o740Zp4Rgf5t8x0rD/r2aIcflGGHptXLZbp/uP23jf9mf39l8Z/3rkxavj6khf6dFQrU+6JlXl+NY12n66lzSXGOdlJaLOK6zz9lrfBAX3W+lSsfDpefWn7iE1WmzxuTyqO5l48fCfQvc5pV2dZOLpuqXC/rUjbnn+KfXq776jzv9+ucF5btvrFT69bqI+q+7r3yxio8syt/xRUqrT80SN6XokAIrfHPFy08Rm6wYqD/0L+z9VzoD7JuPiDDDk3TU2WavC8tZrX52JBA//6K5+GDcpk3VuRY1+h6Cg+f4x5AVzEtFnHdx9fH2PR8bGcG+mEe5dEyPsyyuDRb9/OzbNfLwtLhurJF4OfLW29uPNC/xnlhGY99J9at5Svce+WNVXhmV/5SKZ+8W3TlFL4qmW1F92XTxxMyesVAfz7vl/0Fqww7JM0vi9JEoH/2B5aHpw/0996cvrUix7om11PokmliYHrF0mJR171APzRfHnmYFQBwfpb3elnYPf/X7N+/Wq2Dly9ZXXJO9/t1zgtLed/YgXVr+Qr3XnljFZ7Zlb9UFfrpz1v1z9pIJPQztfno+HlqBfqfKgaqkGHHpNEdAv1JH1hmCPTn/ZXuXZ1P19bheurcWAx8s9Nuhou67gX6ofnyyMOsAIDzs7zXy0Lu+eXYZZ3nlrAuOYf7/TrnhWU89p1at5avcO+VN5b9mV35S+0880yZD55tOrPXCPTLsBXS8y6B/qQPLDME+lfuWHf49ZSPZn+6YmB61QL9dwn0w04tjzzMCgCs+/lZ5utlIWlxsejHdRkbkjR9v1/nvLCMx76T69byFe698sYyP7Mrf5mqLNtbdq//VzEIcHOZPXGgv7OraOHS+aasBJ8tPk3YuG3Itk9sD+K2j1eY5+LofcrHEjhafFIbEnAeQeK+AmPCFE7s0ILilqIv+fYvZZqFff+tOP4wKMgk4dPhzXZ/NzWbh8rC58zoLzs61xdp3k2vsO1w7sK6JmW8MOhI++ls+qzc53NFhg19T1XZ50p5bIpAf/vt1awEzHo9bctTt5atzn4rBxY5V4z23X518gAzqa+jMF5IGONj3LURH1PqtGgiry7Ddd9UoH+a/dr4T9Hn3Lbj/zabbijT7Kki3bfNE8qoAwP7fPvA/enn4dsN5VTn8fH5IF9XOJ73+v8WurbLy7yzRd4IAytWqtjdUt6bzpRpc6YcuOe5RAPstMpBHo9k08mBNH677Bf6fJHeoZzflt/vKx6IuucuXDNVBjGfpcxIlTYpz9WovFG1PGqijtJLp9uKY+ylU5bOmxvZfl1a/WF2HvfgWfJE8usuQZpVPu4E26pSNk1Td0tx3uvU/erev+scf7J7YeK8Nvbe/2m9B/V5n+M69/u613fqvNDt7mDo9P6YtJ+wvSbKxmmPPUX+Xqe6dd/6b8ym14o82tvXZ7bva9VBkWc9D7M8G81aH9mJ15R7r3vvVHlkin1O8cy+buXv3F9q1a2P7J1wHu8t0+ji5Ge5utdPijhZbyzRF8ZcXw+VcZNfi3y/0EB/SJj2/8Zk9oFMl2fu64sLdVzC530ZHZn8EN0dGKvzUzli9q4iE+SV3vI4qwQ75vmWMPQTlg/KcLHIyJ2ry/2+rsxA0bpCOoy8KMpMFm6C+XqPDmS4vwe2u7sYUTy/iA5nGfbKYrshEBPSL1/mz9EZNexfuPjCOvLMXi6bF7zdbb62oED/1zsj0F/3eupLg+Nb+SHPS2WeCjePfPlQkblm/tdR5cB0wrSYR16d93XfVKB/1v0KA8vkQegxaRGW65Yx+fR1sY2h+3NpUXaFKa4Ah1aUoWzIK5JlJSv8f9+yV5fnOG5p8VF5/l8fUSk4W9yTxp7rF8r5j5WVgUuKB4LuZ5vdlp75/58pgvFV5fnztbLiEK0r3m443pAefft+bOvBpf3FVpk/WAENle8myoxZ0ybluaqSN6peF6nrKL10en1roPhuWoe0zf/+c/lybMLD7FzKtSnyRGPXXYI0q3zcM2yrav6buu4243mfpe5X5T5S5/qb9Z7TVF4bmzeuicrTRyo+tM75HFe9389S5qfMC51rs99+HEiTe4bXC8LfQtAvn+/34fvXdNlY50VKqrreOtWt8/yQlU2dH/rTJ9Rv8mDYqKDO0WbPwzTPRinrIzv5mnLvde+tVDYkKk9Tf4W/U2Mb+dcKL5ZxtXPFvg6WIXle+LR8yfDhfJ83ui87Np8fSLsf+18MhNhEN53DPoYXyLNcP6niZPlLmu51v3t42Zyne9RwcnGB/vfLjPB2cYPpBi1CS75ehvtuxHo2Jr9hGXwjM/RYviovjJtHZNY5BH/rFB75m6gyKB3e5E4qPPKA2N6BDPJmNHJ4eYFs3l+kdX5OLkbBoV1Rxvmk+Nuwt1V5YKa73F9FwdoXjLqyvOBGvIGKK2Lh4ptnoD/ft4s7INA/w/WUF8rdeS4dEmQ9W/72zfyvo6luhjOkxbzy6jyv+6YC/an2q/NSNM/bI9bzaI30+ru/spI/wLxTtviJg9gPD6kQ7iq+FIjLx/wN+mdFXs5vztcOVLQ+GbMvz4y+2cZ5Ni9vry7HCNlbPR+FB9mQt/vS53zR4ihvsbF/qxwPb/b7Av53lA8LTxX3y+59M678jrzmZywzZk2bVOeqat6off0kqqPkaf3W+O3F52JUWTuPcm3aPNHEdZcizSof9wzbqpr/pq27zXreZ637TXwxVvP6m/We00Rem1iHOTS59fYiz3HVcm3WMj91XshbaEbzhfvgyLTdV2738cWUjZUbTiSs661T3TpcV3krxu+iff28DPS+UbaivTq6luLnw2eaOw91n41S10d28jXl3uveOzHIn7A8XYpA/5LHNtpPFF8ahGujF2y/2P/1VB6IPz1QBu+e3/NG3zoOR+v4c+s5uJd3ftt6qTfr9ZMqThbnw5DOw8qNvuf8hQb6RwwokLd0iz5pCJlz23oeqfYpxbiH6PghOz65fcu/V3zGsSyB/u5gXqO6pOjN9060zjcmBMO7hcbu6EL9e6vFZ/63l8cXlHlLzKglaKhU9e3P5+WNaEQ6h4pC/EZ88KJtKtAfugfpXnwrH+if4XqKW1QP636p96nQxSKwOM/raKqb4QxpMa+8uojrPnWgP9V+dR8Y8umPES2Idkdvqc+NrhjkN9+Lw9++579/WOGGvG8gLx0ZUmm6aqByv3t4fuvdcF8esT/RQ2fIwzPdS+K3+K+OmOfV/v0e+rn1rv6HmsFrftYyI2XapDpXVfNG5esnQR2lbz2/jSmTdg18AXHXYsq1WfNEqnOZKs0q3Z8SbqtS/qtbd5vxvM9a96vVkrlK2dzEPWfGcmNiufzJ5DrSIs9x1fM06/WdOi/k2/xifMA2DtblD/K7FlM2Vv5iImFdbx3r1oMNBEJjhm3b2dMfSBz8+jPVeZj12ShlfWRHXlPuve69k+69CcvTpQj0r0Bsoxe8/k+0z29Fefa7IrAdWsyHvD3pK8emnjd6QfHvhr/gyL+UPz162TrXT8o4WX6uu+n6zog8c3/Udc9t01w4iQL9o96S5Nv4dHThta3AnfIhOk6szQdHnLx7hr8xWUSgvxvAGhcY6a3zmoFA97VjtnlufN/6+SdiF4pp7HxHtgrUeL7wiUq+D++OObbrB/b3vhkKz4eHf/7V6/rhTNSP38V0rfoWHeif5XqK+0kPb1u3/X5i9EuTpq+jaW6G06bFPPPqIq77lIH+1PsVv3AblkcHK2Oj8lPeFcyYN9jxJ4pjW65EYwGMXNfPUUvNW4ffbHvbemxEOj+/vTudqe8lZyb3Fxnv09jr5P3myoyUaZPqXFXNG5WvnwR1lFDR7rV8OTyhojmmH9p5lWuz5okU5zJVmlV60Ei8rSr5r07dbdbzPmvdr26wYdLxp7znpCw3Jl4X5/q7VKtVN2j4HNc5TzOX+QnzQly37K3z+zHzfTM8oDSvsrHSi5TEdap1rFvH1864LiFC+vV1U/h0+vMw67NRyvrITrum3HvdeyfmkdTPqEsQ6F+F2EbfOsvx9UKXavn/f5xu3NNZ6yPxcXfvBeEFR3hJko93VyMNJl0/qeNkvXvXb00FphMPxjt0GyfGt+RL8hC9Kxrk8fTW4I/zVjng98rkIFffeuNPn14cUxn6aEKGeqX65x95/9gDb/e7n9b1BlkcNcUB9xcSB/rv3ur2oTuFG2n+1uv7HdKif5br6fYysPfE5OW39XHY8HU0bT9206TFPPPqIq77pIH+xPvV15pgRGWk2zfdqIe4vPXOb/0PbdvWcTxdoH/SA0Rf9y0vV8gHx5sP9Fct+3vXwoiKySxlRsq0SXWuquaNeQb6+z4pvmv6h9l5lWuz5okU5zJVmtW9N6XYVpX8V6fuNut5n7XuVzvYMOH4U95zUpYbY9Nlb/+n4bWDlQ2f4zrnaeYyP2Fe2HbPvzj6S768q4BRwYB5lY1VAv2J61TrWLeu1SVmfG2/l/48zPpslLI+stOuKfde996J6ZK4PF2WPvqXPbbRt933oq+rni7OSbLY0Iz1kb55D/d3+ZZ3aftOurI6dZws7pqnyleiaxvoz9dzaODzoFem7++w6UB/3yj3FQq9/LOT7rF9PEOg//vJbwLHHl9ZYeimbaVpT+JA/4Q++ntvx9Y00D/y3O8pb0YnJzzANXgdzfVmOMe8uojrPmWgP/V+5S10zm9VRob2d/pjfz4bHDgpT9Pz2/uqXFSgP/R9P+nlRfeBKd+fjSUN9D+cvsxIlTY7OdAf9/04rlXXxED/nO/B0+aJFOcyVZrVeYhJta3kwYYZz/usdb/UwYaU95x5BRu6Leny6VQDgf5E13ad8zR1PbGBoGS+3vaERgkvFUGcRT6fVPpiInGdah3r1rW6xHwimvdkM+dhlmejRQX6V+Gacu91752YRxKXpysd6F/QM0BvHLayjE35XDFrfaRvmd0DA5Gfmlyu1C6rE8bJ4jj8qG6KBfpHvfUpR5Af9WnFIgP9vbdBY7q2GJVGgy2JagX6L0w+XyOX3RUd25tzCn7XDPTn6fGlQP+2ANuxojVBXlBXuGE2dR3N62Y477y6iOs+ZaA/9X7lafJmNM/AAF/52/uL/TfUzpMD+/Th5HJqnoH+0DdeX5+HQ968x/0YTtWX3pIE+uuWGanSZicH+uM+KCe12hh1fIu4B0+bJ1KcyxRpVvn4Em8rZbAhxXmfpe7XRLAh5T1nbsGGu+oPijbPczxLoL/u9d1UUPLgFVFePdPfn3OeRr8PHzB0nmVjpRb9DdSp1q1uXSvQf9fwMiD1eZj22WiRgf5lv6bce917J6Zh6ut4RQP9i3wGiJ/zRo01sajnjXHPm+H8V+mbv27ZmipO1heHv0Ogf2KgP19fe6C/vu7nG1cvUcDvbL3PkELfUvGI7FPdsC6p1t9hleVTFIyNBfrfFujPz9eNxZvs8GYzvjFW/QSqietobjfDOefVRVz3SQP9ifdrsFIQBgTrS69PivtNGMCnl8e+2vq9+/eJ1/ocA/359qLKxuaBIb8/u3WdzJynFhDon6XMSJE2OzrQfyFBoH8B9+Bp80SSQP+FOQb6LyxxsGHG8z5r3a+RYEPCe87cgg13Dm81nCTQn/DarjVw45TXd1NByXz+aOC9eHC/UB8I+WZYS8J5lo2VAv0N1KnWrW5dJxgXf20TB/aaOA/TPBstMtC/7NeUe69778R9SHwdr2ygfwHPAL1t74q+1D/R0DZmjFv1reu76a69ul9LzRonC18c9PbzToH+SoH+/ARf3z/afO9N9v5mL4TKXXj8MX7U7W3Hc280/88JblhnprgAd0fL/7G8gf5VlTLQn3+KebGo3A1WnOoUmKmvo7ndDOecVxdx3acM9Kfer956f9ma79BV5bLloErhwSz//2iE++7NMQSKqwxMM+9Afz4Izyf9adXtTzN8pZC3TPqqeFGxaoH+WcuMFGmzo7vuqTHY4shA/5zLtVnyRJKuexKkWeXrLfG2kgYbZjzvs9b9mgg2pLznzK3rnqiVWOibNWmgP+G1XfU8zXJ9NxmU7H3xN/BiOL+Pvb7455NKXfc0VKdap7p1rUD/bcNjGU2dh7rPRosO9C/zNeXe695bK1aZ4Dpe2UD/AuJwfWXe+XpdF87reWPbup4p+88/U7/b2rpl66xxsjhvh3JaoL9ioL93Au4e6KvpTL1POJqqmMTBrSqDRPSN1P3udDesfN7zUfcJt0xxfOei5W+uHqwPnw4K9M/neup1mfLr8FYaU70ZTXQdzbUfuznm1UVc9ykD/an3qzffxvZ+2cPneOFN+7AKWW+en6t9GjjvQH9vu4fLt/jnynEE/i4H/Hl6+EBayx7oT1lmzJI2OzrQH5VHobXRtA+z8yrXZs0TSQL9idKsbt0mxbaS9xM843mfte6XOtiQ8p4zt1aFUwRt5nmOawWiZ7y+mwxK5mn9U38DgO64Pxs3Lf75pFKL/obqVOtUt67Vdc8dw+/RTZ+Hqs9Giw70L/M15d7r3jsx7ya+jle6j/45x+Hy9N9Tlh9fRft/TcLYacJn0Lzbn3NlbOGJ+l34TFO2zhIn6+uW6jKB/tGfxe8tBt8YlUHjlobxZ2sLC/Q/V69lUBwwGxyVutYN68t6Az6FN1VxuvaNZP5JheVvLAqHqQtPgf5a11Nfq5bjk5ff1lVCw9fRXG+Gc8yri7jukwb6E+9XVxgcu7fdn4oBccINePPRaNu7ovvQz1t5uMqnb4sI9Lf3lf0GXrcV/Jn0ufEyB/pnLTNSps2ODvTHLT7emCHQP4dyLUWeSBLoT5Rmla63xNtKHmyY8bzPWvdLHmxIeM+ZV7AhP65TWwOwJQ/0J7q2J52nFNd340HJOH+8UGwvDGo5j/RLEuhvqE61TnXrOsG40DfysO4PUp2HWZ+NliLQv6TXlHuve2+tvJugPF3pQP+c43D5Nl/Pphez9dyTPpaa8hk0f+b8vj9t425lq3ThM/H6SRwn670IPNdUYHrZAv1vVQgAjAj0h24iKgWcjrYaU7XwCG954re8k4LX3beZeevIy6a/YeVdYsRB8+fGpNm/izTtdrmxrfC8WHweMzbNf6/2mdXI/X1EoL/O9RTy9sQHkHfHB/qbvI7im+Goz0VTpcU88+oirvuUgf7U+9WXNp9FafNBOfDXQMvucNPsbfv76n3cz72P/n1FJXNcC6hVC/TPWmakTJtFBvrHlkcJ6ihxeRT6Gx3bhdGY45tHuZYiT6Q4l6nSrNK9KfG2UgcbZj3vs9b96lwvVY4/5T1nroH+qM5RqXXYHM9x1ft9ius7ZV4YJu8Krps/fiuCZePSY551virH3mSdal3q1rVa9L81vJuOVOdh1mejlPWRnXZNufe6906SujxtMtC/k2IbeVreW5QVvUB6t0/6t7c/A061/kTPoPk+vFo8h4ZGhX1pUKMLnyqB/lRxsr6vRD9pNSP+ZKBuv4CpAv19fWn9NmJQmKMDn3ddMqKwGTNi8chAxz3lTe9csZ14RPra6XlP9TdHoWuK3nF/NaaAuyK6sJ6d7YYVCrx4hPvuG7T4phKCcGGwk9ByqduVRt++nB0oZI72P/Dkyz9SXGzhLeJM6fnkkED/nQ1dC9em63ZjUYH+8EnbuEIjH+Q0Ov8hv6a6jiodYxwwe29g27vSpsU88+oirvt8u49X7Iu3wnwp92vkOQ/n6dCQ/btxYJ6KLQVC65/eMo82GzwOeSP/dPF/8ykP5hXon7XMSJk2SQP9FfJG1fIoRR0lXDd9v3805mH89OhP2edRriXJEwnOZao0q/QgmXhbVfJfnbrbrOd91rpfneul8vWX6J4zz0B/nAbxYHEpAv2pru1J9/sU13fqvDA07d6MtnG+/+G9yfRLVo9tqE61LnXrvmDcB6PnC/kiBPRGXZMpzsOsz0Yp6yM77Zpy73XvrVTGpXx2vqdeK+91jW2EoHVYPl5374uCaBy90Cp/2kbUKeoj+XruGNOldY0ufCZdPynjZKErr968z4/IWw+Vsfpfp+j6q+/NTPnZQJ1AZ19r63EDUL4/PoCTJ1pUyOctQG8ob973FK078zcs0ecX7SNlZt89kPA/Dg+K9AaiOT2kRfzpgQvmlRmCM1FmCm/RJp6Dj6P5nxqxzvfGFwrx6OJVBrDsK2gu9mf+/LPkc+O/8Ah9LY9d/vxWoR/O40zBrre3bye8OU0p707kSHEtVOlmIhxTvl9nymM9XRRw4U38TDeKBNdT343wYvH/oXIU+mIMn7Z2fii61ohvNOG38EJl1uuoir5PtM5vDbwUWgHHnzSmKlvmlVcXcd3n80Rvngffrk8zX6r92hYE/mvrHhPy49D5fogGsanY3Uv8ln/kp3TXVayI/jA+gBMHe8P1nl9P9w6fZm3xH+7D8b15sHXPqAB0letksPXHrGVGyrRJda6q5o2q5VGKOkq+nmcGyqGP+/u5zAeq/l/Z8CDq8iosFw/S1HS5liRPpLruEqVZpesu4bYqlU01626znvdZ635Vr5eqx5+sDpyw3JiYRy7dSudhAZlFn+Mq9/sU13cTeWFbfru5Xr/M86rz1Tr2BupU61K37gv0nxtdd+gFxY40V87M+myUsj6yE68p91733kr5JNWzc81n9nUpf0Oahpeq+X7uK8u7ga8nQow0/rIij4l9NbwB1LyeN8LLgPy4x7SKj7vQCs9so15+TLp+UsbJQhA/HjdlWCyg79nz2zpBhOsG3uxGbxnDb1UC/r2LqcxcwwI44SD7ugf6YEzmujhiKvts6+tn6YdihObu4BLxW8XQ9UNo9Z0HmHaXffedLvZx49Yh2z6//UKpXfjsLt/M/Dyw7y+Wb8R2jV4urpSHY+oGdfKRnN8f/fIhP4/7By6Ai8VgiJOCzvlnRufGpPkHo1uR5stvjFm2LDirDhIyNF32lBfAmSHr/qU47ln7xc4voGcH3hROWGe4QfW9HLvY329ct3CfqlKb4HrKA0t/jti/U0UejfuyHKzwzXIdVT7OaLCS/OXKX2V3Llc3U7Y0mVcXcd33rv17Blp9/1m8Ye4LLFacL9V+jUyno5MrneFtdtUuofKX1PcMlGG/Dj+P8VdBIb8NC5qHB4rBMnTbem6ckI8Gpyyfb/xnijwV8vXLA+s6tr3lVf4p6/sDFaQD/ZWtvBx9eKC11E9ln42705QZKdMmxbmqkzeqlkcp6ihjy6MzW9doqGD3tX76tehPd/Cz2CbLtSR5ItF1lzLNKj10zLitKvlvprrbjOd91rrfpOul7vWX4p6TMq9VqsMc23pYHPucNedzXPV+n+L6biIvDE3rMv02/jvjNZzw+aTOfaOpOtVOr1tvC/T/Vh5PXNbG6ffS5Lr6THXuKZ+NUtdHdvI15d7r3lvlmXum63jKZ/Z1KX+7X0aN62YqlHHbXi7smz7dZqmPhPMVniV71/MLw89h3nf+pwPLf9a/31Wvn5Rxst5L6k/G1CP/rhnozwu4qg/jd41+E9b5ZnigM7Qe6R5w3ur59JA3Tt8XibEt04bPlr4uA+/nypMQ7UP+YuKF4cHUwf5x44stf8tzrLiIRxZUZ/qXmboyMmYaF0TO37K/Vd64zhef5XS+KwJjo4LH2zLt4DRhzIX8bd3r5SjXF8ptflT9s/f84nqrzNTl8nmff8+Nv1lNTM+3qufRWcZbCJ/k5MGyJ6qdo/zzwjNFEC5/Gba3LPDe6c/btY838fWUn9cPymvofPl7u/+c5Pt8vrgRxK3SZrmOKt9Iri4HXzpf3MzCOez2ydhU2dJEXl3YdX/HmJdNUdlddb5U+zWprMjTfcwAu+FazOe5bsJ1+/CEYzpXXps3FZWqwTTIKxRvb20nHOewSkZohRFaaWw75ydr3ENPT/40utaxHd/e2mPY1P10cexDxZk0ZUaKtEl1rqrmjarlUco6yrby6J2yMn++vK+cKF6Y9Cp/xydXFJu6B8+SJ5q47lKmWeW6zRTbqpr/Zq27zXreZ6n7jbteprn+ZrnnNJXXJgmBhTzdLowODs37HNe936co85vKC33beGa6gQSbLBvr3jeaqFPt5Lr10Dr2+2Wr7nfKfrcvlPv51la5XClfTHke/r+9+4GYrN7/AD7WSrLiupJc1yVZayWRK0muWFeykriSJImVXEl+dHfXMzMrS5IkK7JW1sqSJFmJJMl1RZIkWbKSrBVZK1lr2d/5fs+Zec78OTPnnDkzz8w8rxfH1vOcOXPO9/yZ57zPdz7fOvdGTf89su7nlM9en73zPI+buGdf9+tv6Pwa/yb4dXLt/9gp/Gq6TVWuv03fb4z9psyYc3jivfCD1c6fpnKyuL+z7HlSG4b7zn7pnvtazPyH0oHqYxWw2gZq9U24wIcnxEW9RvI1vSrX0IJtoMx5seznTvxK3n+zmoH70j/OwzePwkPD0Fsn/mFyLPvD6/vJXy9dN9oG2DZ/Nx7d7AnIHO/JbmgmSGC1782aGDAT5xTAUlyHny03uDZN/2Hx1mxfK2K1/5icGPR/U/z70Kur35v2MW0K6yZ+Je9KxXqHpzZ74Wub7dk2wBrepF2XPbC8PPmbasDs92aCfgDWQRxY/Hzasbypb0NRQqzbdb54sEjW/4/JoiA/DgoyZRDgXh2tcSN+A6urP7hOxcHyQk3RMgM2ahuAFfvb8basLMHn2gLmeW8m6AdgLT7bPsjKLekksjix1vpPzdR3ZXX/mJxlgN9e0B9q1wHro19bseJX7EIN93X/INc2wLa9d7gnrbM6y3hRwOR7M0E/ACv/uXY0G4fhDm2xMGHgjlCWRaP7Y7L2ICw7s4E4zmlPWLtrxOXcwEm7S1wPdqXBd/ugttnObQOsvzgw4QVlP2Fe92aCfgBWWfgWeyj5qJMbbNEfk7WD/n3ZMp7TnrB214j3cjecl9Pa8mGw2e7taXDdvbHV2rgvLdsVf3dx+wTZ2gbY7g7dnFzbziTTq9oCmhD/Zujdm32rPQBY0Xvl19NObqEUOLDIk6+BoL/zTjZY7w7tCesmjNsSQpx+oD1hCqVstlP5Lm0DkP0tuFsbQBPnUb8s4LXNjlQHb3KfBcBqOfxXbQBb8wfljEF/KPkU6/O7wYO1tvGP5Dx/O5nOJuf8H1kP9kvJ9EX6tH47j/GibQCAWXQ/yv5+KJp+0UYAAEwxS9Af5g9fKe0+pB0BAAAAAGBLzBL0d04m0zPaEAAAAAAAtkzdoL/dSV5zRPsBAAAAAMCWqhP0dw8k85/QdgAAAAAAsOWqBv3dh5PpzITfJ8tob2hXAAAAAABYiO7+XNB//eR52/cn83zVah28Kfl31+i0cXf6EKC7T7sCAAAAAMBCdN7eDPrbjxfP170zmS5uzls4/axNAQAAAABg7jpHk+nSmKD+XDK9MDjvoVuSn50vEfJfS5cLAAAAAAAAAAAAAAAAAAAAAAAAAAAAAAAAAAAAAAAAAAAAAAAAAAAAAAAAAAAAAAAAAAAAAAAAAAAAAAAAAAAAAAAAAAAAAAAAAAAAAAAAAAAAAAAAAAAAAAAAAAAAAAAAAAAAAAAAAAAAAAAAAAAAAAAAAAAAAAAAAAAAAAAAAAAAAAAAAAAAAAAAAAAAAAAAAAAAAAAAAAAAAAAAAAAAAAAAAAAAAAAAAAAAAAAAAAAAAAAAAAAAS65zRzKdSqZLyXQlmS60Wt1jrdbhv1RfVvfl5PWXtSkAAAAAACxEd38yXW21OtfGTCHw31N+WRv3Zq8T9AMAAAAAwPwduiXrxf9Kq9Xdm0y7srD+nc2wv/ttuWWF13bOCfoBAAAAAGBhuq+mpXbG6ZzYDPs37pm+rM7JVqvdEfQDAAAAAMDCdL9JpuvG/y7U5+8F/e3HpiznkWS+z7Je/YL+lXP4b8k+fjEdqwEAAAAAqOngn9PyKZ0P1u+9D/81DRG3434JIXr3oWT7n0qW8ULy77+S/79xObate0OyPk9Pmef3LOh/tHieQzcn85xNHwwI+ldH+JZG50gyfZ0bk+HB9TsHw3EZzrtwrMdzMDmWu7duzbncvT37psxPyX9fTP79JPn3gGMRAAAAYOWFoCiEbb1AtXtmtd67uzMdsHXsQK65aeMf22+/tDeS1/2RvP7HZDqeBXw/pyF4KHGzEu2Qbf/G3yfM89Hmg4AqQX9sk3HHy9lW6z9/KrFu100/7qY9yNi21529acmm7rtDbfbg+pyDYRs7HyfTlWR6P5neTI+58C2WuK0fpA+pFnUut5/MBr0+mq5beO/40OCXdD2LvlkDAAAAwBLrXp/2cu/+Nhi0LSLob/K9u89OD1u7322v/RID6I+z1300GODFIPzT3O92LHFb7MyCyXPF83SeSQfuHdi+kkF/2PbwbY8YwA4fMx+W31/dBzbbO742BMP/Tqbblrt9l2Y/f7tcQX8T52DYjhjMn03LEg2LZYqupSF7GJB63udyeFAWHzw9Mfq7OCD2+eT1bzgWAQAAAFZO6Km6cW8aDuWDzkUE/U2+d/eHNNTtXCqeJpV9Wcf9EoLv+JrfxvdMD6VI+iHma8vbFt192To+V7Cdt6VBar58Sd3SPZ23x/TG36iwrjvTsDS2+/+5vlTaz2eWK+if9RyMwfml7Jsod094n483e/bP+1zuvJdMXxT/PvTsDw/VwvIAAAAAWFFxINNriy/dM+t7d/dPL+uy3fZLqOHdD01fKp4v/K6/7DuXc/tDyBkH6x3TUzmGsF+2Wu37h35eM+jvv264Z/++Cut7OnvNHteUSm1/Znlr9Nc5B0MpnTj/H+WXffCm+Z7L8YHnhAdX4SFCfP1DjkcAAACAldV9eAuD/hneO/RQndRLdTvul1CmqP+avRPm25ub76Pl2/bOHVkJnN3jfx/C1O6rY7arbtBfUG8/9JYO5X1KrfOJ7DU7XVMqtf0yB/01zsFYj/9aOtjtxPn+mVv2A/M9l+M3DF6YsIzrBf0AAAAAK28Vg/6Nu7LX7G9wXR5K1yGEXnWFEhnj6mAvom16dbjLhIxxXX/dnH9cHfEg9JiPg3XWmU7V3O7r0rrtRaFj2M4Qgo4L1GcO+j8Zrc3e+brcMdEr80LFtl+zoD+M7xDnvzp5UOewrUWDhTd9LofjelKJoN52dm91PAIAAACsrFUM+mPN6Wwwy+67aR33Sb1ep67H7dnAr72BLWuE/b2evDG4u2vxbRNqi/cD0/errW9hHfwHpw92XDgIcs1jqXMyHWS38PenszC+6AHDtc1jo+wDh17Q3z2WGxsgP71dYhnHBP21jvN169F/KjfOw8EJy34+m+/K6EOrps/l9r+y69I944/9WCLrjGMRAAAAYKWtWtAfep0WBsxnW632i/WC+lAKJl8Co+wyYr34XNA2rqTMItqm15M4Tsenzx/m6S//3eU4FmN98yNT1vt08w8c8kF/fI9nxiznwJRlLFnQHwaUjYMM/5wNWH05PT86r6cDxk7cD/dnpYjeG/xZPC/+SKfOp+XHx9i4L3s4dykNtuN5upEs54Y17NG/P/ea38c/9AvXjDiQeJjn5cWcy/Eh1m9Juz+2Oe5FGE+i83m6Pw7d7LMQAAAAYKWtXND/RomA98d6PfxDCFol7B8O+cPrt6ptQomP/vzPlpj/QG69f16C4/BAGi7PtIwZS/f0gv54LLw5dExdabU27p6wjCUK+nvBbyxFtTcLlkMt98+ybbmQTLcNrf+tWbh/YfC4i8f4WwUPUf5Ivw0zcV16rz2xuS7hvePPz6alkdYp6I+v+2pwnIfhQaN74zmEh1aLPJfbTya//z49P+IYGJfSa9akEkMAAAAArIiVC/p3poFu6LEcS1IcHwwn8wFbGNS1qrJhf1iPUPd6HiF/1baJ4Wlu20Ov3WnCPP3lX936Y3DSNoYgPvQAn7qcBoP+eCx8MnRc/dJqHbypYBlLEvR3jub26w2DvwuBbuyNfy0NowfW/8b0OArlZvLHXTzGP00fcsQHBqEX+P9ybfLxhHU5Ob5dx63rOgX9h/8yWEYqlgU7kh47sT1DwP7vrTuX4zX0+hYAAAAA62QVa/SPLCcElE8P1WgP00/1eqtOC/uHQ/6iIHNRbRMC3YGHHI+UWP4jQ6/ZouAvloT5Kg1BQ1A/PMWA+UxaO3/qNjUc9IdjJ/Y6zx9TnxUsY0mC/vxgwgf/PObYzh2348q1dHYPbe9ro/OEAV/zwfK4gZFj7/Gsh3lo36LzNobeaxb0x3a8bcz16Fr6kGRS6aRVPpcBAAAA2ELrEPT3xB7LZ4ZCr5o184vC/tgbNv8eb2592/QD7t78D1dbfnzNri049u4cLFNSOJUsLdR00B9/d+tgeF4Ufi9Nj/58T/Ix5avyYxyMe3gycCxdmvA+uQcg4ds1A8u4IfctmyljLqxbjf68EOh3vxtzPL8+/uHIKp/LAAAAAGyxdQr6+8s9MxhW9gafrGok7N+1mJC/atusYjgYQtDO+ZKD6h4t2WZzCPqD+K2Dq0MlVf41tIwlCfrjQLrvpwMKjz2mT08O1ssG/ZMC+vjtmpLh/VoH/Ten3wAZ+zDry/HfqBD0AwAAAFDLOgb9seRKriTIpEFUp8mH/Z1fc//91vK0Tfi2wczh4DYu9zEt6A/6pWjyD5D25JaxRIPxFh0jMYA/N/+gv/Pe5PJBZZezytfG8C2H+K2GL9LxD9pPjPlmyLnRMj7OZQAAAABqWcegPxjojf/QjOt5bCige3v52ibf47z96PT5wzzLMhjvlp8D15UbayGUgRo4Ds5u9p5e1qA/lO8J3zzpfJ389/NDAwzPKejPB9pF9fnLLGdVr42df6bfKun8ODhGSByk97OhUP4r5zIAAAAADVjXoD8/QGWZXrGFy9k5Wvc/hKXz7jVbtW1CqNgPB5+aPn+YJz9o8bY+B64rP6jyyLHwQfbzJQv64/gHHyXr9H3y7/7ccbKA0j35oHq7Bf1hTIfet4mKrjvxwUu+DNTTzmUAAAAAZrS2Qf++3LL311zGUMjf/XZxYX/lHv3vVisr1H0jt/x3t/k5UCXo3zU6wGr78HIF/d2XNx9CDAftiwj6B3qs75myrusW9GfHQfePyWODhH3T3+5PncsAAAAAzGhdg/44KGm27MN/rbFuIeT/MBe4Hc9+fmwxYX/lHv3P5dbrvRLz5+qoh9du63OgQtAfhOMp1l/P9+z/ejmC/lBWqteze9yxuZCg/3Lu2H1kStuvWdAf2j2+5rPpx1Dvmw/hoYBzGQAAAICZrH3pnl9qvHbnUI/boV61AwP0zinsrxz035ZbpxLbHObpL//WbX4OVAz6gzjY6uWhsH+Lg/6N+0YfTI3s90UE/Z/nfndiStuvW9B/ucI5++X4uvrOZQAAAAAqW9vBeHs9m49UXKcdk0P+/vLzg/1+1HzYXytk/CK33rsnzLc7N9/nzoGw76oG/UH7ieUK+vPfNinaloGyMHMK+tsbufX4o9U6eFO95azitbF7MZv/mxLn6/vF7excBgAAAKCSgUFrK4btoSd0DA6vpP+GnvDzfu9YUmfH5HlC+BXLYvycBpel12dHLnwrUR97nmF/rbbJBZMhbC3S7ixvuLoV+j2oT9Z47dHlCfo77+TW5ePR34fAvftb7rh6aMwx1EDQf+iWofI9Bcfvf/40WAJpWpmfVbg29vZBuP5MesAR583KPYVvWTiXAQAAAJhJ6PHeD4rOVntt+7GhQUmfmu97h3Ikcd4racg+LsSPQeXXac/ajbvKr8tIyP9myW0YDvt3bu1+CQFvfM35ZF1uHP19DFd/3VxfcsfxlzX31fvLEfQPhL7X0v8P+7t7Q7qNcRDhr3PznE5/1302dx7sLRn0fzd5sOvu80OD8n6UPlDp/35P8v//Sx/G9ef5IX1dGF9jVa+NnTs2a++Hh0CF7Zdr56LrlHMZAAAAgKli794DaZg3EMi9moZw03rNB+3Hh0qXPDPf9+58PzT/D63Wxt2bv+/enkxfJb87lwZuVdQJ+fuvfa25sH/W/RLDv683eyHnv2UQS9R8vFla5OCfnQex9En+uHqh3LGfF8Pyr7Y+6A896fM99gem88m5cs/ow7k4vZPblmdzx9zVVuvw38a02W1Dry8oj5Uv4ZN/eNA7tttPDn0zIAxk+9LkUjWrcG0M29V/zbOjv4+DOfeOuX87lwEAAACoaSBcmzCFwT0nLicMYvpe1sP+/XKla2Z579DTN98DOB9ixhIgP6fhYgheK7XH7blQ782abfpqLsi8Y4v3yw3Z+lzJHnocz6afst7Gr1dvo3UTHkrle6UPBLq/Vy/jE8vVnF+C7dqdjTFxOSup9W3asz//7ZdYXuZKOohrryzMxt/Tc7nfG73XFuHBwam0B3p87cnxDxPCA65xx2XorR7f79fsPS9l3yS4M1ve6fTYDIMbr9O1MQ7W3Avpv0sHJY5jKJzO9ss3ybSvxPo4lwEAAABYR6E3bQj8w0Co7afTckHtR9Owfhaht3P35dmWEXo2TwsAFymWbXk4a6On0prj4WfAgq5Xe9LrU7xWPZ1dq/Y4l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IBV092hDQAAAAAAYGWEYH/jvlar81Ly398l0zFtMg/tg0nb/pG08yfJv9drD/tJG4FzBQAAACoIN5idaxOmy7l5358yb5h+Gf8+ISAueo3weAmPizvS/R1DCPtqrg7+ebCN248v+bFxvMR1oMLUfd5+ciyDcwUAAABmEnpsdx9IA/qB8O275N/do6VaDv8l+fmJMYHd0Vbr0C2TS7scujntGd5/zefJ/PuUg1lGIYTo7kymG5PpG0H/vNt61QKf0Pu0+3Ay/TbmWpCc152TQ9M7yXQ6mf/D5N8Lq/nwSDCnjcC5AgAAwNLb+MdQWPde8bzx4cAPg/OHBwBlxdf8mobILL/OEUH/Qtr4cjJ9PL2EQ/e6ZHpkSdb7rTE99B+Y/rqw/v3XvLWe+8mxvFrH8jLSPqvbpmXex/UEAACAuYk9cXvh26XJPe27zw71Rnu63HvEbwSEMPBl7b0qwr4V9C+PsA+WZT/kj43+MbKv5PXmg+w1J+xTxzLaZ73a1L4DAABga2+AHxkK7/81Yd5dyTxXcvN/Ue492k9m8+/W3qtC0L9E5+jDy7Uf2k/UD/rbj2WvOWm/OpbRPuvTpvYdAAAAW38THGqyX8yFdp9Mmf/doYBvz/T36HyaTP/T1qtE0L8k5+ed6Tdt1iXoj9ebXUpWOJa1h/ZZnza17wAAAFiem+FjucDuaqt1+K8T5t0/FPC9OnnZYVlxvgPaeZUI+rfext2Dg9iuQ9CPY9k1RfusU5vadwAAACzfDXG+fM9G8byHbh4K+H6bXNe/fTgt9xN68U4TBrLrPJd+A6D7RzpgXfi2QfgWQRg4uCnd25NlH0+mn7J1S96r+1Wyrp1W6+Cfp7TVvclr3k6mn7MB9cJ0NpleT9rmlsmvbd+f1ibPD3ocftb9KFuHP9Jt3/h7Q/t1lnUtGfSH8Rfig6Kfhso6lQyAN+7J2uTHbPuvZOt7erZ9vnFXsoxfRten83Uy3ZHO0/n30LdZcmNVtA+O2Xe/5uY5O/7cCMdQvixNPP4vZMt8avQ14XgLD8E27hs6RvenD91G1i03Db9mUedQnaC/cyqb98HVvEYW7adFnt/hnBg5Do6XmOfaYta56WN56nX84QnLfH9M+32yuHOoymfMLO0z6/WzzjVr6vWh4fOgzjbWbdOqn5l136fM9aSpfbxKf3fU/Xui/Xj2Wf5T2l4AAADbXrwR691QnZtw0/ji6M1XCP4Kl5vcnHbeKRGM7E3XIXxDIN7s7Uhr+scb1N5N3huzbWMsG/JqduN5JP22Qe99uj/kHlwU3EzG4CbMcyZd3/DauN6fZesYwpHbht7z1mwb8j3+zmTv+9b4YCDefN8+4/6ssa4D+7lE0B+X+1vadiFwiO+xK3ttFop3Hyh47Y25MlCvp+3UW8f8N0xCYPefP9Vrg4M3pes3KfwLy+7t+zh9WfzgqntDMv2eTvmwrh9sXNls8zj/saH9+nv28+vTcyYGLVcnn0NVvlmxiHMorlOdoP/L1Qv6y+ynRZ7f8fy4PbumFgT9vWO681px0N/kOs/rWC7dJnuS5X0/tK4PjT+Hw8/CQ+w43y/jr3+znkOzfMZUOtdnvH5WvWZN3Q9zOA+a+Iyo0qazfGaW+ryscK7Muv2r+HdH3b8n4jZdHnyYDwAAsO3FXnwlgrvud1kQ8kdu/s/GzxvDhPD7f05+71jeJ9wAvlTwnl/lHiq8WDMQCjeDH6c32ON60YWei/1tv5jeZA/cwB7N/f6G0WCt1x5hXUdu1nekPcTzN9ydD7JedHdnN7R70nEM+m368Qw32zXXtWpw0flv1mPx7jH7/u7iYDcO6pwFv6E36bT3j+H7rpr7/eXcck4VvNdTkx8GDCzv98GgL/b8DYHZ+cH9Gwa17n6TLi9fFuva3vTBV+hdWeZhWelvVizgHOqvU8Wgv1e+a5WC/ng+lthPW3F+98PqgqA/rtd1E4L+hta5bBtVPZarij2ec+8fAvrCa+Pu4lJys55Ds37GlG2fWa+fVa9Zk76xN6/zoKnPiLJtOutn5rT3qXquzLr9q/h3R+2/J3akn8uCfgAAgJzwleqB8O5UcaASbx7fHJp/95gbt+NpmDD1BvGzLPi4ruCm98BgD8Phm8hSN6GvTL5pjl+lz30FP3wlf2Adcj3Dx5X3iTfQ2e9DOYSigKk/vTYmaPrbUMCys96+nHVdSwUXuSCxaL+FUCOU1xj5+dvF5W8G5nsn114naoYP+Xb/taCn785cj8DLxe0eQ5Fr6cCLI+31xGDoEs6f3nI6z2RBxJtDy/uwuXB0EefQ2G2dEvSHMkm9AGdVS/eU2U+LPL/bT04P+uM6TSnd0+Q6N3ks1zrPP88t+/kJ8z1XXG5u1nNo1s+Y0ud6Q9fPOtesStfbGY6pxrax7MOTGT8zK30bo8z1pKHtX5W/O2b5eyK2/79ypXvuawEAABBvpD7N3RBeGdOr/Xg2WO9f0rBz4AbyldEbt/hV8CmD9YavaMebu3cn3EDePhQqPlI9fIg3sFcn1+Dvl7s4Ozpfvt57+Ir5yGtPTw49Yw+9XA34wnXIlVAK34iotR9nXNcywUUsD9ILKx4r2G8PpTfgAz/bU3zMjKznbUP7fU/N9vhvcbg2LjAZXuf+PC8V9xYMAXZ/XS9PH+shvuZEM+HoIs6hgXV6YnzZh3BcD0xjaiyvYtBfZj8t8vweaP8Zgv4m17mpY7mucK3pL/vbCfN9NT7snPUcauIzplT5lwavn3WuWVP3QwPHVJPbWPrhyYyfmZVKBE05V5rc/lX5u6Pu3xMAAABMMBLgPZe7ybou6+H3Se7G7evi3tK9G99xvZ8Hbv5Obj5YGAkK81N+vV6qGD68Wv4r3bEO+5jennFAu/fTno5jt+P05DCz7A13/Hr9jKHorOtaJriIX5e/mKu7e0fFfXGt3E37QFmBo/XaY6AnbkGQF8tZ9Ob5cPz2xsEFnyt4/YODJRJKBSPHmwlHF3EOTbxOZA9QwjGen0L4GXtafrviQf/x5oL+Rs7vBQf9Zda5qWO5rv75ea34cyfWCi8KIWc8hxr5jCkT9Dd4/axzzZq6bQ0cU01uY9ljbtbPzDpjARQG/Q1u/6r83VH37wkAAAAm3aTvHKx1mu8Z2SsX0X40N/+BoXqzuZvSzheTe1b258vCmXBzOxwUFk7XV9yub6f31qzdZtdnN/nnlifon3VdywYX+XEdYm/WV6fX0g8PiqpsX6iH33+Pj2pu9w253uVXxq9jfkDPsC3DgxvGUGzMt1wGfr9VQf8CzqGBdapRo79fskTQL+ifQ9Afl9+Z8nDy5TQUncc51MRnTKlzvcHr57IG/U1u46zHXNnPzCaD/ia3f5X+7qjz9wQAAACt8jeh+Z6RoQbycG3j2DMxPwjap9nPby036Gfshdl77dvz26Z+yHi6wWXuzcYp+DqtCT3t5nwrb7irrmuV4GKgl9619Ov7RV+9j+tycXoZnYH1yIWa4firfVy/nVvO0ECcsSfitcFjv/vs0Hp/OPn42aqgf1HnUNE+KRP0x239QtDf1Pm9zkF/WKdQQmbSVFTDO4wz07/WXxqsNR7Pk1/GD8LbxDnUxGdMqfZp8Pq5tD36G9zGukF/1c/MRnv0N7j9q/Z3R9W/JwAAAJgi1GcdCPCObdaBDT3HRm7MhgbljSH/S+l/h0HeJt4I5gZgC1/5noeBQd4+bGB5d6a95kIP8PxN+DKV7pl1XasGF6EnbX6QyTh9lh4LI+v0R7WyBKEOdn89Ls5wXN+XW7fPh47hj9MQ4uBNue347+bvez+fFGZvWdC/gHNoZJ3qBP2nBP1Nnd/rHPQPP2geO01ot/yAn+FbaP1t2JeNGXN98+dQU58xpYL+Bq+fSxv0N7iNVYP+up+ZjQb9DW7/qv3dUfXvCQAAAErID8wW6xK/kg3Sdtf4m7qBG7KjyfRT2oN36g3hzsEa//MwEOJcmnFZL2fL+WC0V+myBf2zrGutgOT2NEAfOBYujQbAYT/3f/9CieU+nJv/7IzH9Y+by+o9hOoNfBgG44z//+HgQ6vYFgfT0h4Tl71VQf8CzqGRdaoR9K/09VDQvzJBf//bOVk42F9uqMH/1nw+h5r6jCnVPg1eP5e2dE+D21jlc2yWz8xGS/c0uP2r9ndH1b8nAAAAKBM4bIwJ8ibU2x8YlPfS+NInha+9vPnajbtLrt8TaZmGsvr12cN73FOvTfqlX34a3yt0mYI0SshZAAAXF0lEQVT+Wde1anAxsP77B+vdh209dHPu97kgvfNOiX396PSBdOsc1+G/Y1u8mSz3m/GhSX+es2kvw4ltvpU1+hdwDg2/VtC/dee3Gv1TrkE/DD6s643RsfH3+X0ONfEZU6pHf4PXz6Xt0d/gNpYuQTfjZ2ajPfob3P5V+7uj6t8TAAAAlBB6O4/0opzQsyyE+gOh39W0lnKpm8P/5V77cYkbvzvTIKfSDegX1QZ0Db3J8mWKBsq+FARryxL0N7GuZYKLOBjlGwXbcH1WDmdcCY3/y733hRIhRv6h0zMzHtd/zW3TD+kxGgK+9lO59duR61F5drM9p5UN2NKgfwHn0MA6Cfq37PweaX9B/+j65q8xL6XvO21g+FnPoVk/Y8q2T5PXz6UN+hvcxjJt2sRnZqNBf4Pbvyp/d9T9ewIAAICSQtmDgeD+pik391eqBR1jb1KvpYO2FYlB7S/lvs4+8B4Hh97j/ya8x1/SEi/58QXiOAXTAph3lyPob2JdywQXcXt+nLKvxrw+9MYbOFamBMS93o1h0OfujQ0c15/mtv2DbIDOHUPv+cbgN1nyJUAKl7uAoL+o9MgizqGB93tS0L9V53ds/3zQf7LE+ixh0F90LDfhP3/KXWN+TkP4SedEE+fQrJ8xZdunyevnsgb9TW5jmTZt4jOzyrE97VxpcvtX5e+Oun9PAAAAUNJA0FtigMH+17avDfaQniaUPsgPPte7kRso97IjCxcvpL0oQ03lSjehyc1v97ehcPL4UJi/Ix34rnN+s2RLf9vemdzbMw7Wmlt+96H5BCBlNLGucT0OlAj6w+//OWFdCsKMUAanv47/nXJsXC1fq7jUcT3UG719eMy2DY07UaYHYa2g/8T0c2Zgfd8bWs8dizuHBt732TFB/wPzuQ6FMRSGH8QsWpn9tMigf6Am988FA8weGyxHM1wvu+l1bupYbmyf5T6PQmg67Rtms55Ds37GVGmfpq6fyxr0N7mNZdq0ic/MKsd2qXOloe1flb87Zvl7IrbX4+lAxKFsUN3SWQAAAGutV9e47I1f/6vbV9Kbtko3ic+NH3Qx3hiez61HqP9/R73tydexHfsevVDskyk33dfS/w+9RkMbtR9L/v1uaJyC0+nv8uMUdPeWvOH+Lrdu+2tsZwPrGvdJflDMUxMChO/H7+/+oJgXxvfED9/66C//3wXHxXub69jYcb0zCwSupfs8tM3E/XBpfEg6Mv8jg+FrqXXJ9XAsKlswUBLhShp8x5//ffCbM4s4h/rvdWr0fcKDwSbFskqvpSFWmfYP2xTX61K2rRfSoDb0np75mCmxnxZ1fvfPvVyIH7+lckfaZiFAi9/GOp5ey/rzvJaFgjvns85NHstNCHX2q9Q5b+IcmuUzpmr7NHH9rHPNmnpsNnlMNbCNZdq0ic/MSvuuxLnS2D5ekb87Zvl7Ipbby18Pv/b3OwAAwPibyNPZjVXJ3pbhq9d1ewaOGwB4YPql/CCJhe/x9NAN4fD0wfibzBiQ/VbwmvNpD7JwMzvyu1zAlO8FHcLL4bINsf1uG3r9kerbOOu6hn0dw8JLQ0HVP4dCwl2D5W1Cj+4You/Mln8hfd3GvQXBws7BhwndlzfbJNSv7ryf/fzV5o/rXpmBSSFL+8VyZQJie+0bCjGyfVcUMofgOrZx/lj8qfj4zg9GGIPvi1nJoVsXew6FnuOh52T+2OhPP6btUCaUn9aeoWfqQO/PKcsMwVS/V+vwdGEzdKu8LhX206LO7/6y/j1hP5/I5skF/SFoC+dYfgDmJtZ5XsdyI59f2Tm58Y/FfQ7V/Yyp2j6zXD/rXLNKnzMNngdNfUZMa9MmPt/LvE/Vc6WJ7V+Zvztm+HsiHs+/C/oBAACm37SHm9JXqoUkswyUtnFXWnM63tRdzUopfJHWO676LYHCm/7daQ3dcIPde4/wcCL0bpz6ug+ym/Qr6c1o6LWWX6/49fUr6c19rzRD6NEXet0NB5HxpvhU2uMuvvbk+Bvl0Ksv9BasvI011jWG+VenBF0Pjt6YDw/EHHuvvpnW1Z26z+/O9vlP2bqG/fFNGsLXDWjLHGdx308IF0PJjjjP3ilt/cmU9hrqvTtuINuB6fLosR7Ws/N5tr9+TR8+FI2ZMa9zKC7zWrlplhrKoZRFrFH9TLmgPwRM8cHDK+m+CtsYwqB8KYlpA7GOXY+S+2krzu/+OoYyMF9mx8XlrGd/7ttXsXzNS6PnUVPrPO9jeebPr+frDTo96zlU9zOmTvvUuX5WvWaVarM5ngezfkaUadO6n5ll36fOuTLL9q/S3x1N/D0RroX90j33tQAAAIDtpEwdX7V+t85A/fAJQX/ozRp6uo5dRq4Wtn25/cTSIHdqBwAAAACALVE66P+m+PehDEm/ZvRj2hQAAAAAABamTNAfB3qcMghwr3ZzGCgVAAAAAABYkLI9+qfpBf2hZjUAAAAAALAgTQT93Z3ZYI7ntCcAAAAAACxUI0H/vmwZz2lPAAAAAABYqCaC/s472WC9O7QnAAAAAAAs1KxBf+eOrD7/bm0JAAAAAAALN0vQH+bvfptMD2lHAAAAAADYErME/Z2TyfSMNgQAAAAAgC1TN+hvd5LXHNF+AAAAAACwpeoE/d0DyfwntB0AAAAAAGy5qkF/9+FkOjPh98ky2hvaFQAAAAAAFqK7Pxf0Xz953vb9yTxftVoHb0r+3TU6bdydPgTo7tOuAAAAAACwEJ23N4P+9uPF83XvTKaLm/MWTj9rUwAAAAAAmLvO0WS6NCaoP5dMLwzOe+iW5GfnS4T819LlAgAAAAAAAAAAAAAAAAAAAAAAAAAAAAAAAAAAAAAAAAAAAAAAAAAAAAAAAAAAAAAAAAAAAAAAAAAAAAAAAAAAAAAAAAAAAAAAAAAAAAAAAAAAAAAAAAAAAAAAAAAAAAAAAAAAAAAAAAAAAAAAAAAAAAAAAAAAAAAAAAAAAAAAAAAAAAAAAAAAAAAAAAAAAAAAAAAAAAAAAAAAAAAAAAAAAAAAAAAAAAAAAAAAAAAAAAAAAAAAAAAAAHPVuSOZTiXTpWS6kkwXWq3usVbr8F+qL6v7cvL6y9oUAAAAAAAWors/ma62Wp1rY6YQ+O8pv6yNe7PXCfoBAAAAAGD+Dt2S9eJ/pdXq7k2mXVlY/85m2N/9ttyywms75wT9AAAAAACwMN1X01I743RObIb9G/dMX1bnZKvV7gj6AQAAAABgYbrfJNN1438X6vP3gv72Y1OW80gy32dZr35BPwAAAACwakL5k1kd/HNaPqXzweLXf97vffivrVb7xdXct7O2TQjRuw8l2/9UsowXkn//lfz/jcuxbd0bkvV5eso8v2dB/6MTjv+bk3nOpg8Gljno7946v2W3D6bb3P0j+fe95N/rXRcBAAAAllrneMGglTWn7vPadFXFUPPNdKq9jBuT1x/ZDFS7Zxa4/g28d3dnOmDrtON84x8rtm8baJv2Rhb8/phdN0IpnJ/TQDiUuFmJdsi2f+PvE+b5aPNBQJWgv/BaerbV+s+fSqzbddOPu/yDjM7ryXS63LKriA+Dht/3cddHAAAAgKUXemt2H06m38aES5+ntaoHpnfSgKn74Wgo2j2mPVfyGLg1mX5I9uHR+sdQ6OU+fAwtIuhv8r27z5Z4mPXdap3bs7ZNDKA/zl730WBpnBiEf5r73Y4lboudyXQ1HWC3SOeZ9Po2sH0lg/6w7eHbHvFh2fAx82GFa/EDm+0dXxseTvw7mW4bbd+wb8ODhCZ79wv6AQAAAFZc560xAdUD018X61n3XvOWdlw1oXdzeGAzy0Oa0Ft84940iMwHnYsI+pt87/iw43IyXSqeJpV9WbpzuoG2iQ/2rqUPC8b1Hg/BcP9BwmvL2xbdfdk6PlewnbdloXmuFFHd0j2dt8eE5RsV1jV8s+R81u7/N30fxweuu5s9bjpXsm9wnFa6BwAAAGClhLIQI0H/vnKvDTW/42tOaMdV0t2bhbSfNbjMRxYb9Df13t3908u6rPS+rtE2oR5//3rw0oTz/6Xcsu9czu0PDyziYL1jvnUQH4R8mVwD7x/6ec2gv/+6mtfTuL6ns9fsKfF+7ybz/tJqHbzJNQ0AAABg22s/UT+Yaj+WveakdlwVsW77T8m/F9MBSBtb7sNbGPTP8N6dL9Jpbfd3jbYJZYr6r9k7Yb69ufk+Wr5t79yRlcAp6PUexhjovjpmu+oG/QX19sNDtVDep9Q6n8hes3P6vOGbFrFX/2ctAAAAALa7WYL+WP96lxIPq6RXXmRaaZCqVjHo37gre83+BtfloXQdZjknOu+l5+VWtE0s6dSb/2KJdf11c/7Dfyu4xtyf9jyvNZ2qud3XJdO36f4o2s7wQGNcoD5z0P/JmLFPvi53TPRKLZV+z+ez5b/g2gYAAACwrc0S9LNaNu7eDDCbfjizikF/CNTj637JyqA8N7kH+9T1uD0b+LU3SG2NNu68v7kt4UHEotsm1mnvXQver7a+hXXwH5w+2HHhIMg1j6U4gPgzE35/Ogvjix4wXNs8Nso+cOgF/WHci/7YAPnp7RLLOFYx6N+V1dW/mI6bAAAAAMA2VSfoD6FXnPdB7bdKQk/juN9ON7/sVQv6u7dOCJjPJufFi/WC+lAKJl/OpuwyYr34XGg+rqTMItqm+2GuHY6XOKaO55b/7pJc0zrpA4uJ6326+QcO+aA/vsczY5ZzYMoyKgb98X0+mD6eQlmhHFBYx1AOyPUdAAAAYIXUCvq/FPSvms5tm/u3/WTzy1+5oP+NEgHvj/V6+Hderxb2D4f84fVb1TahZ3h//mdLzH8gt94/b/1xHtdnxsHBZy3d0wv647Hw5tAxdSX9Zk3hMuoE/c9tjgVQprb/yHten34OxGP1au468UQLAAAAgFVRNegPg0r25xX0r85+PpwrCXNf88tfuaA/G19i496kbf6V9Uy/MH4g1TCoa1Vlw/6wHv0e2Q2H/FXbJj5wyG17GGx76nH1WG75V7f2GA/bOmkbQxDf3iixnAaD/ngsfDJ0XP3Sah28qWAZdYL+XGmkcCxXEct5/Tj0oEnQDwAAALB6qgT9IfDs/Hf5g/5ZaoIXTpdWez93Ps7t3+uaX/4q1ugfWc6O5Hx4eqhGe5h+SkuaVG7zKWH/cMg/HBAvum26NwxdBx4psfxHhl6zRQNzhwF/u1+lAXocIHxoCoF2HCS5xPgjTQf94dgJ5aAGjqnPCpZRI+iPy+8t952K63xD7r8/FPQDAAAArKyxQf8fabA9MF0ZE34L+ldGCC3rhJdlrUPQ3xPrlJ8ZOidq1swvCvvjNwry7/Hm1rdNP+Duzf9wteXH1+xa/LHdvXOw5FDhVLK0UNNBf/zdrdm3Q/Lr89qY+WoE/fF1V2cvnxRKHgn6AQAAAFbU2KB//2iP2M7utCxE99vlD/pD4Hbwz81Pqyof4IawcS7vsUZBf3+5ZwYf9IQe/3WMhP27FhPyV22bVQz6D92SvO/5kg/rjlY8XxoM+uO19v7BGvjjSu3UDvp/n/0bO/mBlQX9AAAAACumTo3+flilRv9EITBs8kFD3QBv4x+5/Xt+Ttu6hkF/LIlyKTe2wd31l5UP+zu/5v77reVpm/Btg5mD/uu38fl+3fQSTGEg7OFvCnX35JZRM+jPH1PhGw61jlFBPwAAAMDqqhr0B50vBP1ljBvgcpap/WjN9ciXMvp6Ptu6jkF/bLt8b/yHZlzPY0P79O3la5t8j/Myx1uYZ1kG491qZYL+ON+rQ8fB2c1vQjQR9Hf+WfNYF/QDAAAArK5aQf8pQX8ZyxL0dx/ILefcfLZ1XYP+/GCzZXq4Fy5n52jd/84n8+8BX7VtOj/mjrenSlw/nhoctHg7Kxv0x3mHj4UPsp/XDfpz5YvC+V7reiXoBwAAAFhddYJ+VsvGXbn9e2E+77G2Qf++wbErai1jKOQfGOdizmF/5R7971YrK9R9I7f8d7f3eVYp6A/jNHw3FKwfbqZHfxgLoA5BPwAAAMAKW8eg32C8o+2Rrwk+l/dY06A/hKa9ZYfxKSqvWwj5P8y1//Hs58cWE/ZX7tH/XG693isx/3u5+Z/b3tfSKkF/EI6n8OBt4Pr7dc3BeC/m9vON9dZf0A8AAACwwtYx6B+oSd/UdGnF2+T8fOuor33pnl9qvHZnWpKlqIf8wAC9cwr7Kwf9t+XWqcQ2h3n6y791e19Lqwb9wca9yWsuj15vKp/fV7LXXp7hGiHoBwAAAFhd7ScF/dsi6D+9uS2Hbm5++Ws7GO/b2bKPVFynHZND/v7y84P9ftR82F+nbfqDbYdp94T5dufm+9y1NOy7qkF/vAY/MVvQP/CNnY9nONYF/QAAAACrq/vsmKD/gTm91540AGXx8mFi3VrzE/ftI/XD9hBUxtrwV9J/Q0/4eb93LKkz5VgMQXb4BkTn57Smeun12TE0EPOUWvfzDPtrtU3u4UB7Y8Ix1clto4G5N78NcbLGa4/WD/o37sntrxdnWP8TQ0H/U/YpAAAAwMronBoN+ttPN/seob5957U0NA2h7tR1uiNbr0tZSYoLaS/Zw3+xv+rq3rBZ3mNSeFv7ODqSO4bOVntt+7HZAsaq793vuXwlDdnHhfjhZ6Feeqh9HgYzLt3OwyH/myW3YTjs37m1+yX0DI+vOT++5vt//rQ5AGxYX3LH8Zc199X79YL+9uPNlE8aGIj5WjrQMgAAAABLLvQajgHRpTFlan5My/eUCeUnvkcIPV9I/v0tFx5NWWbobR57UY8rn3Mh/VYA9YTQObbjZ80t8+BNyT45MHocdV8t/w2OfFAZp2fm+96d74fm/6HV2rg7dwzenkxfJb87lz50qtTGNUL+/mtfay7sn3W/xCD/681vAuS/ZRBL1GQPArrfrPZA1Y2dW7uHjqsXqn97KTyMi8ddxaC/X5arZtme+I2ah8aMFfDT4HkBAAAAwJIJpSXK1qavWm86L/TMDvXgQ3BbJug/dEsWTL6SzLc37VUdB6t8J/f6b+2/ug7/LftWxdVmvh0RAuAyx9DGfVOWE2qMv5f1sH+/XOmaWd67fX9ajmdk/vPpw6Twu/CthxC8VmqP23PB+ps12/TVzTEhqj5kaHy/3JCtz5XsocfxbPopexj3evU2WrtraXJt635XcO38vXoZn3gNPF9hX+/cPOa6d9a4Rj9R4li5XK10FQAAAABrKj847qSgP/Y2frlgGbn60aEmNTX3Ra8W+NHt3Q6ht3UI/EPQGUpVhYdS7UfTsH4W4dgsOoZL76Mj00P4RQq9+0Pd/thGT6V1/8PPWILj+Nly40AAAAAAwMxKB/3fFP8+9EDv13B/TJvWFXvPf5/10r1Ve8CqiuWVzqdjL+hxDwAAAMDclQn6QwmQaYMAx1IY19Ke18ywP27Lxk34XFvAyp7HH2TjlnhgBwAAAMAilO3RP00v6N/4uzadVSgxE2p7zzIGA7BF19Sj2XgSd2gLAAAAABakiaA/DDoZBwA9pz2bEh6YxLDwiLaAVREGig7lt/TkBwAAAGChGgn692XLeE57NunQzUnbnkkHQgaW/Fr6ejrwbih1BgAAAAAL1UTQ33knG6x3h/acyz7arQ1g2R3+qzYAAAAAYIvMGvSHOtSxPr8wGgAAAAAAFm+WoD/M3/02mR7SjgAAAAAAsCVmCfo7J5PpGW0IAAAAAABbpm7Q3+4krzmi/QAAAAAAYEvVCfq7B5L5T2g7AAAAAADYclWD/u7DyXRmwu+TZbQ3tCsAAAAAACxEd38u6L9+8rzt+5N5vmq1Dt6U/LtrdNq4O30I0N2nXQEAAAAAYCE6b28G/e3Hi+fr3plMFzfnLZx+1qYAAAAAADB3naPJdGlMUH8umV4YnPfQLcnPzpcI+a+lywUAAAAAgO3n/wHLy5XfefM1BgAADxB0RVh0TWF0aE1MADxtYXRoIHhtbG5zPSJodHRwOi8vd3d3LnczLm9yZy8xOTk4L01hdGgvTWF0aE1MIj48bXN0eWxlIG1hdGhzaXplPSIxNnB4Ij48bXN1Yj48bWkgbWF0aGNvbG9yPSIjMDAwMDdGIj5GPC9taT48bW4gbWF0aGNvbG9yPSIjMDAwMDdGIj4xMjwvbW4+PC9tc3ViPjxtbyBtYXRoY29sb3I9IiMwMDAwN0YiPj08L21vPjxtZnJhYyBtYXRoY29sb3I9IiMwMDAwN0YiPjxtbj4xPC9tbj48bXJvdz48bW4+NDwvbW4+PG1pPiYjeDNDMDs8L21pPjxtc3ViPjxtaT4mI3gzQjU7PC9taT48bW4+MDwvbW4+PC9tc3ViPjwvbXJvdz48L21mcmFjPjxtZnJhYyBtYXRoY29sb3I9IiMwMDAwN0YiPjxtcm93PjxtZmVuY2VkIGNsb3NlPSJ8IiBvcGVuPSJ8Ij48bXN1Yj48bWk+cTwvbWk+PG1uPjE8L21uPjwvbXN1Yj48L21mZW5jZWQ+PG1mZW5jZWQgY2xvc2U9InwiIG9wZW49InwiPjxtc3ViPjxtaT5xPC9taT48bW4+MjwvbW4+PC9tc3ViPjwvbWZlbmNlZD48L21yb3c+PG1zdXA+PG1pPlI8L21pPjxtbj4yPC9tbj48L21zdXA+PC9tZnJhYz48bW8gbWF0aGNvbG9yPSIjMDAwMDdGIj49PC9tbz48bXNwYWNlIGxpbmVicmVhaz0ibmV3bGluZSIvPjxtbyBtYXRoY29sb3I9IiMwMDAwN0YiPj08L21vPjxtbyBtYXRoY29sb3I9IiMwMDAwN0YiPig8L21vPjxtbiBtYXRoY29sb3I9IiMwMDAwN0YiPjg8L21uPjxtbyBtYXRoY29sb3I9IiMwMDAwN0YiPi48L21vPjxtbiBtYXRoY29sb3I9IiMwMDAwN0YiPjk5PC9tbj48bW8gbWF0aGNvbG9yPSIjMDAwMDdGIj4mI3hENzs8L21vPjxtc3VwPjxtbiBtYXRoY29sb3I9IiMwMDAwN0YiPjEwPC9tbj48bW4gbWF0aGNvbG9yPSIjMDAwMDdGIj45PC9tbj48L21zdXA+PG1vIG1hdGhjb2xvcj0iIzAwMDA3RiI+JiN4MjAwQTs8L21vPjxtdGV4dCBtYXRoY29sb3I9IiMwMDAwN0YiPk48L210ZXh0PjxtbyBtYXRoY29sb3I9IiMwMDAwN0YiPiYjeEI3OzwvbW8+PG1zdXA+PG10ZXh0IG1hdGhjb2xvcj0iIzAwMDA3RiI+bTwvbXRleHQ+PG1uIG1hdGhjb2xvcj0iIzAwMDA3RiI+MjwvbW4+PC9tc3VwPjxtbyBtYXRoY29sb3I9IiMwMDAwN0YiPi88L21vPjxtc3VwPjxtdGV4dCBtYXRoY29sb3I9IiMwMDAwN0YiPkM8L210ZXh0PjxtbiBtYXRoY29sb3I9IiMwMDAwN0YiPjI8L21uPjwvbXN1cD48bW8gbWF0aGNvbG9yPSIjMDAwMDdGIj4pPC9tbz48bW8gbWF0aGNvbG9yPSIjMDAwMDdGIj4mI3hENzs8L21vPjxtZnJhYyBtYXRoY29sb3I9IiMwMDAwN0YiPjxtcm93Pjxtbz4oPC9tbz48bW4+MTwvbW4+PG1vPi48L21vPjxtbj42MDwvbW4+PG1vPiYjeEQ3OzwvbW8+PG1zdXA+PG1uPjEwPC9tbj48bXJvdz48bW8+LTwvbW8+PG1uPjE5PC9tbj48L21yb3c+PC9tc3VwPjxtbz4mI3gyMDBBOzwvbW8+PG10ZXh0PkM8L210ZXh0Pjxtbz4pPC9tbz48bW8+KDwvbW8+PG1uPjM8L21uPjxtbz4uPC9tbz48bW4+MjA8L21uPjxtbz4mI3hENzs8L21vPjxtc3VwPjxtbj4xMDwvbW4+PG1yb3c+PG1vPi08L21vPjxtbj4xOTwvbW4+PC9tcm93PjwvbXN1cD48bW8+JiN4MjAwQTs8L21vPjxtdGV4dD5DPC9tdGV4dD48bW8+KTwvbW8+PC9tcm93Pjxtcm93Pjxtbz4oPC9tbz48bW4+MDwvbW4+PG1vPi48L21vPjxtbj4wMjAwPC9tbj48bW8+JiN4MjAwQTs8L21vPjxtdGV4dD5tPC9tdGV4dD48bXN1cD48bW8+KTwvbW8+PG1uPjI8L21uPjwvbXN1cD48L21yb3c+PC9tZnJhYz48bW8gbWF0aGNvbG9yPSIjMDAwMDdGIj49PC9tbz48bW4gbWF0aGNvbG9yPSIjMDAwMDdGIj4xPC9tbj48bW8gbWF0aGNvbG9yPSIjMDAwMDdGIj4uPC9tbz48bW4gbWF0aGNvbG9yPSIjMDAwMDdGIj4xNTwvbW4+PG1vIG1hdGhjb2xvcj0iIzAwMDA3RiI+JiN4RDc7PC9tbz48bXN1cD48bW4gbWF0aGNvbG9yPSIjMDAwMDdGIj4xMDwvbW4+PG1yb3cgbWF0aGNvbG9yPSIjMDAwMDdGIj48bW8+LTwvbW8+PG1uPjI0PC9tbj48L21yb3c+PC9tc3VwPjxtbyBtYXRoY29sb3I9IiMwMDAwN0YiPiYjeDIwMEE7PC9tbz48bXRleHQgbWF0aGNvbG9yPSIjMDAwMDdGIj5OPC9tdGV4dD48bW8gbWF0aGNvbG9yPSIjMDAwMDdGIj4uPC9tbz48bXNwYWNlIGxpbmVicmVhaz0ibmV3bGluZSIvPjxtc3BhY2UgbGluZWJyZWFrPSJuZXdsaW5lIi8+PG10ZXh0IG1hdGhjb2xvcj0iIzAwMDA3RiI+VGh1cywgZm9yY2UmI3hBMDs8L210ZXh0Pjxtc3ViPjxtaSBtYXRoY29sb3I9IiMwMDAwN0YiIG1hdGh2YXJpYW50PSJib2xkIj5GPC9taT48bW4gbWF0aGNvbG9yPSIjMDAwMDdGIj4xMjwvbW4+PC9tc3ViPjxtdGV4dCBtYXRoY29sb3I9IiMwMDAwN0YiPiYjeEEwO2hhcyB0aGUgZm9sbG93aW5nIG1hZ25pdHVkZSBhbmQgZGlyZWN0aW9uIChyZWxhdGl2ZSB0byB0aGUgcG9zaXRpdmUgZGlyZWN0aW9uIG9mIHRoZSYjeEEwOzwvbXRleHQ+PG1pIG1hdGhjb2xvcj0iIzAwMDA3RiI+eDwvbWk+PG10ZXh0IG1hdGhjb2xvcj0iIzAwMDA3RiI+JiN4QTA7YXhpcyk6PC9tdGV4dD48bXNwYWNlIGxpbmVicmVhaz0ibmV3bGluZSIvPjxtbiBtYXRoY29sb3I9IiMwMDAwN0YiPjE8L21uPjxtbyBtYXRoY29sb3I9IiMwMDAwN0YiPi48L21vPjxtbiBtYXRoY29sb3I9IiMwMDAwN0YiPjE1PC9tbj48bW8gbWF0aGNvbG9yPSIjMDAwMDdGIj4mI3hENzs8L21vPjxtc3VwPjxtbiBtYXRoY29sb3I9IiMwMDAwN0YiPjEwPC9tbj48bXJvdyBtYXRoY29sb3I9IiMwMDAwN0YiPjxtbz4tPC9tbz48bW4+MjQ8L21uPjwvbXJvdz48L21zdXA+PG1vIG1hdGhjb2xvcj0iIzAwMDA3RiI+JiN4MjAwQTs8L21vPjxtdGV4dCBtYXRoY29sb3I9IiMwMDAwN0YiPk48L210ZXh0PjxtbyBtYXRoY29sb3I9IiMwMDAwN0YiPiYjeEEwOyYjeEEwOzwvbW8+PG10ZXh0IG1hdGhjb2xvcj0iIzAwMDA3RiI+YW5kPC9tdGV4dD48bW8gbWF0aGNvbG9yPSIjMDAwMDdGIj4mI3hBMDsmI3hBMDs8L21vPjxtbiBtYXRoY29sb3I9IiMwMDAwN0YiPjE4MDwvbW4+PG1vIG1hdGhjb2xvcj0iIzAwMDA3RiI+JiN4QjA7PC9tbz48bXNwYWNlIGxpbmVicmVhaz0ibmV3bGluZSIvPjxtc3BhY2UgbGluZWJyZWFrPSJuZXdsaW5lIi8+PG10ZXh0IG1hdGhjb2xvcj0iIzAwMDA3RiI+V2UgY2FuIGFsc28gd3JpdGUmI3hBMDs8L210ZXh0Pjxtc3ViPjxtaSBtYXRoY29sb3I9IiMwMDAwN0YiIG1hdGh2YXJpYW50PSJib2xkIj5GPC9taT48bW4gbWF0aGNvbG9yPSIjMDAwMDdGIj4xMjwvbW4+PC9tc3ViPjxtdGV4dCBtYXRoY29sb3I9IiMwMDAwN0YiPiYjeEEwO2luIHVuaXQtdmVjdG9yIG5vdGF0aW9uIGFzOjwvbXRleHQ+PG1zcGFjZSBsaW5lYnJlYWs9Im5ld2xpbmUiLz48bXN1Yj48bWkgbWF0aGNvbG9yPSIjMDAwMDdGIiBtYXRodmFyaWFudD0iYm9sZCI+RjwvbWk+PG1uIG1hdGhjb2xvcj0iIzAwMDA3RiI+MTI8L21uPjwvbXN1Yj48bW8gbWF0aGNvbG9yPSIjMDAwMDdGIj49PC9tbz48bW8gbWF0aGNvbG9yPSIjMDAwMDdGIj4tPC9tbz48bW8gbWF0aGNvbG9yPSIjMDAwMDdGIj4oPC9tbz48bW4gbWF0aGNvbG9yPSIjMDAwMDdGIj4xPC9tbj48bW8gbWF0aGNvbG9yPSIjMDAwMDdGIj4uPC9tbz48bW4gbWF0aGNvbG9yPSIjMDAwMDdGIj4xNTwvbW4+PG1vIG1hdGhjb2xvcj0iIzAwMDA3RiI+JiN4RDc7PC9tbz48bXN1cD48bW4gbWF0aGNvbG9yPSIjMDAwMDdGIj4xMDwvbW4+PG1yb3cgbWF0aGNvbG9yPSIjMDAwMDdGIj48bW8+LTwvbW8+PG1uPjI0PC9tbj48L21yb3c+PC9tc3VwPjxtbyBtYXRoY29sb3I9IiMwMDAwN0YiPiYjeDIwMEE7PC9tbz48bXRleHQgbWF0aGNvbG9yPSIjMDAwMDdGIj5OPC9tdGV4dD48bW8gbWF0aGNvbG9yPSIjMDAwMDdGIj4pPC9tbz48bWkgbWF0aGNvbG9yPSIjMDAwMDdGIiBtYXRodmFyaWFudD0iYm9sZCI+aTwvbWk+PC9tc3R5bGU+PC9tYXRoPvET/uwAAAAASUVORK5CYII=\&quot;,\&quot;slideId\&quot;:284,\&quot;accessibleText\&quot;:\&quot;F subscript 12 equals fraction numerator 1 over denominator 4 pi epsilon subscript 0 end fraction fraction numerator open vertical bar q subscript 1 close vertical bar open vertical bar q subscript 2 close vertical bar over denominator R squared end fraction equals\\nequals left parenthesis 8.99 cross times 10 to the power of 9   text N end text times text m end text squared divided by text C end text squared right parenthesis cross times fraction numerator left parenthesis 1.60 cross times 10 to the power of negative 19 end exponent   text C end text right parenthesis left parenthesis 3.20 cross times 10 to the power of negative 19 end exponent   text C end text right parenthesis over denominator left parenthesis 0.0200   text m end text right parenthesis squared end fraction equals 1.15 cross times 10 to the power of negative 24 end exponent   text N end text.\\n\\ntext Thus, force  end text bold F subscript 12 text  has the following magnitude and direction (relative to the positive direction of the  end text x text  axis): end text\\n1.15 cross times 10 to the power of negative 24 end exponent   text N end text    text and end text    180 degree\\n\\ntext We can also write  end text bold F subscript 12 text  in unit-vector notation as: end text\\nbold F subscript 12 equals negative left parenthesis 1.15 cross times 10 to the power of negative 24 end exponent   text N end text right parenthesis bold i\&quot;,\&quot;imageHeight\&quot;:252.3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4433</Words>
  <Application>Microsoft Office PowerPoint</Application>
  <PresentationFormat>Widescreen</PresentationFormat>
  <Paragraphs>318</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vt:lpstr>
      <vt:lpstr>Arial</vt:lpstr>
      <vt:lpstr>Cambria Math</vt:lpstr>
      <vt:lpstr>LM Roman 10</vt:lpstr>
      <vt:lpstr>Tema di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GABRIELE MORRA</dc:creator>
  <cp:lastModifiedBy>CLAUDIO MIRABELLA</cp:lastModifiedBy>
  <cp:revision>4</cp:revision>
  <dcterms:created xsi:type="dcterms:W3CDTF">2025-02-19T19:59:30Z</dcterms:created>
  <dcterms:modified xsi:type="dcterms:W3CDTF">2026-10-29T19:49:57Z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d0b24d-6422-44b0-b3de-abb3a9e8c81a_Enabled">
    <vt:lpwstr>true</vt:lpwstr>
  </property>
  <property fmtid="{D5CDD505-2E9C-101B-9397-08002B2CF9AE}" pid="3" name="MSIP_Label_2ad0b24d-6422-44b0-b3de-abb3a9e8c81a_SetDate">
    <vt:lpwstr>2026-10-29T19:47:02Z</vt:lpwstr>
  </property>
  <property fmtid="{D5CDD505-2E9C-101B-9397-08002B2CF9AE}" pid="4" name="MSIP_Label_2ad0b24d-6422-44b0-b3de-abb3a9e8c81a_Method">
    <vt:lpwstr>Standard</vt:lpwstr>
  </property>
  <property fmtid="{D5CDD505-2E9C-101B-9397-08002B2CF9AE}" pid="5" name="MSIP_Label_2ad0b24d-6422-44b0-b3de-abb3a9e8c81a_Name">
    <vt:lpwstr>defa4170-0d19-0005-0004-bc88714345d2</vt:lpwstr>
  </property>
  <property fmtid="{D5CDD505-2E9C-101B-9397-08002B2CF9AE}" pid="6" name="MSIP_Label_2ad0b24d-6422-44b0-b3de-abb3a9e8c81a_SiteId">
    <vt:lpwstr>2fcfe26a-bb62-46b0-b1e3-28f9da0c45fd</vt:lpwstr>
  </property>
  <property fmtid="{D5CDD505-2E9C-101B-9397-08002B2CF9AE}" pid="7" name="MSIP_Label_2ad0b24d-6422-44b0-b3de-abb3a9e8c81a_ActionId">
    <vt:lpwstr>d06cef08-e817-4cdd-9c44-69908bc85301</vt:lpwstr>
  </property>
  <property fmtid="{D5CDD505-2E9C-101B-9397-08002B2CF9AE}" pid="8" name="MSIP_Label_2ad0b24d-6422-44b0-b3de-abb3a9e8c81a_ContentBits">
    <vt:lpwstr>0</vt:lpwstr>
  </property>
  <property fmtid="{D5CDD505-2E9C-101B-9397-08002B2CF9AE}" pid="9" name="MSIP_Label_2ad0b24d-6422-44b0-b3de-abb3a9e8c81a_Tag">
    <vt:lpwstr>10, 3, 0, 1</vt:lpwstr>
  </property>
</Properties>
</file>